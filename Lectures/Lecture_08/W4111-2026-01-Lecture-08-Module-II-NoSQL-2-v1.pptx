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 id="2147493587" r:id="rId5"/>
    <p:sldMasterId id="2147493618" r:id="rId6"/>
    <p:sldMasterId id="2147493632" r:id="rId7"/>
    <p:sldMasterId id="2147493641" r:id="rId8"/>
    <p:sldMasterId id="2147493649" r:id="rId9"/>
  </p:sldMasterIdLst>
  <p:notesMasterIdLst>
    <p:notesMasterId r:id="rId122"/>
  </p:notesMasterIdLst>
  <p:handoutMasterIdLst>
    <p:handoutMasterId r:id="rId123"/>
  </p:handoutMasterIdLst>
  <p:sldIdLst>
    <p:sldId id="959" r:id="rId10"/>
    <p:sldId id="998" r:id="rId11"/>
    <p:sldId id="2142532498" r:id="rId12"/>
    <p:sldId id="1057" r:id="rId13"/>
    <p:sldId id="2142532499" r:id="rId14"/>
    <p:sldId id="2142532495" r:id="rId15"/>
    <p:sldId id="1063" r:id="rId16"/>
    <p:sldId id="2142532500" r:id="rId17"/>
    <p:sldId id="482" r:id="rId18"/>
    <p:sldId id="2142532505" r:id="rId19"/>
    <p:sldId id="432" r:id="rId20"/>
    <p:sldId id="519" r:id="rId21"/>
    <p:sldId id="400" r:id="rId22"/>
    <p:sldId id="428" r:id="rId23"/>
    <p:sldId id="401" r:id="rId24"/>
    <p:sldId id="402" r:id="rId25"/>
    <p:sldId id="520" r:id="rId26"/>
    <p:sldId id="522" r:id="rId27"/>
    <p:sldId id="411" r:id="rId28"/>
    <p:sldId id="2142532506" r:id="rId29"/>
    <p:sldId id="1208" r:id="rId30"/>
    <p:sldId id="260" r:id="rId31"/>
    <p:sldId id="551" r:id="rId32"/>
    <p:sldId id="374" r:id="rId33"/>
    <p:sldId id="552" r:id="rId34"/>
    <p:sldId id="375" r:id="rId35"/>
    <p:sldId id="553" r:id="rId36"/>
    <p:sldId id="466" r:id="rId37"/>
    <p:sldId id="473" r:id="rId38"/>
    <p:sldId id="383" r:id="rId39"/>
    <p:sldId id="457" r:id="rId40"/>
    <p:sldId id="384" r:id="rId41"/>
    <p:sldId id="385" r:id="rId42"/>
    <p:sldId id="386" r:id="rId43"/>
    <p:sldId id="456" r:id="rId44"/>
    <p:sldId id="389" r:id="rId45"/>
    <p:sldId id="390" r:id="rId46"/>
    <p:sldId id="631" r:id="rId47"/>
    <p:sldId id="561" r:id="rId48"/>
    <p:sldId id="562" r:id="rId49"/>
    <p:sldId id="563" r:id="rId50"/>
    <p:sldId id="565" r:id="rId51"/>
    <p:sldId id="566" r:id="rId52"/>
    <p:sldId id="632" r:id="rId53"/>
    <p:sldId id="2142532508" r:id="rId54"/>
    <p:sldId id="573" r:id="rId55"/>
    <p:sldId id="257" r:id="rId56"/>
    <p:sldId id="2142532415" r:id="rId57"/>
    <p:sldId id="2142532445" r:id="rId58"/>
    <p:sldId id="568" r:id="rId59"/>
    <p:sldId id="2142532416" r:id="rId60"/>
    <p:sldId id="259" r:id="rId61"/>
    <p:sldId id="335" r:id="rId62"/>
    <p:sldId id="2142532509" r:id="rId63"/>
    <p:sldId id="262" r:id="rId64"/>
    <p:sldId id="354" r:id="rId65"/>
    <p:sldId id="348" r:id="rId66"/>
    <p:sldId id="2142532510" r:id="rId67"/>
    <p:sldId id="263" r:id="rId68"/>
    <p:sldId id="268" r:id="rId69"/>
    <p:sldId id="2142532423" r:id="rId70"/>
    <p:sldId id="350" r:id="rId71"/>
    <p:sldId id="270" r:id="rId72"/>
    <p:sldId id="271" r:id="rId73"/>
    <p:sldId id="272" r:id="rId74"/>
    <p:sldId id="2142532424" r:id="rId75"/>
    <p:sldId id="2142532511" r:id="rId76"/>
    <p:sldId id="279" r:id="rId77"/>
    <p:sldId id="284" r:id="rId78"/>
    <p:sldId id="285" r:id="rId79"/>
    <p:sldId id="2142532425" r:id="rId80"/>
    <p:sldId id="287" r:id="rId81"/>
    <p:sldId id="275" r:id="rId82"/>
    <p:sldId id="2142532427" r:id="rId83"/>
    <p:sldId id="365" r:id="rId84"/>
    <p:sldId id="289" r:id="rId85"/>
    <p:sldId id="291" r:id="rId86"/>
    <p:sldId id="293" r:id="rId87"/>
    <p:sldId id="292" r:id="rId88"/>
    <p:sldId id="294" r:id="rId89"/>
    <p:sldId id="295" r:id="rId90"/>
    <p:sldId id="2142532512" r:id="rId91"/>
    <p:sldId id="301" r:id="rId92"/>
    <p:sldId id="302" r:id="rId93"/>
    <p:sldId id="2142532513" r:id="rId94"/>
    <p:sldId id="337" r:id="rId95"/>
    <p:sldId id="305" r:id="rId96"/>
    <p:sldId id="338" r:id="rId97"/>
    <p:sldId id="306" r:id="rId98"/>
    <p:sldId id="339" r:id="rId99"/>
    <p:sldId id="340" r:id="rId100"/>
    <p:sldId id="2142532514" r:id="rId101"/>
    <p:sldId id="2142532515" r:id="rId102"/>
    <p:sldId id="2142532507" r:id="rId103"/>
    <p:sldId id="2142532516" r:id="rId104"/>
    <p:sldId id="759" r:id="rId105"/>
    <p:sldId id="760" r:id="rId106"/>
    <p:sldId id="762" r:id="rId107"/>
    <p:sldId id="763" r:id="rId108"/>
    <p:sldId id="764" r:id="rId109"/>
    <p:sldId id="765" r:id="rId110"/>
    <p:sldId id="766" r:id="rId111"/>
    <p:sldId id="767" r:id="rId112"/>
    <p:sldId id="768" r:id="rId113"/>
    <p:sldId id="2142532517" r:id="rId114"/>
    <p:sldId id="769" r:id="rId115"/>
    <p:sldId id="770" r:id="rId116"/>
    <p:sldId id="771" r:id="rId117"/>
    <p:sldId id="772" r:id="rId118"/>
    <p:sldId id="773" r:id="rId119"/>
    <p:sldId id="774" r:id="rId120"/>
    <p:sldId id="775" r:id="rId121"/>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2C64"/>
    <a:srgbClr val="32AA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8D543-C6B4-A74C-A059-4237A8226E94}" v="41" dt="2026-03-25T18:57:33.1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03"/>
    <p:restoredTop sz="96233"/>
  </p:normalViewPr>
  <p:slideViewPr>
    <p:cSldViewPr snapToObjects="1">
      <p:cViewPr varScale="1">
        <p:scale>
          <a:sx n="144" d="100"/>
          <a:sy n="144" d="100"/>
        </p:scale>
        <p:origin x="1824" y="496"/>
      </p:cViewPr>
      <p:guideLst>
        <p:guide orient="horz" pos="1620"/>
        <p:guide pos="2880"/>
      </p:guideLst>
    </p:cSldViewPr>
  </p:slideViewPr>
  <p:outlineViewPr>
    <p:cViewPr>
      <p:scale>
        <a:sx n="33" d="100"/>
        <a:sy n="33" d="100"/>
      </p:scale>
      <p:origin x="0" y="-16168"/>
    </p:cViewPr>
  </p:outlineViewPr>
  <p:notesTextViewPr>
    <p:cViewPr>
      <p:scale>
        <a:sx n="100" d="100"/>
        <a:sy n="100" d="100"/>
      </p:scale>
      <p:origin x="0" y="0"/>
    </p:cViewPr>
  </p:notesTextViewPr>
  <p:sorterViewPr>
    <p:cViewPr varScale="1">
      <p:scale>
        <a:sx n="1" d="1"/>
        <a:sy n="1" d="1"/>
      </p:scale>
      <p:origin x="0" y="-6060"/>
    </p:cViewPr>
  </p:sorterViewPr>
  <p:notesViewPr>
    <p:cSldViewPr snapToObjects="1">
      <p:cViewPr varScale="1">
        <p:scale>
          <a:sx n="107" d="100"/>
          <a:sy n="107" d="100"/>
        </p:scale>
        <p:origin x="3648" y="184"/>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8.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12" Type="http://schemas.openxmlformats.org/officeDocument/2006/relationships/slide" Target="slides/slide103.xml"/><Relationship Id="rId16" Type="http://schemas.openxmlformats.org/officeDocument/2006/relationships/slide" Target="slides/slide7.xml"/><Relationship Id="rId107" Type="http://schemas.openxmlformats.org/officeDocument/2006/relationships/slide" Target="slides/slide98.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102" Type="http://schemas.openxmlformats.org/officeDocument/2006/relationships/slide" Target="slides/slide93.xml"/><Relationship Id="rId123" Type="http://schemas.openxmlformats.org/officeDocument/2006/relationships/handoutMaster" Target="handoutMasters/handoutMaster1.xml"/><Relationship Id="rId128" Type="http://schemas.microsoft.com/office/2016/11/relationships/changesInfo" Target="changesInfos/changesInfo1.xml"/><Relationship Id="rId5" Type="http://schemas.openxmlformats.org/officeDocument/2006/relationships/slideMaster" Target="slideMasters/slideMaster2.xml"/><Relationship Id="rId90" Type="http://schemas.openxmlformats.org/officeDocument/2006/relationships/slide" Target="slides/slide81.xml"/><Relationship Id="rId95" Type="http://schemas.openxmlformats.org/officeDocument/2006/relationships/slide" Target="slides/slide86.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113" Type="http://schemas.openxmlformats.org/officeDocument/2006/relationships/slide" Target="slides/slide104.xml"/><Relationship Id="rId118" Type="http://schemas.openxmlformats.org/officeDocument/2006/relationships/slide" Target="slides/slide109.xml"/><Relationship Id="rId80" Type="http://schemas.openxmlformats.org/officeDocument/2006/relationships/slide" Target="slides/slide71.xml"/><Relationship Id="rId85" Type="http://schemas.openxmlformats.org/officeDocument/2006/relationships/slide" Target="slides/slide76.xml"/><Relationship Id="rId12" Type="http://schemas.openxmlformats.org/officeDocument/2006/relationships/slide" Target="slides/slide3.xml"/><Relationship Id="rId17" Type="http://schemas.openxmlformats.org/officeDocument/2006/relationships/slide" Target="slides/slide8.xml"/><Relationship Id="rId33" Type="http://schemas.openxmlformats.org/officeDocument/2006/relationships/slide" Target="slides/slide24.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slide" Target="slides/slide94.xml"/><Relationship Id="rId108" Type="http://schemas.openxmlformats.org/officeDocument/2006/relationships/slide" Target="slides/slide99.xml"/><Relationship Id="rId124" Type="http://schemas.openxmlformats.org/officeDocument/2006/relationships/presProps" Target="presProps.xml"/><Relationship Id="rId129" Type="http://schemas.microsoft.com/office/2015/10/relationships/revisionInfo" Target="revisionInfo.xml"/><Relationship Id="rId54" Type="http://schemas.openxmlformats.org/officeDocument/2006/relationships/slide" Target="slides/slide45.xml"/><Relationship Id="rId70" Type="http://schemas.openxmlformats.org/officeDocument/2006/relationships/slide" Target="slides/slide61.xml"/><Relationship Id="rId75" Type="http://schemas.openxmlformats.org/officeDocument/2006/relationships/slide" Target="slides/slide66.xml"/><Relationship Id="rId91" Type="http://schemas.openxmlformats.org/officeDocument/2006/relationships/slide" Target="slides/slide82.xml"/><Relationship Id="rId96" Type="http://schemas.openxmlformats.org/officeDocument/2006/relationships/slide" Target="slides/slide87.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4.xml"/><Relationship Id="rId28" Type="http://schemas.openxmlformats.org/officeDocument/2006/relationships/slide" Target="slides/slide19.xml"/><Relationship Id="rId49" Type="http://schemas.openxmlformats.org/officeDocument/2006/relationships/slide" Target="slides/slide40.xml"/><Relationship Id="rId114" Type="http://schemas.openxmlformats.org/officeDocument/2006/relationships/slide" Target="slides/slide105.xml"/><Relationship Id="rId119" Type="http://schemas.openxmlformats.org/officeDocument/2006/relationships/slide" Target="slides/slide110.xml"/><Relationship Id="rId44" Type="http://schemas.openxmlformats.org/officeDocument/2006/relationships/slide" Target="slides/slide35.xml"/><Relationship Id="rId60" Type="http://schemas.openxmlformats.org/officeDocument/2006/relationships/slide" Target="slides/slide51.xml"/><Relationship Id="rId65" Type="http://schemas.openxmlformats.org/officeDocument/2006/relationships/slide" Target="slides/slide56.xml"/><Relationship Id="rId81" Type="http://schemas.openxmlformats.org/officeDocument/2006/relationships/slide" Target="slides/slide72.xml"/><Relationship Id="rId86" Type="http://schemas.openxmlformats.org/officeDocument/2006/relationships/slide" Target="slides/slide77.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109" Type="http://schemas.openxmlformats.org/officeDocument/2006/relationships/slide" Target="slides/slide10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slide" Target="slides/slide95.xml"/><Relationship Id="rId120" Type="http://schemas.openxmlformats.org/officeDocument/2006/relationships/slide" Target="slides/slide111.xml"/><Relationship Id="rId125"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110" Type="http://schemas.openxmlformats.org/officeDocument/2006/relationships/slide" Target="slides/slide101.xml"/><Relationship Id="rId115" Type="http://schemas.openxmlformats.org/officeDocument/2006/relationships/slide" Target="slides/slide106.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slide" Target="slides/slide96.xml"/><Relationship Id="rId12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121" Type="http://schemas.openxmlformats.org/officeDocument/2006/relationships/slide" Target="slides/slide112.xml"/><Relationship Id="rId3" Type="http://schemas.openxmlformats.org/officeDocument/2006/relationships/customXml" Target="../customXml/item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 Id="rId116" Type="http://schemas.openxmlformats.org/officeDocument/2006/relationships/slide" Target="slides/slide107.xml"/><Relationship Id="rId20" Type="http://schemas.openxmlformats.org/officeDocument/2006/relationships/slide" Target="slides/slide11.xml"/><Relationship Id="rId41" Type="http://schemas.openxmlformats.org/officeDocument/2006/relationships/slide" Target="slides/slide32.xml"/><Relationship Id="rId62" Type="http://schemas.openxmlformats.org/officeDocument/2006/relationships/slide" Target="slides/slide53.xml"/><Relationship Id="rId83" Type="http://schemas.openxmlformats.org/officeDocument/2006/relationships/slide" Target="slides/slide74.xml"/><Relationship Id="rId88" Type="http://schemas.openxmlformats.org/officeDocument/2006/relationships/slide" Target="slides/slide79.xml"/><Relationship Id="rId111" Type="http://schemas.openxmlformats.org/officeDocument/2006/relationships/slide" Target="slides/slide102.xml"/><Relationship Id="rId15" Type="http://schemas.openxmlformats.org/officeDocument/2006/relationships/slide" Target="slides/slide6.xml"/><Relationship Id="rId36" Type="http://schemas.openxmlformats.org/officeDocument/2006/relationships/slide" Target="slides/slide27.xml"/><Relationship Id="rId57" Type="http://schemas.openxmlformats.org/officeDocument/2006/relationships/slide" Target="slides/slide48.xml"/><Relationship Id="rId106" Type="http://schemas.openxmlformats.org/officeDocument/2006/relationships/slide" Target="slides/slide97.xml"/><Relationship Id="rId127" Type="http://schemas.openxmlformats.org/officeDocument/2006/relationships/tableStyles" Target="tableStyles.xml"/><Relationship Id="rId10" Type="http://schemas.openxmlformats.org/officeDocument/2006/relationships/slide" Target="slides/slide1.xml"/><Relationship Id="rId31" Type="http://schemas.openxmlformats.org/officeDocument/2006/relationships/slide" Target="slides/slide22.xml"/><Relationship Id="rId52" Type="http://schemas.openxmlformats.org/officeDocument/2006/relationships/slide" Target="slides/slide43.xml"/><Relationship Id="rId73" Type="http://schemas.openxmlformats.org/officeDocument/2006/relationships/slide" Target="slides/slide64.xml"/><Relationship Id="rId78" Type="http://schemas.openxmlformats.org/officeDocument/2006/relationships/slide" Target="slides/slide69.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122"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ald Ferguson" userId="d9cfb872-1f13-4322-b8de-11a4145bf6e2" providerId="ADAL" clId="{0A034640-45D1-5F4D-BEC0-1A6B369E60FE}"/>
    <pc:docChg chg="undo custSel addSld delSld modSld sldOrd delMainMaster modMainMaster">
      <pc:chgData name="Donald Ferguson" userId="d9cfb872-1f13-4322-b8de-11a4145bf6e2" providerId="ADAL" clId="{0A034640-45D1-5F4D-BEC0-1A6B369E60FE}" dt="2026-03-25T18:57:33.135" v="974"/>
      <pc:docMkLst>
        <pc:docMk/>
      </pc:docMkLst>
      <pc:sldChg chg="add del">
        <pc:chgData name="Donald Ferguson" userId="d9cfb872-1f13-4322-b8de-11a4145bf6e2" providerId="ADAL" clId="{0A034640-45D1-5F4D-BEC0-1A6B369E60FE}" dt="2026-03-25T18:42:06.728" v="745"/>
        <pc:sldMkLst>
          <pc:docMk/>
          <pc:sldMk cId="0" sldId="257"/>
        </pc:sldMkLst>
      </pc:sldChg>
      <pc:sldChg chg="add del">
        <pc:chgData name="Donald Ferguson" userId="d9cfb872-1f13-4322-b8de-11a4145bf6e2" providerId="ADAL" clId="{0A034640-45D1-5F4D-BEC0-1A6B369E60FE}" dt="2026-03-25T11:10:16.376" v="487" actId="2696"/>
        <pc:sldMkLst>
          <pc:docMk/>
          <pc:sldMk cId="3166275230" sldId="258"/>
        </pc:sldMkLst>
      </pc:sldChg>
      <pc:sldChg chg="add del">
        <pc:chgData name="Donald Ferguson" userId="d9cfb872-1f13-4322-b8de-11a4145bf6e2" providerId="ADAL" clId="{0A034640-45D1-5F4D-BEC0-1A6B369E60FE}" dt="2026-03-25T18:42:06.728" v="745"/>
        <pc:sldMkLst>
          <pc:docMk/>
          <pc:sldMk cId="0" sldId="259"/>
        </pc:sldMkLst>
      </pc:sldChg>
      <pc:sldChg chg="add del">
        <pc:chgData name="Donald Ferguson" userId="d9cfb872-1f13-4322-b8de-11a4145bf6e2" providerId="ADAL" clId="{0A034640-45D1-5F4D-BEC0-1A6B369E60FE}" dt="2026-03-25T18:35:38.057" v="735"/>
        <pc:sldMkLst>
          <pc:docMk/>
          <pc:sldMk cId="897626272" sldId="260"/>
        </pc:sldMkLst>
      </pc:sldChg>
      <pc:sldChg chg="modSp add del mod modClrScheme chgLayout">
        <pc:chgData name="Donald Ferguson" userId="d9cfb872-1f13-4322-b8de-11a4145bf6e2" providerId="ADAL" clId="{0A034640-45D1-5F4D-BEC0-1A6B369E60FE}" dt="2026-03-25T11:09:11.295" v="454" actId="2696"/>
        <pc:sldMkLst>
          <pc:docMk/>
          <pc:sldMk cId="961640684" sldId="261"/>
        </pc:sldMkLst>
      </pc:sldChg>
      <pc:sldChg chg="add del">
        <pc:chgData name="Donald Ferguson" userId="d9cfb872-1f13-4322-b8de-11a4145bf6e2" providerId="ADAL" clId="{0A034640-45D1-5F4D-BEC0-1A6B369E60FE}" dt="2026-03-25T18:42:06.728" v="745"/>
        <pc:sldMkLst>
          <pc:docMk/>
          <pc:sldMk cId="0" sldId="262"/>
        </pc:sldMkLst>
      </pc:sldChg>
      <pc:sldChg chg="add del">
        <pc:chgData name="Donald Ferguson" userId="d9cfb872-1f13-4322-b8de-11a4145bf6e2" providerId="ADAL" clId="{0A034640-45D1-5F4D-BEC0-1A6B369E60FE}" dt="2026-03-25T18:42:06.728" v="745"/>
        <pc:sldMkLst>
          <pc:docMk/>
          <pc:sldMk cId="0" sldId="263"/>
        </pc:sldMkLst>
      </pc:sldChg>
      <pc:sldChg chg="modSp add del mod modClrScheme chgLayout">
        <pc:chgData name="Donald Ferguson" userId="d9cfb872-1f13-4322-b8de-11a4145bf6e2" providerId="ADAL" clId="{0A034640-45D1-5F4D-BEC0-1A6B369E60FE}" dt="2026-03-25T11:09:11.156" v="440" actId="2696"/>
        <pc:sldMkLst>
          <pc:docMk/>
          <pc:sldMk cId="1487392727" sldId="266"/>
        </pc:sldMkLst>
      </pc:sldChg>
      <pc:sldChg chg="add del">
        <pc:chgData name="Donald Ferguson" userId="d9cfb872-1f13-4322-b8de-11a4145bf6e2" providerId="ADAL" clId="{0A034640-45D1-5F4D-BEC0-1A6B369E60FE}" dt="2026-03-25T18:42:06.728" v="745"/>
        <pc:sldMkLst>
          <pc:docMk/>
          <pc:sldMk cId="0" sldId="268"/>
        </pc:sldMkLst>
      </pc:sldChg>
      <pc:sldChg chg="add del">
        <pc:chgData name="Donald Ferguson" userId="d9cfb872-1f13-4322-b8de-11a4145bf6e2" providerId="ADAL" clId="{0A034640-45D1-5F4D-BEC0-1A6B369E60FE}" dt="2026-03-25T18:42:06.728" v="745"/>
        <pc:sldMkLst>
          <pc:docMk/>
          <pc:sldMk cId="0" sldId="270"/>
        </pc:sldMkLst>
      </pc:sldChg>
      <pc:sldChg chg="add del">
        <pc:chgData name="Donald Ferguson" userId="d9cfb872-1f13-4322-b8de-11a4145bf6e2" providerId="ADAL" clId="{0A034640-45D1-5F4D-BEC0-1A6B369E60FE}" dt="2026-03-25T18:42:06.728" v="745"/>
        <pc:sldMkLst>
          <pc:docMk/>
          <pc:sldMk cId="0" sldId="271"/>
        </pc:sldMkLst>
      </pc:sldChg>
      <pc:sldChg chg="add del">
        <pc:chgData name="Donald Ferguson" userId="d9cfb872-1f13-4322-b8de-11a4145bf6e2" providerId="ADAL" clId="{0A034640-45D1-5F4D-BEC0-1A6B369E60FE}" dt="2026-03-25T18:42:06.728" v="745"/>
        <pc:sldMkLst>
          <pc:docMk/>
          <pc:sldMk cId="0" sldId="272"/>
        </pc:sldMkLst>
      </pc:sldChg>
      <pc:sldChg chg="add del">
        <pc:chgData name="Donald Ferguson" userId="d9cfb872-1f13-4322-b8de-11a4145bf6e2" providerId="ADAL" clId="{0A034640-45D1-5F4D-BEC0-1A6B369E60FE}" dt="2026-03-25T18:42:06.728" v="745"/>
        <pc:sldMkLst>
          <pc:docMk/>
          <pc:sldMk cId="0" sldId="275"/>
        </pc:sldMkLst>
      </pc:sldChg>
      <pc:sldChg chg="add del">
        <pc:chgData name="Donald Ferguson" userId="d9cfb872-1f13-4322-b8de-11a4145bf6e2" providerId="ADAL" clId="{0A034640-45D1-5F4D-BEC0-1A6B369E60FE}" dt="2026-03-25T18:42:06.728" v="745"/>
        <pc:sldMkLst>
          <pc:docMk/>
          <pc:sldMk cId="2048114245" sldId="279"/>
        </pc:sldMkLst>
      </pc:sldChg>
      <pc:sldChg chg="add del">
        <pc:chgData name="Donald Ferguson" userId="d9cfb872-1f13-4322-b8de-11a4145bf6e2" providerId="ADAL" clId="{0A034640-45D1-5F4D-BEC0-1A6B369E60FE}" dt="2026-03-25T11:09:11.338" v="462" actId="2696"/>
        <pc:sldMkLst>
          <pc:docMk/>
          <pc:sldMk cId="0" sldId="282"/>
        </pc:sldMkLst>
      </pc:sldChg>
      <pc:sldChg chg="add del">
        <pc:chgData name="Donald Ferguson" userId="d9cfb872-1f13-4322-b8de-11a4145bf6e2" providerId="ADAL" clId="{0A034640-45D1-5F4D-BEC0-1A6B369E60FE}" dt="2026-03-25T11:09:11.249" v="451" actId="2696"/>
        <pc:sldMkLst>
          <pc:docMk/>
          <pc:sldMk cId="0" sldId="283"/>
        </pc:sldMkLst>
      </pc:sldChg>
      <pc:sldChg chg="add del">
        <pc:chgData name="Donald Ferguson" userId="d9cfb872-1f13-4322-b8de-11a4145bf6e2" providerId="ADAL" clId="{0A034640-45D1-5F4D-BEC0-1A6B369E60FE}" dt="2026-03-25T18:42:06.728" v="745"/>
        <pc:sldMkLst>
          <pc:docMk/>
          <pc:sldMk cId="0" sldId="284"/>
        </pc:sldMkLst>
      </pc:sldChg>
      <pc:sldChg chg="add del">
        <pc:chgData name="Donald Ferguson" userId="d9cfb872-1f13-4322-b8de-11a4145bf6e2" providerId="ADAL" clId="{0A034640-45D1-5F4D-BEC0-1A6B369E60FE}" dt="2026-03-25T18:42:06.728" v="745"/>
        <pc:sldMkLst>
          <pc:docMk/>
          <pc:sldMk cId="0" sldId="285"/>
        </pc:sldMkLst>
      </pc:sldChg>
      <pc:sldChg chg="add del">
        <pc:chgData name="Donald Ferguson" userId="d9cfb872-1f13-4322-b8de-11a4145bf6e2" providerId="ADAL" clId="{0A034640-45D1-5F4D-BEC0-1A6B369E60FE}" dt="2026-03-25T18:42:06.728" v="745"/>
        <pc:sldMkLst>
          <pc:docMk/>
          <pc:sldMk cId="0" sldId="287"/>
        </pc:sldMkLst>
      </pc:sldChg>
      <pc:sldChg chg="add del">
        <pc:chgData name="Donald Ferguson" userId="d9cfb872-1f13-4322-b8de-11a4145bf6e2" providerId="ADAL" clId="{0A034640-45D1-5F4D-BEC0-1A6B369E60FE}" dt="2026-03-25T18:42:06.728" v="745"/>
        <pc:sldMkLst>
          <pc:docMk/>
          <pc:sldMk cId="0" sldId="289"/>
        </pc:sldMkLst>
      </pc:sldChg>
      <pc:sldChg chg="add del">
        <pc:chgData name="Donald Ferguson" userId="d9cfb872-1f13-4322-b8de-11a4145bf6e2" providerId="ADAL" clId="{0A034640-45D1-5F4D-BEC0-1A6B369E60FE}" dt="2026-03-25T11:09:11.357" v="472" actId="2696"/>
        <pc:sldMkLst>
          <pc:docMk/>
          <pc:sldMk cId="0" sldId="290"/>
        </pc:sldMkLst>
      </pc:sldChg>
      <pc:sldChg chg="add del">
        <pc:chgData name="Donald Ferguson" userId="d9cfb872-1f13-4322-b8de-11a4145bf6e2" providerId="ADAL" clId="{0A034640-45D1-5F4D-BEC0-1A6B369E60FE}" dt="2026-03-25T18:42:06.728" v="745"/>
        <pc:sldMkLst>
          <pc:docMk/>
          <pc:sldMk cId="0" sldId="291"/>
        </pc:sldMkLst>
      </pc:sldChg>
      <pc:sldChg chg="add del">
        <pc:chgData name="Donald Ferguson" userId="d9cfb872-1f13-4322-b8de-11a4145bf6e2" providerId="ADAL" clId="{0A034640-45D1-5F4D-BEC0-1A6B369E60FE}" dt="2026-03-25T18:42:06.728" v="745"/>
        <pc:sldMkLst>
          <pc:docMk/>
          <pc:sldMk cId="0" sldId="292"/>
        </pc:sldMkLst>
      </pc:sldChg>
      <pc:sldChg chg="add del">
        <pc:chgData name="Donald Ferguson" userId="d9cfb872-1f13-4322-b8de-11a4145bf6e2" providerId="ADAL" clId="{0A034640-45D1-5F4D-BEC0-1A6B369E60FE}" dt="2026-03-25T18:42:06.728" v="745"/>
        <pc:sldMkLst>
          <pc:docMk/>
          <pc:sldMk cId="0" sldId="293"/>
        </pc:sldMkLst>
      </pc:sldChg>
      <pc:sldChg chg="add del">
        <pc:chgData name="Donald Ferguson" userId="d9cfb872-1f13-4322-b8de-11a4145bf6e2" providerId="ADAL" clId="{0A034640-45D1-5F4D-BEC0-1A6B369E60FE}" dt="2026-03-25T18:42:06.728" v="745"/>
        <pc:sldMkLst>
          <pc:docMk/>
          <pc:sldMk cId="0" sldId="294"/>
        </pc:sldMkLst>
      </pc:sldChg>
      <pc:sldChg chg="add del">
        <pc:chgData name="Donald Ferguson" userId="d9cfb872-1f13-4322-b8de-11a4145bf6e2" providerId="ADAL" clId="{0A034640-45D1-5F4D-BEC0-1A6B369E60FE}" dt="2026-03-25T18:42:06.728" v="745"/>
        <pc:sldMkLst>
          <pc:docMk/>
          <pc:sldMk cId="0" sldId="295"/>
        </pc:sldMkLst>
      </pc:sldChg>
      <pc:sldChg chg="add del">
        <pc:chgData name="Donald Ferguson" userId="d9cfb872-1f13-4322-b8de-11a4145bf6e2" providerId="ADAL" clId="{0A034640-45D1-5F4D-BEC0-1A6B369E60FE}" dt="2026-03-25T11:09:11.228" v="450" actId="2696"/>
        <pc:sldMkLst>
          <pc:docMk/>
          <pc:sldMk cId="0" sldId="296"/>
        </pc:sldMkLst>
      </pc:sldChg>
      <pc:sldChg chg="add del">
        <pc:chgData name="Donald Ferguson" userId="d9cfb872-1f13-4322-b8de-11a4145bf6e2" providerId="ADAL" clId="{0A034640-45D1-5F4D-BEC0-1A6B369E60FE}" dt="2026-03-25T11:09:11.384" v="476" actId="2696"/>
        <pc:sldMkLst>
          <pc:docMk/>
          <pc:sldMk cId="0" sldId="297"/>
        </pc:sldMkLst>
      </pc:sldChg>
      <pc:sldChg chg="add del">
        <pc:chgData name="Donald Ferguson" userId="d9cfb872-1f13-4322-b8de-11a4145bf6e2" providerId="ADAL" clId="{0A034640-45D1-5F4D-BEC0-1A6B369E60FE}" dt="2026-03-25T18:42:06.728" v="745"/>
        <pc:sldMkLst>
          <pc:docMk/>
          <pc:sldMk cId="0" sldId="301"/>
        </pc:sldMkLst>
      </pc:sldChg>
      <pc:sldChg chg="add del">
        <pc:chgData name="Donald Ferguson" userId="d9cfb872-1f13-4322-b8de-11a4145bf6e2" providerId="ADAL" clId="{0A034640-45D1-5F4D-BEC0-1A6B369E60FE}" dt="2026-03-25T18:42:06.728" v="745"/>
        <pc:sldMkLst>
          <pc:docMk/>
          <pc:sldMk cId="0" sldId="302"/>
        </pc:sldMkLst>
      </pc:sldChg>
      <pc:sldChg chg="add del">
        <pc:chgData name="Donald Ferguson" userId="d9cfb872-1f13-4322-b8de-11a4145bf6e2" providerId="ADAL" clId="{0A034640-45D1-5F4D-BEC0-1A6B369E60FE}" dt="2026-03-25T18:42:06.728" v="745"/>
        <pc:sldMkLst>
          <pc:docMk/>
          <pc:sldMk cId="0" sldId="305"/>
        </pc:sldMkLst>
      </pc:sldChg>
      <pc:sldChg chg="add del">
        <pc:chgData name="Donald Ferguson" userId="d9cfb872-1f13-4322-b8de-11a4145bf6e2" providerId="ADAL" clId="{0A034640-45D1-5F4D-BEC0-1A6B369E60FE}" dt="2026-03-25T18:42:06.728" v="745"/>
        <pc:sldMkLst>
          <pc:docMk/>
          <pc:sldMk cId="0" sldId="306"/>
        </pc:sldMkLst>
      </pc:sldChg>
      <pc:sldChg chg="add del">
        <pc:chgData name="Donald Ferguson" userId="d9cfb872-1f13-4322-b8de-11a4145bf6e2" providerId="ADAL" clId="{0A034640-45D1-5F4D-BEC0-1A6B369E60FE}" dt="2026-03-25T18:42:06.728" v="745"/>
        <pc:sldMkLst>
          <pc:docMk/>
          <pc:sldMk cId="0" sldId="335"/>
        </pc:sldMkLst>
      </pc:sldChg>
      <pc:sldChg chg="add del">
        <pc:chgData name="Donald Ferguson" userId="d9cfb872-1f13-4322-b8de-11a4145bf6e2" providerId="ADAL" clId="{0A034640-45D1-5F4D-BEC0-1A6B369E60FE}" dt="2026-03-25T18:42:06.728" v="745"/>
        <pc:sldMkLst>
          <pc:docMk/>
          <pc:sldMk cId="0" sldId="337"/>
        </pc:sldMkLst>
      </pc:sldChg>
      <pc:sldChg chg="add del">
        <pc:chgData name="Donald Ferguson" userId="d9cfb872-1f13-4322-b8de-11a4145bf6e2" providerId="ADAL" clId="{0A034640-45D1-5F4D-BEC0-1A6B369E60FE}" dt="2026-03-25T18:42:06.728" v="745"/>
        <pc:sldMkLst>
          <pc:docMk/>
          <pc:sldMk cId="0" sldId="338"/>
        </pc:sldMkLst>
      </pc:sldChg>
      <pc:sldChg chg="add del">
        <pc:chgData name="Donald Ferguson" userId="d9cfb872-1f13-4322-b8de-11a4145bf6e2" providerId="ADAL" clId="{0A034640-45D1-5F4D-BEC0-1A6B369E60FE}" dt="2026-03-25T18:42:06.728" v="745"/>
        <pc:sldMkLst>
          <pc:docMk/>
          <pc:sldMk cId="0" sldId="339"/>
        </pc:sldMkLst>
      </pc:sldChg>
      <pc:sldChg chg="add del">
        <pc:chgData name="Donald Ferguson" userId="d9cfb872-1f13-4322-b8de-11a4145bf6e2" providerId="ADAL" clId="{0A034640-45D1-5F4D-BEC0-1A6B369E60FE}" dt="2026-03-25T18:42:06.728" v="745"/>
        <pc:sldMkLst>
          <pc:docMk/>
          <pc:sldMk cId="0" sldId="340"/>
        </pc:sldMkLst>
      </pc:sldChg>
      <pc:sldChg chg="add del">
        <pc:chgData name="Donald Ferguson" userId="d9cfb872-1f13-4322-b8de-11a4145bf6e2" providerId="ADAL" clId="{0A034640-45D1-5F4D-BEC0-1A6B369E60FE}" dt="2026-03-25T18:42:06.728" v="745"/>
        <pc:sldMkLst>
          <pc:docMk/>
          <pc:sldMk cId="0" sldId="348"/>
        </pc:sldMkLst>
      </pc:sldChg>
      <pc:sldChg chg="add del">
        <pc:chgData name="Donald Ferguson" userId="d9cfb872-1f13-4322-b8de-11a4145bf6e2" providerId="ADAL" clId="{0A034640-45D1-5F4D-BEC0-1A6B369E60FE}" dt="2026-03-25T18:42:06.728" v="745"/>
        <pc:sldMkLst>
          <pc:docMk/>
          <pc:sldMk cId="0" sldId="350"/>
        </pc:sldMkLst>
      </pc:sldChg>
      <pc:sldChg chg="add del">
        <pc:chgData name="Donald Ferguson" userId="d9cfb872-1f13-4322-b8de-11a4145bf6e2" providerId="ADAL" clId="{0A034640-45D1-5F4D-BEC0-1A6B369E60FE}" dt="2026-03-25T18:42:06.728" v="745"/>
        <pc:sldMkLst>
          <pc:docMk/>
          <pc:sldMk cId="870827722" sldId="354"/>
        </pc:sldMkLst>
      </pc:sldChg>
      <pc:sldChg chg="add del">
        <pc:chgData name="Donald Ferguson" userId="d9cfb872-1f13-4322-b8de-11a4145bf6e2" providerId="ADAL" clId="{0A034640-45D1-5F4D-BEC0-1A6B369E60FE}" dt="2026-03-25T18:42:06.728" v="745"/>
        <pc:sldMkLst>
          <pc:docMk/>
          <pc:sldMk cId="194957261" sldId="365"/>
        </pc:sldMkLst>
      </pc:sldChg>
      <pc:sldChg chg="add del">
        <pc:chgData name="Donald Ferguson" userId="d9cfb872-1f13-4322-b8de-11a4145bf6e2" providerId="ADAL" clId="{0A034640-45D1-5F4D-BEC0-1A6B369E60FE}" dt="2026-03-25T18:35:38.057" v="735"/>
        <pc:sldMkLst>
          <pc:docMk/>
          <pc:sldMk cId="1303359075" sldId="374"/>
        </pc:sldMkLst>
      </pc:sldChg>
      <pc:sldChg chg="add del">
        <pc:chgData name="Donald Ferguson" userId="d9cfb872-1f13-4322-b8de-11a4145bf6e2" providerId="ADAL" clId="{0A034640-45D1-5F4D-BEC0-1A6B369E60FE}" dt="2026-03-25T18:35:38.057" v="735"/>
        <pc:sldMkLst>
          <pc:docMk/>
          <pc:sldMk cId="645107732" sldId="375"/>
        </pc:sldMkLst>
      </pc:sldChg>
      <pc:sldChg chg="add del mod modShow">
        <pc:chgData name="Donald Ferguson" userId="d9cfb872-1f13-4322-b8de-11a4145bf6e2" providerId="ADAL" clId="{0A034640-45D1-5F4D-BEC0-1A6B369E60FE}" dt="2026-03-25T18:36:29.388" v="737" actId="729"/>
        <pc:sldMkLst>
          <pc:docMk/>
          <pc:sldMk cId="1350061987" sldId="383"/>
        </pc:sldMkLst>
      </pc:sldChg>
      <pc:sldChg chg="add del">
        <pc:chgData name="Donald Ferguson" userId="d9cfb872-1f13-4322-b8de-11a4145bf6e2" providerId="ADAL" clId="{0A034640-45D1-5F4D-BEC0-1A6B369E60FE}" dt="2026-03-25T18:35:38.057" v="735"/>
        <pc:sldMkLst>
          <pc:docMk/>
          <pc:sldMk cId="954573125" sldId="384"/>
        </pc:sldMkLst>
      </pc:sldChg>
      <pc:sldChg chg="add del">
        <pc:chgData name="Donald Ferguson" userId="d9cfb872-1f13-4322-b8de-11a4145bf6e2" providerId="ADAL" clId="{0A034640-45D1-5F4D-BEC0-1A6B369E60FE}" dt="2026-03-25T18:35:38.057" v="735"/>
        <pc:sldMkLst>
          <pc:docMk/>
          <pc:sldMk cId="3908735996" sldId="385"/>
        </pc:sldMkLst>
      </pc:sldChg>
      <pc:sldChg chg="add del">
        <pc:chgData name="Donald Ferguson" userId="d9cfb872-1f13-4322-b8de-11a4145bf6e2" providerId="ADAL" clId="{0A034640-45D1-5F4D-BEC0-1A6B369E60FE}" dt="2026-03-25T18:35:38.057" v="735"/>
        <pc:sldMkLst>
          <pc:docMk/>
          <pc:sldMk cId="2447243163" sldId="386"/>
        </pc:sldMkLst>
      </pc:sldChg>
      <pc:sldChg chg="add del">
        <pc:chgData name="Donald Ferguson" userId="d9cfb872-1f13-4322-b8de-11a4145bf6e2" providerId="ADAL" clId="{0A034640-45D1-5F4D-BEC0-1A6B369E60FE}" dt="2026-03-25T18:35:38.057" v="735"/>
        <pc:sldMkLst>
          <pc:docMk/>
          <pc:sldMk cId="788081533" sldId="389"/>
        </pc:sldMkLst>
      </pc:sldChg>
      <pc:sldChg chg="add del">
        <pc:chgData name="Donald Ferguson" userId="d9cfb872-1f13-4322-b8de-11a4145bf6e2" providerId="ADAL" clId="{0A034640-45D1-5F4D-BEC0-1A6B369E60FE}" dt="2026-03-25T18:35:38.057" v="735"/>
        <pc:sldMkLst>
          <pc:docMk/>
          <pc:sldMk cId="4180939722" sldId="390"/>
        </pc:sldMkLst>
      </pc:sldChg>
      <pc:sldChg chg="add del">
        <pc:chgData name="Donald Ferguson" userId="d9cfb872-1f13-4322-b8de-11a4145bf6e2" providerId="ADAL" clId="{0A034640-45D1-5F4D-BEC0-1A6B369E60FE}" dt="2026-03-25T11:09:11.336" v="459" actId="2696"/>
        <pc:sldMkLst>
          <pc:docMk/>
          <pc:sldMk cId="0" sldId="396"/>
        </pc:sldMkLst>
      </pc:sldChg>
      <pc:sldChg chg="add del">
        <pc:chgData name="Donald Ferguson" userId="d9cfb872-1f13-4322-b8de-11a4145bf6e2" providerId="ADAL" clId="{0A034640-45D1-5F4D-BEC0-1A6B369E60FE}" dt="2026-03-25T11:56:23.535" v="718"/>
        <pc:sldMkLst>
          <pc:docMk/>
          <pc:sldMk cId="1491691578" sldId="400"/>
        </pc:sldMkLst>
      </pc:sldChg>
      <pc:sldChg chg="add del">
        <pc:chgData name="Donald Ferguson" userId="d9cfb872-1f13-4322-b8de-11a4145bf6e2" providerId="ADAL" clId="{0A034640-45D1-5F4D-BEC0-1A6B369E60FE}" dt="2026-03-25T11:56:23.535" v="718"/>
        <pc:sldMkLst>
          <pc:docMk/>
          <pc:sldMk cId="540650768" sldId="401"/>
        </pc:sldMkLst>
      </pc:sldChg>
      <pc:sldChg chg="add del">
        <pc:chgData name="Donald Ferguson" userId="d9cfb872-1f13-4322-b8de-11a4145bf6e2" providerId="ADAL" clId="{0A034640-45D1-5F4D-BEC0-1A6B369E60FE}" dt="2026-03-25T11:56:23.535" v="718"/>
        <pc:sldMkLst>
          <pc:docMk/>
          <pc:sldMk cId="3565740965" sldId="402"/>
        </pc:sldMkLst>
      </pc:sldChg>
      <pc:sldChg chg="add del">
        <pc:chgData name="Donald Ferguson" userId="d9cfb872-1f13-4322-b8de-11a4145bf6e2" providerId="ADAL" clId="{0A034640-45D1-5F4D-BEC0-1A6B369E60FE}" dt="2026-03-25T11:09:11.147" v="432" actId="2696"/>
        <pc:sldMkLst>
          <pc:docMk/>
          <pc:sldMk cId="0" sldId="407"/>
        </pc:sldMkLst>
      </pc:sldChg>
      <pc:sldChg chg="add del">
        <pc:chgData name="Donald Ferguson" userId="d9cfb872-1f13-4322-b8de-11a4145bf6e2" providerId="ADAL" clId="{0A034640-45D1-5F4D-BEC0-1A6B369E60FE}" dt="2026-03-25T11:56:23.535" v="718"/>
        <pc:sldMkLst>
          <pc:docMk/>
          <pc:sldMk cId="873671395" sldId="411"/>
        </pc:sldMkLst>
      </pc:sldChg>
      <pc:sldChg chg="add del">
        <pc:chgData name="Donald Ferguson" userId="d9cfb872-1f13-4322-b8de-11a4145bf6e2" providerId="ADAL" clId="{0A034640-45D1-5F4D-BEC0-1A6B369E60FE}" dt="2026-03-25T11:09:11.223" v="448" actId="2696"/>
        <pc:sldMkLst>
          <pc:docMk/>
          <pc:sldMk cId="2631135220" sldId="417"/>
        </pc:sldMkLst>
      </pc:sldChg>
      <pc:sldChg chg="add del">
        <pc:chgData name="Donald Ferguson" userId="d9cfb872-1f13-4322-b8de-11a4145bf6e2" providerId="ADAL" clId="{0A034640-45D1-5F4D-BEC0-1A6B369E60FE}" dt="2026-03-25T11:09:11.271" v="453" actId="2696"/>
        <pc:sldMkLst>
          <pc:docMk/>
          <pc:sldMk cId="3004131514" sldId="420"/>
        </pc:sldMkLst>
      </pc:sldChg>
      <pc:sldChg chg="add del">
        <pc:chgData name="Donald Ferguson" userId="d9cfb872-1f13-4322-b8de-11a4145bf6e2" providerId="ADAL" clId="{0A034640-45D1-5F4D-BEC0-1A6B369E60FE}" dt="2026-03-25T11:09:11.271" v="452" actId="2696"/>
        <pc:sldMkLst>
          <pc:docMk/>
          <pc:sldMk cId="285682496" sldId="422"/>
        </pc:sldMkLst>
      </pc:sldChg>
      <pc:sldChg chg="add del">
        <pc:chgData name="Donald Ferguson" userId="d9cfb872-1f13-4322-b8de-11a4145bf6e2" providerId="ADAL" clId="{0A034640-45D1-5F4D-BEC0-1A6B369E60FE}" dt="2026-03-25T11:09:11.199" v="444" actId="2696"/>
        <pc:sldMkLst>
          <pc:docMk/>
          <pc:sldMk cId="1843755185" sldId="423"/>
        </pc:sldMkLst>
      </pc:sldChg>
      <pc:sldChg chg="add del">
        <pc:chgData name="Donald Ferguson" userId="d9cfb872-1f13-4322-b8de-11a4145bf6e2" providerId="ADAL" clId="{0A034640-45D1-5F4D-BEC0-1A6B369E60FE}" dt="2026-03-25T11:09:11.378" v="473" actId="2696"/>
        <pc:sldMkLst>
          <pc:docMk/>
          <pc:sldMk cId="2211644" sldId="424"/>
        </pc:sldMkLst>
      </pc:sldChg>
      <pc:sldChg chg="add del">
        <pc:chgData name="Donald Ferguson" userId="d9cfb872-1f13-4322-b8de-11a4145bf6e2" providerId="ADAL" clId="{0A034640-45D1-5F4D-BEC0-1A6B369E60FE}" dt="2026-03-25T11:09:11.339" v="465" actId="2696"/>
        <pc:sldMkLst>
          <pc:docMk/>
          <pc:sldMk cId="1396972418" sldId="425"/>
        </pc:sldMkLst>
      </pc:sldChg>
      <pc:sldChg chg="add del">
        <pc:chgData name="Donald Ferguson" userId="d9cfb872-1f13-4322-b8de-11a4145bf6e2" providerId="ADAL" clId="{0A034640-45D1-5F4D-BEC0-1A6B369E60FE}" dt="2026-03-25T11:09:11.147" v="431" actId="2696"/>
        <pc:sldMkLst>
          <pc:docMk/>
          <pc:sldMk cId="2939051124" sldId="426"/>
        </pc:sldMkLst>
      </pc:sldChg>
      <pc:sldChg chg="add del">
        <pc:chgData name="Donald Ferguson" userId="d9cfb872-1f13-4322-b8de-11a4145bf6e2" providerId="ADAL" clId="{0A034640-45D1-5F4D-BEC0-1A6B369E60FE}" dt="2026-03-25T11:09:11.346" v="470" actId="2696"/>
        <pc:sldMkLst>
          <pc:docMk/>
          <pc:sldMk cId="3567220658" sldId="427"/>
        </pc:sldMkLst>
      </pc:sldChg>
      <pc:sldChg chg="add del">
        <pc:chgData name="Donald Ferguson" userId="d9cfb872-1f13-4322-b8de-11a4145bf6e2" providerId="ADAL" clId="{0A034640-45D1-5F4D-BEC0-1A6B369E60FE}" dt="2026-03-25T11:56:23.535" v="718"/>
        <pc:sldMkLst>
          <pc:docMk/>
          <pc:sldMk cId="1121299185" sldId="428"/>
        </pc:sldMkLst>
      </pc:sldChg>
      <pc:sldChg chg="add del">
        <pc:chgData name="Donald Ferguson" userId="d9cfb872-1f13-4322-b8de-11a4145bf6e2" providerId="ADAL" clId="{0A034640-45D1-5F4D-BEC0-1A6B369E60FE}" dt="2026-03-25T11:09:11.177" v="441" actId="2696"/>
        <pc:sldMkLst>
          <pc:docMk/>
          <pc:sldMk cId="837272143" sldId="429"/>
        </pc:sldMkLst>
      </pc:sldChg>
      <pc:sldChg chg="add del">
        <pc:chgData name="Donald Ferguson" userId="d9cfb872-1f13-4322-b8de-11a4145bf6e2" providerId="ADAL" clId="{0A034640-45D1-5F4D-BEC0-1A6B369E60FE}" dt="2026-03-25T11:56:23.535" v="718"/>
        <pc:sldMkLst>
          <pc:docMk/>
          <pc:sldMk cId="879098523" sldId="432"/>
        </pc:sldMkLst>
      </pc:sldChg>
      <pc:sldChg chg="add del">
        <pc:chgData name="Donald Ferguson" userId="d9cfb872-1f13-4322-b8de-11a4145bf6e2" providerId="ADAL" clId="{0A034640-45D1-5F4D-BEC0-1A6B369E60FE}" dt="2026-03-25T11:09:11.384" v="477" actId="2696"/>
        <pc:sldMkLst>
          <pc:docMk/>
          <pc:sldMk cId="3815492777" sldId="433"/>
        </pc:sldMkLst>
      </pc:sldChg>
      <pc:sldChg chg="add del">
        <pc:chgData name="Donald Ferguson" userId="d9cfb872-1f13-4322-b8de-11a4145bf6e2" providerId="ADAL" clId="{0A034640-45D1-5F4D-BEC0-1A6B369E60FE}" dt="2026-03-25T18:35:38.057" v="735"/>
        <pc:sldMkLst>
          <pc:docMk/>
          <pc:sldMk cId="3935389126" sldId="456"/>
        </pc:sldMkLst>
      </pc:sldChg>
      <pc:sldChg chg="add del">
        <pc:chgData name="Donald Ferguson" userId="d9cfb872-1f13-4322-b8de-11a4145bf6e2" providerId="ADAL" clId="{0A034640-45D1-5F4D-BEC0-1A6B369E60FE}" dt="2026-03-25T18:35:38.057" v="735"/>
        <pc:sldMkLst>
          <pc:docMk/>
          <pc:sldMk cId="3223142740" sldId="457"/>
        </pc:sldMkLst>
      </pc:sldChg>
      <pc:sldChg chg="add del mod modShow">
        <pc:chgData name="Donald Ferguson" userId="d9cfb872-1f13-4322-b8de-11a4145bf6e2" providerId="ADAL" clId="{0A034640-45D1-5F4D-BEC0-1A6B369E60FE}" dt="2026-03-25T18:36:08.946" v="736" actId="729"/>
        <pc:sldMkLst>
          <pc:docMk/>
          <pc:sldMk cId="1559976431" sldId="466"/>
        </pc:sldMkLst>
      </pc:sldChg>
      <pc:sldChg chg="add del">
        <pc:chgData name="Donald Ferguson" userId="d9cfb872-1f13-4322-b8de-11a4145bf6e2" providerId="ADAL" clId="{0A034640-45D1-5F4D-BEC0-1A6B369E60FE}" dt="2026-03-25T18:35:38.057" v="735"/>
        <pc:sldMkLst>
          <pc:docMk/>
          <pc:sldMk cId="2270622266" sldId="473"/>
        </pc:sldMkLst>
      </pc:sldChg>
      <pc:sldChg chg="addSp modSp add del mod modClrScheme chgLayout">
        <pc:chgData name="Donald Ferguson" userId="d9cfb872-1f13-4322-b8de-11a4145bf6e2" providerId="ADAL" clId="{0A034640-45D1-5F4D-BEC0-1A6B369E60FE}" dt="2026-03-25T11:09:11.149" v="434" actId="2696"/>
        <pc:sldMkLst>
          <pc:docMk/>
          <pc:sldMk cId="2105659510" sldId="478"/>
        </pc:sldMkLst>
      </pc:sldChg>
      <pc:sldChg chg="addSp delSp modSp add del mod modClrScheme chgLayout">
        <pc:chgData name="Donald Ferguson" userId="d9cfb872-1f13-4322-b8de-11a4145bf6e2" providerId="ADAL" clId="{0A034640-45D1-5F4D-BEC0-1A6B369E60FE}" dt="2026-03-25T11:09:11.347" v="471" actId="2696"/>
        <pc:sldMkLst>
          <pc:docMk/>
          <pc:sldMk cId="3445521953" sldId="480"/>
        </pc:sldMkLst>
      </pc:sldChg>
      <pc:sldChg chg="addSp delSp modSp add del mod modClrScheme chgLayout">
        <pc:chgData name="Donald Ferguson" userId="d9cfb872-1f13-4322-b8de-11a4145bf6e2" providerId="ADAL" clId="{0A034640-45D1-5F4D-BEC0-1A6B369E60FE}" dt="2026-03-25T11:14:16.694" v="601" actId="20577"/>
        <pc:sldMkLst>
          <pc:docMk/>
          <pc:sldMk cId="49025940" sldId="482"/>
        </pc:sldMkLst>
        <pc:spChg chg="add del mod ord">
          <ac:chgData name="Donald Ferguson" userId="d9cfb872-1f13-4322-b8de-11a4145bf6e2" providerId="ADAL" clId="{0A034640-45D1-5F4D-BEC0-1A6B369E60FE}" dt="2026-03-25T11:13:29.713" v="515" actId="478"/>
          <ac:spMkLst>
            <pc:docMk/>
            <pc:sldMk cId="49025940" sldId="482"/>
            <ac:spMk id="2" creationId="{7734EAFF-57C9-AD73-7B0B-F4DBECEB726F}"/>
          </ac:spMkLst>
        </pc:spChg>
        <pc:spChg chg="mod">
          <ac:chgData name="Donald Ferguson" userId="d9cfb872-1f13-4322-b8de-11a4145bf6e2" providerId="ADAL" clId="{0A034640-45D1-5F4D-BEC0-1A6B369E60FE}" dt="2026-03-25T11:14:16.694" v="601" actId="20577"/>
          <ac:spMkLst>
            <pc:docMk/>
            <pc:sldMk cId="49025940" sldId="482"/>
            <ac:spMk id="3" creationId="{00000000-0000-0000-0000-000000000000}"/>
          </ac:spMkLst>
        </pc:spChg>
        <pc:spChg chg="mod">
          <ac:chgData name="Donald Ferguson" userId="d9cfb872-1f13-4322-b8de-11a4145bf6e2" providerId="ADAL" clId="{0A034640-45D1-5F4D-BEC0-1A6B369E60FE}" dt="2026-03-25T11:13:12.364" v="511" actId="14100"/>
          <ac:spMkLst>
            <pc:docMk/>
            <pc:sldMk cId="49025940" sldId="482"/>
            <ac:spMk id="6" creationId="{00000000-0000-0000-0000-000000000000}"/>
          </ac:spMkLst>
        </pc:spChg>
        <pc:spChg chg="add mod">
          <ac:chgData name="Donald Ferguson" userId="d9cfb872-1f13-4322-b8de-11a4145bf6e2" providerId="ADAL" clId="{0A034640-45D1-5F4D-BEC0-1A6B369E60FE}" dt="2026-03-25T11:13:26.545" v="514" actId="14100"/>
          <ac:spMkLst>
            <pc:docMk/>
            <pc:sldMk cId="49025940" sldId="482"/>
            <ac:spMk id="7" creationId="{57CCBA3C-097E-85CE-E95E-084867AF1F8F}"/>
          </ac:spMkLst>
        </pc:spChg>
        <pc:spChg chg="mod">
          <ac:chgData name="Donald Ferguson" userId="d9cfb872-1f13-4322-b8de-11a4145bf6e2" providerId="ADAL" clId="{0A034640-45D1-5F4D-BEC0-1A6B369E60FE}" dt="2026-03-25T11:13:41.863" v="533" actId="20577"/>
          <ac:spMkLst>
            <pc:docMk/>
            <pc:sldMk cId="49025940" sldId="482"/>
            <ac:spMk id="8" creationId="{00000000-0000-0000-0000-000000000000}"/>
          </ac:spMkLst>
        </pc:spChg>
      </pc:sldChg>
      <pc:sldChg chg="addSp delSp modSp add del mod modClrScheme chgLayout">
        <pc:chgData name="Donald Ferguson" userId="d9cfb872-1f13-4322-b8de-11a4145bf6e2" providerId="ADAL" clId="{0A034640-45D1-5F4D-BEC0-1A6B369E60FE}" dt="2026-03-25T11:09:11.201" v="446" actId="2696"/>
        <pc:sldMkLst>
          <pc:docMk/>
          <pc:sldMk cId="991604956" sldId="486"/>
        </pc:sldMkLst>
      </pc:sldChg>
      <pc:sldChg chg="addSp delSp modSp add del mod modClrScheme chgLayout">
        <pc:chgData name="Donald Ferguson" userId="d9cfb872-1f13-4322-b8de-11a4145bf6e2" providerId="ADAL" clId="{0A034640-45D1-5F4D-BEC0-1A6B369E60FE}" dt="2026-03-25T11:09:11.337" v="460" actId="2696"/>
        <pc:sldMkLst>
          <pc:docMk/>
          <pc:sldMk cId="1017028304" sldId="487"/>
        </pc:sldMkLst>
      </pc:sldChg>
      <pc:sldChg chg="addSp delSp modSp add del mod modClrScheme chgLayout">
        <pc:chgData name="Donald Ferguson" userId="d9cfb872-1f13-4322-b8de-11a4145bf6e2" providerId="ADAL" clId="{0A034640-45D1-5F4D-BEC0-1A6B369E60FE}" dt="2026-03-25T11:09:11.380" v="475" actId="2696"/>
        <pc:sldMkLst>
          <pc:docMk/>
          <pc:sldMk cId="1594527810" sldId="491"/>
        </pc:sldMkLst>
      </pc:sldChg>
      <pc:sldChg chg="modSp add del mod modClrScheme chgLayout">
        <pc:chgData name="Donald Ferguson" userId="d9cfb872-1f13-4322-b8de-11a4145bf6e2" providerId="ADAL" clId="{0A034640-45D1-5F4D-BEC0-1A6B369E60FE}" dt="2026-03-25T11:09:11.297" v="456" actId="2696"/>
        <pc:sldMkLst>
          <pc:docMk/>
          <pc:sldMk cId="2301076509" sldId="494"/>
        </pc:sldMkLst>
      </pc:sldChg>
      <pc:sldChg chg="modSp add del mod modClrScheme chgLayout">
        <pc:chgData name="Donald Ferguson" userId="d9cfb872-1f13-4322-b8de-11a4145bf6e2" providerId="ADAL" clId="{0A034640-45D1-5F4D-BEC0-1A6B369E60FE}" dt="2026-03-25T11:09:11.201" v="447" actId="2696"/>
        <pc:sldMkLst>
          <pc:docMk/>
          <pc:sldMk cId="1111065958" sldId="496"/>
        </pc:sldMkLst>
      </pc:sldChg>
      <pc:sldChg chg="modSp add del mod modClrScheme chgLayout">
        <pc:chgData name="Donald Ferguson" userId="d9cfb872-1f13-4322-b8de-11a4145bf6e2" providerId="ADAL" clId="{0A034640-45D1-5F4D-BEC0-1A6B369E60FE}" dt="2026-03-25T11:09:11.337" v="461" actId="2696"/>
        <pc:sldMkLst>
          <pc:docMk/>
          <pc:sldMk cId="3919506870" sldId="497"/>
        </pc:sldMkLst>
      </pc:sldChg>
      <pc:sldChg chg="addSp delSp modSp add del mod modClrScheme chgLayout">
        <pc:chgData name="Donald Ferguson" userId="d9cfb872-1f13-4322-b8de-11a4145bf6e2" providerId="ADAL" clId="{0A034640-45D1-5F4D-BEC0-1A6B369E60FE}" dt="2026-03-25T11:09:11.298" v="458" actId="2696"/>
        <pc:sldMkLst>
          <pc:docMk/>
          <pc:sldMk cId="2587643590" sldId="498"/>
        </pc:sldMkLst>
      </pc:sldChg>
      <pc:sldChg chg="addSp delSp modSp add del mod modClrScheme chgLayout">
        <pc:chgData name="Donald Ferguson" userId="d9cfb872-1f13-4322-b8de-11a4145bf6e2" providerId="ADAL" clId="{0A034640-45D1-5F4D-BEC0-1A6B369E60FE}" dt="2026-03-25T11:09:11.148" v="433" actId="2696"/>
        <pc:sldMkLst>
          <pc:docMk/>
          <pc:sldMk cId="3510932304" sldId="499"/>
        </pc:sldMkLst>
      </pc:sldChg>
      <pc:sldChg chg="modSp add del mod modClrScheme chgLayout">
        <pc:chgData name="Donald Ferguson" userId="d9cfb872-1f13-4322-b8de-11a4145bf6e2" providerId="ADAL" clId="{0A034640-45D1-5F4D-BEC0-1A6B369E60FE}" dt="2026-03-25T11:09:11.296" v="455" actId="2696"/>
        <pc:sldMkLst>
          <pc:docMk/>
          <pc:sldMk cId="2213778314" sldId="500"/>
        </pc:sldMkLst>
      </pc:sldChg>
      <pc:sldChg chg="modSp add del mod modClrScheme chgLayout">
        <pc:chgData name="Donald Ferguson" userId="d9cfb872-1f13-4322-b8de-11a4145bf6e2" providerId="ADAL" clId="{0A034640-45D1-5F4D-BEC0-1A6B369E60FE}" dt="2026-03-25T11:09:11.379" v="474" actId="2696"/>
        <pc:sldMkLst>
          <pc:docMk/>
          <pc:sldMk cId="717683375" sldId="501"/>
        </pc:sldMkLst>
      </pc:sldChg>
      <pc:sldChg chg="modSp add del mod modClrScheme chgLayout">
        <pc:chgData name="Donald Ferguson" userId="d9cfb872-1f13-4322-b8de-11a4145bf6e2" providerId="ADAL" clId="{0A034640-45D1-5F4D-BEC0-1A6B369E60FE}" dt="2026-03-25T11:09:11.155" v="438" actId="2696"/>
        <pc:sldMkLst>
          <pc:docMk/>
          <pc:sldMk cId="338669328" sldId="504"/>
        </pc:sldMkLst>
      </pc:sldChg>
      <pc:sldChg chg="modSp add del mod modClrScheme chgLayout">
        <pc:chgData name="Donald Ferguson" userId="d9cfb872-1f13-4322-b8de-11a4145bf6e2" providerId="ADAL" clId="{0A034640-45D1-5F4D-BEC0-1A6B369E60FE}" dt="2026-03-25T11:56:55.399" v="720" actId="700"/>
        <pc:sldMkLst>
          <pc:docMk/>
          <pc:sldMk cId="4224925724" sldId="519"/>
        </pc:sldMkLst>
        <pc:spChg chg="mod ord">
          <ac:chgData name="Donald Ferguson" userId="d9cfb872-1f13-4322-b8de-11a4145bf6e2" providerId="ADAL" clId="{0A034640-45D1-5F4D-BEC0-1A6B369E60FE}" dt="2026-03-25T11:56:55.399" v="720" actId="700"/>
          <ac:spMkLst>
            <pc:docMk/>
            <pc:sldMk cId="4224925724" sldId="519"/>
            <ac:spMk id="2" creationId="{5E8D65D4-44EC-13DC-C2F2-19FD233C6C4D}"/>
          </ac:spMkLst>
        </pc:spChg>
        <pc:spChg chg="mod ord">
          <ac:chgData name="Donald Ferguson" userId="d9cfb872-1f13-4322-b8de-11a4145bf6e2" providerId="ADAL" clId="{0A034640-45D1-5F4D-BEC0-1A6B369E60FE}" dt="2026-03-25T11:56:55.399" v="720" actId="700"/>
          <ac:spMkLst>
            <pc:docMk/>
            <pc:sldMk cId="4224925724" sldId="519"/>
            <ac:spMk id="4" creationId="{F7B9CF7B-69E8-9C53-A208-D6BA0D6CD47B}"/>
          </ac:spMkLst>
        </pc:spChg>
      </pc:sldChg>
      <pc:sldChg chg="modSp add del mod modClrScheme chgLayout">
        <pc:chgData name="Donald Ferguson" userId="d9cfb872-1f13-4322-b8de-11a4145bf6e2" providerId="ADAL" clId="{0A034640-45D1-5F4D-BEC0-1A6B369E60FE}" dt="2026-03-25T11:58:09.359" v="721" actId="700"/>
        <pc:sldMkLst>
          <pc:docMk/>
          <pc:sldMk cId="3482732187" sldId="520"/>
        </pc:sldMkLst>
        <pc:spChg chg="mod ord">
          <ac:chgData name="Donald Ferguson" userId="d9cfb872-1f13-4322-b8de-11a4145bf6e2" providerId="ADAL" clId="{0A034640-45D1-5F4D-BEC0-1A6B369E60FE}" dt="2026-03-25T11:58:09.359" v="721" actId="700"/>
          <ac:spMkLst>
            <pc:docMk/>
            <pc:sldMk cId="3482732187" sldId="520"/>
            <ac:spMk id="2" creationId="{BF9D060D-FF0C-00C9-6B55-EA8F2640BFEB}"/>
          </ac:spMkLst>
        </pc:spChg>
        <pc:spChg chg="mod ord">
          <ac:chgData name="Donald Ferguson" userId="d9cfb872-1f13-4322-b8de-11a4145bf6e2" providerId="ADAL" clId="{0A034640-45D1-5F4D-BEC0-1A6B369E60FE}" dt="2026-03-25T11:58:09.359" v="721" actId="700"/>
          <ac:spMkLst>
            <pc:docMk/>
            <pc:sldMk cId="3482732187" sldId="520"/>
            <ac:spMk id="3" creationId="{ECA426CE-1BF4-1362-18BC-8FA4DFB6F727}"/>
          </ac:spMkLst>
        </pc:spChg>
      </pc:sldChg>
      <pc:sldChg chg="modSp add del mod modClrScheme chgLayout">
        <pc:chgData name="Donald Ferguson" userId="d9cfb872-1f13-4322-b8de-11a4145bf6e2" providerId="ADAL" clId="{0A034640-45D1-5F4D-BEC0-1A6B369E60FE}" dt="2026-03-25T12:44:04.778" v="722" actId="700"/>
        <pc:sldMkLst>
          <pc:docMk/>
          <pc:sldMk cId="705829511" sldId="522"/>
        </pc:sldMkLst>
        <pc:spChg chg="mod ord">
          <ac:chgData name="Donald Ferguson" userId="d9cfb872-1f13-4322-b8de-11a4145bf6e2" providerId="ADAL" clId="{0A034640-45D1-5F4D-BEC0-1A6B369E60FE}" dt="2026-03-25T12:44:04.778" v="722" actId="700"/>
          <ac:spMkLst>
            <pc:docMk/>
            <pc:sldMk cId="705829511" sldId="522"/>
            <ac:spMk id="2" creationId="{32B15254-9974-F127-E9FB-04CFBC85B53A}"/>
          </ac:spMkLst>
        </pc:spChg>
        <pc:spChg chg="mod ord">
          <ac:chgData name="Donald Ferguson" userId="d9cfb872-1f13-4322-b8de-11a4145bf6e2" providerId="ADAL" clId="{0A034640-45D1-5F4D-BEC0-1A6B369E60FE}" dt="2026-03-25T12:44:04.778" v="722" actId="700"/>
          <ac:spMkLst>
            <pc:docMk/>
            <pc:sldMk cId="705829511" sldId="522"/>
            <ac:spMk id="3" creationId="{EF0FD6B9-6211-35C0-2CA5-0F6B4E8A2F13}"/>
          </ac:spMkLst>
        </pc:spChg>
      </pc:sldChg>
      <pc:sldChg chg="modSp add del mod modClrScheme chgLayout">
        <pc:chgData name="Donald Ferguson" userId="d9cfb872-1f13-4322-b8de-11a4145bf6e2" providerId="ADAL" clId="{0A034640-45D1-5F4D-BEC0-1A6B369E60FE}" dt="2026-03-25T11:09:11.155" v="439" actId="2696"/>
        <pc:sldMkLst>
          <pc:docMk/>
          <pc:sldMk cId="3306743092" sldId="547"/>
        </pc:sldMkLst>
      </pc:sldChg>
      <pc:sldChg chg="modSp add del mod modClrScheme chgLayout">
        <pc:chgData name="Donald Ferguson" userId="d9cfb872-1f13-4322-b8de-11a4145bf6e2" providerId="ADAL" clId="{0A034640-45D1-5F4D-BEC0-1A6B369E60FE}" dt="2026-03-25T11:09:11.340" v="467" actId="2696"/>
        <pc:sldMkLst>
          <pc:docMk/>
          <pc:sldMk cId="14132519" sldId="548"/>
        </pc:sldMkLst>
      </pc:sldChg>
      <pc:sldChg chg="add del">
        <pc:chgData name="Donald Ferguson" userId="d9cfb872-1f13-4322-b8de-11a4145bf6e2" providerId="ADAL" clId="{0A034640-45D1-5F4D-BEC0-1A6B369E60FE}" dt="2026-03-25T18:35:38.057" v="735"/>
        <pc:sldMkLst>
          <pc:docMk/>
          <pc:sldMk cId="3016283828" sldId="551"/>
        </pc:sldMkLst>
      </pc:sldChg>
      <pc:sldChg chg="add del">
        <pc:chgData name="Donald Ferguson" userId="d9cfb872-1f13-4322-b8de-11a4145bf6e2" providerId="ADAL" clId="{0A034640-45D1-5F4D-BEC0-1A6B369E60FE}" dt="2026-03-25T18:35:38.057" v="735"/>
        <pc:sldMkLst>
          <pc:docMk/>
          <pc:sldMk cId="1438062754" sldId="552"/>
        </pc:sldMkLst>
      </pc:sldChg>
      <pc:sldChg chg="add del">
        <pc:chgData name="Donald Ferguson" userId="d9cfb872-1f13-4322-b8de-11a4145bf6e2" providerId="ADAL" clId="{0A034640-45D1-5F4D-BEC0-1A6B369E60FE}" dt="2026-03-25T18:35:38.057" v="735"/>
        <pc:sldMkLst>
          <pc:docMk/>
          <pc:sldMk cId="1287994713" sldId="553"/>
        </pc:sldMkLst>
      </pc:sldChg>
      <pc:sldChg chg="add del">
        <pc:chgData name="Donald Ferguson" userId="d9cfb872-1f13-4322-b8de-11a4145bf6e2" providerId="ADAL" clId="{0A034640-45D1-5F4D-BEC0-1A6B369E60FE}" dt="2026-03-25T18:35:38.057" v="735"/>
        <pc:sldMkLst>
          <pc:docMk/>
          <pc:sldMk cId="2533496554" sldId="561"/>
        </pc:sldMkLst>
      </pc:sldChg>
      <pc:sldChg chg="add del">
        <pc:chgData name="Donald Ferguson" userId="d9cfb872-1f13-4322-b8de-11a4145bf6e2" providerId="ADAL" clId="{0A034640-45D1-5F4D-BEC0-1A6B369E60FE}" dt="2026-03-25T18:35:38.057" v="735"/>
        <pc:sldMkLst>
          <pc:docMk/>
          <pc:sldMk cId="2362714194" sldId="562"/>
        </pc:sldMkLst>
      </pc:sldChg>
      <pc:sldChg chg="add del">
        <pc:chgData name="Donald Ferguson" userId="d9cfb872-1f13-4322-b8de-11a4145bf6e2" providerId="ADAL" clId="{0A034640-45D1-5F4D-BEC0-1A6B369E60FE}" dt="2026-03-25T18:35:38.057" v="735"/>
        <pc:sldMkLst>
          <pc:docMk/>
          <pc:sldMk cId="2569947415" sldId="563"/>
        </pc:sldMkLst>
      </pc:sldChg>
      <pc:sldChg chg="add del">
        <pc:chgData name="Donald Ferguson" userId="d9cfb872-1f13-4322-b8de-11a4145bf6e2" providerId="ADAL" clId="{0A034640-45D1-5F4D-BEC0-1A6B369E60FE}" dt="2026-03-25T18:35:38.057" v="735"/>
        <pc:sldMkLst>
          <pc:docMk/>
          <pc:sldMk cId="3771996313" sldId="565"/>
        </pc:sldMkLst>
      </pc:sldChg>
      <pc:sldChg chg="add del">
        <pc:chgData name="Donald Ferguson" userId="d9cfb872-1f13-4322-b8de-11a4145bf6e2" providerId="ADAL" clId="{0A034640-45D1-5F4D-BEC0-1A6B369E60FE}" dt="2026-03-25T18:35:38.057" v="735"/>
        <pc:sldMkLst>
          <pc:docMk/>
          <pc:sldMk cId="483046950" sldId="566"/>
        </pc:sldMkLst>
      </pc:sldChg>
      <pc:sldChg chg="modSp add del mod modClrScheme chgLayout">
        <pc:chgData name="Donald Ferguson" userId="d9cfb872-1f13-4322-b8de-11a4145bf6e2" providerId="ADAL" clId="{0A034640-45D1-5F4D-BEC0-1A6B369E60FE}" dt="2026-03-25T18:43:23.233" v="772" actId="700"/>
        <pc:sldMkLst>
          <pc:docMk/>
          <pc:sldMk cId="501631238" sldId="568"/>
        </pc:sldMkLst>
        <pc:spChg chg="mod ord">
          <ac:chgData name="Donald Ferguson" userId="d9cfb872-1f13-4322-b8de-11a4145bf6e2" providerId="ADAL" clId="{0A034640-45D1-5F4D-BEC0-1A6B369E60FE}" dt="2026-03-25T18:43:23.233" v="772" actId="700"/>
          <ac:spMkLst>
            <pc:docMk/>
            <pc:sldMk cId="501631238" sldId="568"/>
            <ac:spMk id="2" creationId="{00000000-0000-0000-0000-000000000000}"/>
          </ac:spMkLst>
        </pc:spChg>
        <pc:spChg chg="mod ord">
          <ac:chgData name="Donald Ferguson" userId="d9cfb872-1f13-4322-b8de-11a4145bf6e2" providerId="ADAL" clId="{0A034640-45D1-5F4D-BEC0-1A6B369E60FE}" dt="2026-03-25T18:43:23.233" v="772" actId="700"/>
          <ac:spMkLst>
            <pc:docMk/>
            <pc:sldMk cId="501631238" sldId="568"/>
            <ac:spMk id="3" creationId="{00000000-0000-0000-0000-000000000000}"/>
          </ac:spMkLst>
        </pc:spChg>
      </pc:sldChg>
      <pc:sldChg chg="addSp delSp modSp add del mod modClrScheme chgLayout">
        <pc:chgData name="Donald Ferguson" userId="d9cfb872-1f13-4322-b8de-11a4145bf6e2" providerId="ADAL" clId="{0A034640-45D1-5F4D-BEC0-1A6B369E60FE}" dt="2026-03-25T18:42:53.175" v="767" actId="478"/>
        <pc:sldMkLst>
          <pc:docMk/>
          <pc:sldMk cId="2802288334" sldId="573"/>
        </pc:sldMkLst>
        <pc:spChg chg="mod ord">
          <ac:chgData name="Donald Ferguson" userId="d9cfb872-1f13-4322-b8de-11a4145bf6e2" providerId="ADAL" clId="{0A034640-45D1-5F4D-BEC0-1A6B369E60FE}" dt="2026-03-25T18:42:49.685" v="766" actId="700"/>
          <ac:spMkLst>
            <pc:docMk/>
            <pc:sldMk cId="2802288334" sldId="573"/>
            <ac:spMk id="2" creationId="{00000000-0000-0000-0000-000000000000}"/>
          </ac:spMkLst>
        </pc:spChg>
        <pc:spChg chg="add del mod ord">
          <ac:chgData name="Donald Ferguson" userId="d9cfb872-1f13-4322-b8de-11a4145bf6e2" providerId="ADAL" clId="{0A034640-45D1-5F4D-BEC0-1A6B369E60FE}" dt="2026-03-25T18:42:53.175" v="767" actId="478"/>
          <ac:spMkLst>
            <pc:docMk/>
            <pc:sldMk cId="2802288334" sldId="573"/>
            <ac:spMk id="3" creationId="{96C01345-DDC8-7E45-8651-805364F2F5DB}"/>
          </ac:spMkLst>
        </pc:spChg>
      </pc:sldChg>
      <pc:sldChg chg="addSp delSp modSp add del mod modClrScheme chgLayout">
        <pc:chgData name="Donald Ferguson" userId="d9cfb872-1f13-4322-b8de-11a4145bf6e2" providerId="ADAL" clId="{0A034640-45D1-5F4D-BEC0-1A6B369E60FE}" dt="2026-03-25T18:36:52.322" v="739" actId="478"/>
        <pc:sldMkLst>
          <pc:docMk/>
          <pc:sldMk cId="2970662396" sldId="631"/>
        </pc:sldMkLst>
        <pc:spChg chg="mod ord">
          <ac:chgData name="Donald Ferguson" userId="d9cfb872-1f13-4322-b8de-11a4145bf6e2" providerId="ADAL" clId="{0A034640-45D1-5F4D-BEC0-1A6B369E60FE}" dt="2026-03-25T18:36:48.140" v="738" actId="700"/>
          <ac:spMkLst>
            <pc:docMk/>
            <pc:sldMk cId="2970662396" sldId="631"/>
            <ac:spMk id="2" creationId="{00000000-0000-0000-0000-000000000000}"/>
          </ac:spMkLst>
        </pc:spChg>
        <pc:spChg chg="add del mod ord">
          <ac:chgData name="Donald Ferguson" userId="d9cfb872-1f13-4322-b8de-11a4145bf6e2" providerId="ADAL" clId="{0A034640-45D1-5F4D-BEC0-1A6B369E60FE}" dt="2026-03-25T18:36:52.322" v="739" actId="478"/>
          <ac:spMkLst>
            <pc:docMk/>
            <pc:sldMk cId="2970662396" sldId="631"/>
            <ac:spMk id="3" creationId="{9340175F-2151-AA18-70C9-A42D2625DCA5}"/>
          </ac:spMkLst>
        </pc:spChg>
      </pc:sldChg>
      <pc:sldChg chg="modSp add del mod">
        <pc:chgData name="Donald Ferguson" userId="d9cfb872-1f13-4322-b8de-11a4145bf6e2" providerId="ADAL" clId="{0A034640-45D1-5F4D-BEC0-1A6B369E60FE}" dt="2026-03-25T18:57:33.135" v="974"/>
        <pc:sldMkLst>
          <pc:docMk/>
          <pc:sldMk cId="1112550771" sldId="632"/>
        </pc:sldMkLst>
        <pc:spChg chg="mod">
          <ac:chgData name="Donald Ferguson" userId="d9cfb872-1f13-4322-b8de-11a4145bf6e2" providerId="ADAL" clId="{0A034640-45D1-5F4D-BEC0-1A6B369E60FE}" dt="2026-03-25T18:57:33.135" v="974"/>
          <ac:spMkLst>
            <pc:docMk/>
            <pc:sldMk cId="1112550771" sldId="632"/>
            <ac:spMk id="8" creationId="{33DA582E-19EA-AD4E-9C58-1C4C48D5AC23}"/>
          </ac:spMkLst>
        </pc:spChg>
      </pc:sldChg>
      <pc:sldChg chg="add del">
        <pc:chgData name="Donald Ferguson" userId="d9cfb872-1f13-4322-b8de-11a4145bf6e2" providerId="ADAL" clId="{0A034640-45D1-5F4D-BEC0-1A6B369E60FE}" dt="2026-03-25T11:09:27.652" v="479" actId="2696"/>
        <pc:sldMkLst>
          <pc:docMk/>
          <pc:sldMk cId="1114968323" sldId="657"/>
        </pc:sldMkLst>
      </pc:sldChg>
      <pc:sldChg chg="add del">
        <pc:chgData name="Donald Ferguson" userId="d9cfb872-1f13-4322-b8de-11a4145bf6e2" providerId="ADAL" clId="{0A034640-45D1-5F4D-BEC0-1A6B369E60FE}" dt="2026-03-25T11:09:29.139" v="480" actId="2696"/>
        <pc:sldMkLst>
          <pc:docMk/>
          <pc:sldMk cId="2048641341" sldId="658"/>
        </pc:sldMkLst>
      </pc:sldChg>
      <pc:sldChg chg="add del">
        <pc:chgData name="Donald Ferguson" userId="d9cfb872-1f13-4322-b8de-11a4145bf6e2" providerId="ADAL" clId="{0A034640-45D1-5F4D-BEC0-1A6B369E60FE}" dt="2026-03-25T11:10:16.373" v="485" actId="2696"/>
        <pc:sldMkLst>
          <pc:docMk/>
          <pc:sldMk cId="831466135" sldId="659"/>
        </pc:sldMkLst>
      </pc:sldChg>
      <pc:sldChg chg="add del">
        <pc:chgData name="Donald Ferguson" userId="d9cfb872-1f13-4322-b8de-11a4145bf6e2" providerId="ADAL" clId="{0A034640-45D1-5F4D-BEC0-1A6B369E60FE}" dt="2026-03-25T11:10:16.375" v="486" actId="2696"/>
        <pc:sldMkLst>
          <pc:docMk/>
          <pc:sldMk cId="87343009" sldId="660"/>
        </pc:sldMkLst>
      </pc:sldChg>
      <pc:sldChg chg="modSp add del mod modClrScheme chgLayout">
        <pc:chgData name="Donald Ferguson" userId="d9cfb872-1f13-4322-b8de-11a4145bf6e2" providerId="ADAL" clId="{0A034640-45D1-5F4D-BEC0-1A6B369E60FE}" dt="2026-03-25T18:50:13.619" v="924" actId="700"/>
        <pc:sldMkLst>
          <pc:docMk/>
          <pc:sldMk cId="471427791" sldId="759"/>
        </pc:sldMkLst>
        <pc:spChg chg="mod ord">
          <ac:chgData name="Donald Ferguson" userId="d9cfb872-1f13-4322-b8de-11a4145bf6e2" providerId="ADAL" clId="{0A034640-45D1-5F4D-BEC0-1A6B369E60FE}" dt="2026-03-25T18:50:13.619" v="924" actId="700"/>
          <ac:spMkLst>
            <pc:docMk/>
            <pc:sldMk cId="471427791" sldId="759"/>
            <ac:spMk id="2" creationId="{00000000-0000-0000-0000-000000000000}"/>
          </ac:spMkLst>
        </pc:spChg>
        <pc:spChg chg="mod ord">
          <ac:chgData name="Donald Ferguson" userId="d9cfb872-1f13-4322-b8de-11a4145bf6e2" providerId="ADAL" clId="{0A034640-45D1-5F4D-BEC0-1A6B369E60FE}" dt="2026-03-25T18:50:13.619" v="924" actId="700"/>
          <ac:spMkLst>
            <pc:docMk/>
            <pc:sldMk cId="471427791" sldId="759"/>
            <ac:spMk id="3" creationId="{00000000-0000-0000-0000-000000000000}"/>
          </ac:spMkLst>
        </pc:spChg>
      </pc:sldChg>
      <pc:sldChg chg="addSp delSp modSp add del mod modClrScheme chgLayout">
        <pc:chgData name="Donald Ferguson" userId="d9cfb872-1f13-4322-b8de-11a4145bf6e2" providerId="ADAL" clId="{0A034640-45D1-5F4D-BEC0-1A6B369E60FE}" dt="2026-03-25T18:50:23.368" v="926" actId="478"/>
        <pc:sldMkLst>
          <pc:docMk/>
          <pc:sldMk cId="2636045979" sldId="760"/>
        </pc:sldMkLst>
        <pc:spChg chg="mod ord">
          <ac:chgData name="Donald Ferguson" userId="d9cfb872-1f13-4322-b8de-11a4145bf6e2" providerId="ADAL" clId="{0A034640-45D1-5F4D-BEC0-1A6B369E60FE}" dt="2026-03-25T18:50:19.772" v="925" actId="700"/>
          <ac:spMkLst>
            <pc:docMk/>
            <pc:sldMk cId="2636045979" sldId="760"/>
            <ac:spMk id="2" creationId="{00000000-0000-0000-0000-000000000000}"/>
          </ac:spMkLst>
        </pc:spChg>
        <pc:spChg chg="add del mod ord">
          <ac:chgData name="Donald Ferguson" userId="d9cfb872-1f13-4322-b8de-11a4145bf6e2" providerId="ADAL" clId="{0A034640-45D1-5F4D-BEC0-1A6B369E60FE}" dt="2026-03-25T18:50:23.368" v="926" actId="478"/>
          <ac:spMkLst>
            <pc:docMk/>
            <pc:sldMk cId="2636045979" sldId="760"/>
            <ac:spMk id="4" creationId="{A6FA3254-8C8D-8DC9-31F7-F0D0A5EADF1B}"/>
          </ac:spMkLst>
        </pc:spChg>
      </pc:sldChg>
      <pc:sldChg chg="addSp delSp modSp add del mod modClrScheme chgLayout">
        <pc:chgData name="Donald Ferguson" userId="d9cfb872-1f13-4322-b8de-11a4145bf6e2" providerId="ADAL" clId="{0A034640-45D1-5F4D-BEC0-1A6B369E60FE}" dt="2026-03-25T18:50:31.462" v="928" actId="478"/>
        <pc:sldMkLst>
          <pc:docMk/>
          <pc:sldMk cId="879866942" sldId="762"/>
        </pc:sldMkLst>
        <pc:spChg chg="mod ord">
          <ac:chgData name="Donald Ferguson" userId="d9cfb872-1f13-4322-b8de-11a4145bf6e2" providerId="ADAL" clId="{0A034640-45D1-5F4D-BEC0-1A6B369E60FE}" dt="2026-03-25T18:50:28.845" v="927" actId="700"/>
          <ac:spMkLst>
            <pc:docMk/>
            <pc:sldMk cId="879866942" sldId="762"/>
            <ac:spMk id="2" creationId="{00000000-0000-0000-0000-000000000000}"/>
          </ac:spMkLst>
        </pc:spChg>
        <pc:spChg chg="add del mod ord">
          <ac:chgData name="Donald Ferguson" userId="d9cfb872-1f13-4322-b8de-11a4145bf6e2" providerId="ADAL" clId="{0A034640-45D1-5F4D-BEC0-1A6B369E60FE}" dt="2026-03-25T18:50:31.462" v="928" actId="478"/>
          <ac:spMkLst>
            <pc:docMk/>
            <pc:sldMk cId="879866942" sldId="762"/>
            <ac:spMk id="3" creationId="{3FCFEDF2-FFE8-A390-8462-10D863D2457B}"/>
          </ac:spMkLst>
        </pc:spChg>
      </pc:sldChg>
      <pc:sldChg chg="modSp add del mod modClrScheme chgLayout">
        <pc:chgData name="Donald Ferguson" userId="d9cfb872-1f13-4322-b8de-11a4145bf6e2" providerId="ADAL" clId="{0A034640-45D1-5F4D-BEC0-1A6B369E60FE}" dt="2026-03-25T18:50:43.575" v="929" actId="700"/>
        <pc:sldMkLst>
          <pc:docMk/>
          <pc:sldMk cId="3545820152" sldId="763"/>
        </pc:sldMkLst>
        <pc:spChg chg="mod ord">
          <ac:chgData name="Donald Ferguson" userId="d9cfb872-1f13-4322-b8de-11a4145bf6e2" providerId="ADAL" clId="{0A034640-45D1-5F4D-BEC0-1A6B369E60FE}" dt="2026-03-25T18:50:43.575" v="929" actId="700"/>
          <ac:spMkLst>
            <pc:docMk/>
            <pc:sldMk cId="3545820152" sldId="763"/>
            <ac:spMk id="3" creationId="{00000000-0000-0000-0000-000000000000}"/>
          </ac:spMkLst>
        </pc:spChg>
        <pc:spChg chg="mod ord">
          <ac:chgData name="Donald Ferguson" userId="d9cfb872-1f13-4322-b8de-11a4145bf6e2" providerId="ADAL" clId="{0A034640-45D1-5F4D-BEC0-1A6B369E60FE}" dt="2026-03-25T18:50:43.575" v="929" actId="700"/>
          <ac:spMkLst>
            <pc:docMk/>
            <pc:sldMk cId="3545820152" sldId="763"/>
            <ac:spMk id="5" creationId="{7A2D0DFF-9416-23F7-C4F3-12962BBCCD8A}"/>
          </ac:spMkLst>
        </pc:spChg>
      </pc:sldChg>
      <pc:sldChg chg="addSp delSp modSp add del mod modClrScheme chgLayout">
        <pc:chgData name="Donald Ferguson" userId="d9cfb872-1f13-4322-b8de-11a4145bf6e2" providerId="ADAL" clId="{0A034640-45D1-5F4D-BEC0-1A6B369E60FE}" dt="2026-03-25T18:50:56.050" v="932" actId="478"/>
        <pc:sldMkLst>
          <pc:docMk/>
          <pc:sldMk cId="3521002103" sldId="764"/>
        </pc:sldMkLst>
        <pc:spChg chg="add del mod ord">
          <ac:chgData name="Donald Ferguson" userId="d9cfb872-1f13-4322-b8de-11a4145bf6e2" providerId="ADAL" clId="{0A034640-45D1-5F4D-BEC0-1A6B369E60FE}" dt="2026-03-25T18:50:56.050" v="932" actId="478"/>
          <ac:spMkLst>
            <pc:docMk/>
            <pc:sldMk cId="3521002103" sldId="764"/>
            <ac:spMk id="3" creationId="{AD8E850E-CE6E-8CC1-B68E-22B76EB3C8AF}"/>
          </ac:spMkLst>
        </pc:spChg>
        <pc:spChg chg="add del mod ord">
          <ac:chgData name="Donald Ferguson" userId="d9cfb872-1f13-4322-b8de-11a4145bf6e2" providerId="ADAL" clId="{0A034640-45D1-5F4D-BEC0-1A6B369E60FE}" dt="2026-03-25T18:50:53.222" v="931" actId="478"/>
          <ac:spMkLst>
            <pc:docMk/>
            <pc:sldMk cId="3521002103" sldId="764"/>
            <ac:spMk id="4" creationId="{E98C404F-6D18-5A70-6A67-DCEC2A9637AE}"/>
          </ac:spMkLst>
        </pc:spChg>
      </pc:sldChg>
      <pc:sldChg chg="addSp delSp modSp add del mod modClrScheme chgLayout">
        <pc:chgData name="Donald Ferguson" userId="d9cfb872-1f13-4322-b8de-11a4145bf6e2" providerId="ADAL" clId="{0A034640-45D1-5F4D-BEC0-1A6B369E60FE}" dt="2026-03-25T18:51:11.027" v="935" actId="478"/>
        <pc:sldMkLst>
          <pc:docMk/>
          <pc:sldMk cId="1536394258" sldId="765"/>
        </pc:sldMkLst>
        <pc:spChg chg="add del mod ord">
          <ac:chgData name="Donald Ferguson" userId="d9cfb872-1f13-4322-b8de-11a4145bf6e2" providerId="ADAL" clId="{0A034640-45D1-5F4D-BEC0-1A6B369E60FE}" dt="2026-03-25T18:51:07.645" v="934" actId="478"/>
          <ac:spMkLst>
            <pc:docMk/>
            <pc:sldMk cId="1536394258" sldId="765"/>
            <ac:spMk id="3" creationId="{C481F651-D9EA-2847-F962-9A28753604CE}"/>
          </ac:spMkLst>
        </pc:spChg>
        <pc:spChg chg="add del mod ord">
          <ac:chgData name="Donald Ferguson" userId="d9cfb872-1f13-4322-b8de-11a4145bf6e2" providerId="ADAL" clId="{0A034640-45D1-5F4D-BEC0-1A6B369E60FE}" dt="2026-03-25T18:51:11.027" v="935" actId="478"/>
          <ac:spMkLst>
            <pc:docMk/>
            <pc:sldMk cId="1536394258" sldId="765"/>
            <ac:spMk id="4" creationId="{BA2DB929-9C13-BBA3-2D10-B63B84C9D5EF}"/>
          </ac:spMkLst>
        </pc:spChg>
      </pc:sldChg>
      <pc:sldChg chg="addSp delSp modSp add del mod modClrScheme chgLayout">
        <pc:chgData name="Donald Ferguson" userId="d9cfb872-1f13-4322-b8de-11a4145bf6e2" providerId="ADAL" clId="{0A034640-45D1-5F4D-BEC0-1A6B369E60FE}" dt="2026-03-25T18:51:22.389" v="938" actId="478"/>
        <pc:sldMkLst>
          <pc:docMk/>
          <pc:sldMk cId="3693903775" sldId="766"/>
        </pc:sldMkLst>
        <pc:spChg chg="add del mod ord">
          <ac:chgData name="Donald Ferguson" userId="d9cfb872-1f13-4322-b8de-11a4145bf6e2" providerId="ADAL" clId="{0A034640-45D1-5F4D-BEC0-1A6B369E60FE}" dt="2026-03-25T18:51:19.284" v="937" actId="478"/>
          <ac:spMkLst>
            <pc:docMk/>
            <pc:sldMk cId="3693903775" sldId="766"/>
            <ac:spMk id="3" creationId="{43FEFB7E-E90C-E29B-10A1-C74428A99C07}"/>
          </ac:spMkLst>
        </pc:spChg>
        <pc:spChg chg="add del mod ord">
          <ac:chgData name="Donald Ferguson" userId="d9cfb872-1f13-4322-b8de-11a4145bf6e2" providerId="ADAL" clId="{0A034640-45D1-5F4D-BEC0-1A6B369E60FE}" dt="2026-03-25T18:51:22.389" v="938" actId="478"/>
          <ac:spMkLst>
            <pc:docMk/>
            <pc:sldMk cId="3693903775" sldId="766"/>
            <ac:spMk id="4" creationId="{947D1E63-2EE9-2B7F-CA44-DFB54C5A15BA}"/>
          </ac:spMkLst>
        </pc:spChg>
      </pc:sldChg>
      <pc:sldChg chg="addSp delSp modSp add del mod modClrScheme chgLayout">
        <pc:chgData name="Donald Ferguson" userId="d9cfb872-1f13-4322-b8de-11a4145bf6e2" providerId="ADAL" clId="{0A034640-45D1-5F4D-BEC0-1A6B369E60FE}" dt="2026-03-25T18:51:37.076" v="941" actId="478"/>
        <pc:sldMkLst>
          <pc:docMk/>
          <pc:sldMk cId="1922082598" sldId="767"/>
        </pc:sldMkLst>
        <pc:spChg chg="add del mod ord">
          <ac:chgData name="Donald Ferguson" userId="d9cfb872-1f13-4322-b8de-11a4145bf6e2" providerId="ADAL" clId="{0A034640-45D1-5F4D-BEC0-1A6B369E60FE}" dt="2026-03-25T18:51:32.491" v="940" actId="478"/>
          <ac:spMkLst>
            <pc:docMk/>
            <pc:sldMk cId="1922082598" sldId="767"/>
            <ac:spMk id="3" creationId="{789416A0-D127-1444-5D49-E68AEB268915}"/>
          </ac:spMkLst>
        </pc:spChg>
        <pc:spChg chg="add del mod ord">
          <ac:chgData name="Donald Ferguson" userId="d9cfb872-1f13-4322-b8de-11a4145bf6e2" providerId="ADAL" clId="{0A034640-45D1-5F4D-BEC0-1A6B369E60FE}" dt="2026-03-25T18:51:37.076" v="941" actId="478"/>
          <ac:spMkLst>
            <pc:docMk/>
            <pc:sldMk cId="1922082598" sldId="767"/>
            <ac:spMk id="4" creationId="{663E605F-B85E-B52D-AAAC-B0E54CC4FA81}"/>
          </ac:spMkLst>
        </pc:spChg>
      </pc:sldChg>
      <pc:sldChg chg="addSp delSp modSp add del mod modClrScheme chgLayout">
        <pc:chgData name="Donald Ferguson" userId="d9cfb872-1f13-4322-b8de-11a4145bf6e2" providerId="ADAL" clId="{0A034640-45D1-5F4D-BEC0-1A6B369E60FE}" dt="2026-03-25T18:51:51.295" v="944" actId="478"/>
        <pc:sldMkLst>
          <pc:docMk/>
          <pc:sldMk cId="2905640964" sldId="768"/>
        </pc:sldMkLst>
        <pc:spChg chg="add del mod ord">
          <ac:chgData name="Donald Ferguson" userId="d9cfb872-1f13-4322-b8de-11a4145bf6e2" providerId="ADAL" clId="{0A034640-45D1-5F4D-BEC0-1A6B369E60FE}" dt="2026-03-25T18:51:48.428" v="943" actId="478"/>
          <ac:spMkLst>
            <pc:docMk/>
            <pc:sldMk cId="2905640964" sldId="768"/>
            <ac:spMk id="3" creationId="{58559F66-622C-4936-72A5-D0A91B33DCAB}"/>
          </ac:spMkLst>
        </pc:spChg>
        <pc:spChg chg="add del mod ord">
          <ac:chgData name="Donald Ferguson" userId="d9cfb872-1f13-4322-b8de-11a4145bf6e2" providerId="ADAL" clId="{0A034640-45D1-5F4D-BEC0-1A6B369E60FE}" dt="2026-03-25T18:51:51.295" v="944" actId="478"/>
          <ac:spMkLst>
            <pc:docMk/>
            <pc:sldMk cId="2905640964" sldId="768"/>
            <ac:spMk id="4" creationId="{B792EB09-C9B8-9574-8CD0-555D134AAF9A}"/>
          </ac:spMkLst>
        </pc:spChg>
      </pc:sldChg>
      <pc:sldChg chg="addSp delSp modSp add del mod modClrScheme chgLayout">
        <pc:chgData name="Donald Ferguson" userId="d9cfb872-1f13-4322-b8de-11a4145bf6e2" providerId="ADAL" clId="{0A034640-45D1-5F4D-BEC0-1A6B369E60FE}" dt="2026-03-25T18:52:14.784" v="954" actId="478"/>
        <pc:sldMkLst>
          <pc:docMk/>
          <pc:sldMk cId="1595457308" sldId="769"/>
        </pc:sldMkLst>
        <pc:spChg chg="mod ord">
          <ac:chgData name="Donald Ferguson" userId="d9cfb872-1f13-4322-b8de-11a4145bf6e2" providerId="ADAL" clId="{0A034640-45D1-5F4D-BEC0-1A6B369E60FE}" dt="2026-03-25T18:52:11.888" v="953" actId="700"/>
          <ac:spMkLst>
            <pc:docMk/>
            <pc:sldMk cId="1595457308" sldId="769"/>
            <ac:spMk id="2" creationId="{00000000-0000-0000-0000-000000000000}"/>
          </ac:spMkLst>
        </pc:spChg>
        <pc:spChg chg="add del mod ord">
          <ac:chgData name="Donald Ferguson" userId="d9cfb872-1f13-4322-b8de-11a4145bf6e2" providerId="ADAL" clId="{0A034640-45D1-5F4D-BEC0-1A6B369E60FE}" dt="2026-03-25T18:52:14.784" v="954" actId="478"/>
          <ac:spMkLst>
            <pc:docMk/>
            <pc:sldMk cId="1595457308" sldId="769"/>
            <ac:spMk id="4" creationId="{F0B9BF81-C4E7-3E5E-293B-A79B5635BDDD}"/>
          </ac:spMkLst>
        </pc:spChg>
      </pc:sldChg>
      <pc:sldChg chg="addSp delSp modSp add del mod modClrScheme chgLayout">
        <pc:chgData name="Donald Ferguson" userId="d9cfb872-1f13-4322-b8de-11a4145bf6e2" providerId="ADAL" clId="{0A034640-45D1-5F4D-BEC0-1A6B369E60FE}" dt="2026-03-25T18:52:24.761" v="956" actId="478"/>
        <pc:sldMkLst>
          <pc:docMk/>
          <pc:sldMk cId="1300205778" sldId="770"/>
        </pc:sldMkLst>
        <pc:spChg chg="mod ord">
          <ac:chgData name="Donald Ferguson" userId="d9cfb872-1f13-4322-b8de-11a4145bf6e2" providerId="ADAL" clId="{0A034640-45D1-5F4D-BEC0-1A6B369E60FE}" dt="2026-03-25T18:52:20.943" v="955" actId="700"/>
          <ac:spMkLst>
            <pc:docMk/>
            <pc:sldMk cId="1300205778" sldId="770"/>
            <ac:spMk id="2" creationId="{00000000-0000-0000-0000-000000000000}"/>
          </ac:spMkLst>
        </pc:spChg>
        <pc:spChg chg="add del mod ord">
          <ac:chgData name="Donald Ferguson" userId="d9cfb872-1f13-4322-b8de-11a4145bf6e2" providerId="ADAL" clId="{0A034640-45D1-5F4D-BEC0-1A6B369E60FE}" dt="2026-03-25T18:52:24.761" v="956" actId="478"/>
          <ac:spMkLst>
            <pc:docMk/>
            <pc:sldMk cId="1300205778" sldId="770"/>
            <ac:spMk id="5" creationId="{00C816DD-DF6E-8E6A-E689-95388A47949A}"/>
          </ac:spMkLst>
        </pc:spChg>
      </pc:sldChg>
      <pc:sldChg chg="modSp add del mod modClrScheme chgLayout">
        <pc:chgData name="Donald Ferguson" userId="d9cfb872-1f13-4322-b8de-11a4145bf6e2" providerId="ADAL" clId="{0A034640-45D1-5F4D-BEC0-1A6B369E60FE}" dt="2026-03-25T18:52:31.223" v="957" actId="700"/>
        <pc:sldMkLst>
          <pc:docMk/>
          <pc:sldMk cId="1184801042" sldId="771"/>
        </pc:sldMkLst>
        <pc:spChg chg="mod ord">
          <ac:chgData name="Donald Ferguson" userId="d9cfb872-1f13-4322-b8de-11a4145bf6e2" providerId="ADAL" clId="{0A034640-45D1-5F4D-BEC0-1A6B369E60FE}" dt="2026-03-25T18:52:31.223" v="957" actId="700"/>
          <ac:spMkLst>
            <pc:docMk/>
            <pc:sldMk cId="1184801042" sldId="771"/>
            <ac:spMk id="2" creationId="{00000000-0000-0000-0000-000000000000}"/>
          </ac:spMkLst>
        </pc:spChg>
        <pc:spChg chg="mod ord">
          <ac:chgData name="Donald Ferguson" userId="d9cfb872-1f13-4322-b8de-11a4145bf6e2" providerId="ADAL" clId="{0A034640-45D1-5F4D-BEC0-1A6B369E60FE}" dt="2026-03-25T18:52:31.223" v="957" actId="700"/>
          <ac:spMkLst>
            <pc:docMk/>
            <pc:sldMk cId="1184801042" sldId="771"/>
            <ac:spMk id="3" creationId="{00000000-0000-0000-0000-000000000000}"/>
          </ac:spMkLst>
        </pc:spChg>
      </pc:sldChg>
      <pc:sldChg chg="addSp delSp modSp add del mod modClrScheme chgLayout">
        <pc:chgData name="Donald Ferguson" userId="d9cfb872-1f13-4322-b8de-11a4145bf6e2" providerId="ADAL" clId="{0A034640-45D1-5F4D-BEC0-1A6B369E60FE}" dt="2026-03-25T18:52:39.703" v="959" actId="478"/>
        <pc:sldMkLst>
          <pc:docMk/>
          <pc:sldMk cId="418349361" sldId="772"/>
        </pc:sldMkLst>
        <pc:spChg chg="mod ord">
          <ac:chgData name="Donald Ferguson" userId="d9cfb872-1f13-4322-b8de-11a4145bf6e2" providerId="ADAL" clId="{0A034640-45D1-5F4D-BEC0-1A6B369E60FE}" dt="2026-03-25T18:52:37.305" v="958" actId="700"/>
          <ac:spMkLst>
            <pc:docMk/>
            <pc:sldMk cId="418349361" sldId="772"/>
            <ac:spMk id="3" creationId="{00000000-0000-0000-0000-000000000000}"/>
          </ac:spMkLst>
        </pc:spChg>
        <pc:spChg chg="add del mod ord">
          <ac:chgData name="Donald Ferguson" userId="d9cfb872-1f13-4322-b8de-11a4145bf6e2" providerId="ADAL" clId="{0A034640-45D1-5F4D-BEC0-1A6B369E60FE}" dt="2026-03-25T18:52:39.703" v="959" actId="478"/>
          <ac:spMkLst>
            <pc:docMk/>
            <pc:sldMk cId="418349361" sldId="772"/>
            <ac:spMk id="4" creationId="{83258432-9FEB-AFE5-A9C6-9957F309C2F6}"/>
          </ac:spMkLst>
        </pc:spChg>
      </pc:sldChg>
      <pc:sldChg chg="addSp delSp modSp add del mod modClrScheme chgLayout">
        <pc:chgData name="Donald Ferguson" userId="d9cfb872-1f13-4322-b8de-11a4145bf6e2" providerId="ADAL" clId="{0A034640-45D1-5F4D-BEC0-1A6B369E60FE}" dt="2026-03-25T18:52:48.940" v="961" actId="478"/>
        <pc:sldMkLst>
          <pc:docMk/>
          <pc:sldMk cId="843912275" sldId="773"/>
        </pc:sldMkLst>
        <pc:spChg chg="add del mod ord">
          <ac:chgData name="Donald Ferguson" userId="d9cfb872-1f13-4322-b8de-11a4145bf6e2" providerId="ADAL" clId="{0A034640-45D1-5F4D-BEC0-1A6B369E60FE}" dt="2026-03-25T18:52:48.940" v="961" actId="478"/>
          <ac:spMkLst>
            <pc:docMk/>
            <pc:sldMk cId="843912275" sldId="773"/>
            <ac:spMk id="4" creationId="{E3677DB4-DF4D-947F-EE1B-C7A17EEC846A}"/>
          </ac:spMkLst>
        </pc:spChg>
        <pc:spChg chg="add del mod ord">
          <ac:chgData name="Donald Ferguson" userId="d9cfb872-1f13-4322-b8de-11a4145bf6e2" providerId="ADAL" clId="{0A034640-45D1-5F4D-BEC0-1A6B369E60FE}" dt="2026-03-25T18:52:48.940" v="961" actId="478"/>
          <ac:spMkLst>
            <pc:docMk/>
            <pc:sldMk cId="843912275" sldId="773"/>
            <ac:spMk id="5" creationId="{AEF8B0A5-7B3F-4E3C-4FC0-9556E9787F9E}"/>
          </ac:spMkLst>
        </pc:spChg>
      </pc:sldChg>
      <pc:sldChg chg="addSp delSp modSp add del mod modClrScheme chgLayout">
        <pc:chgData name="Donald Ferguson" userId="d9cfb872-1f13-4322-b8de-11a4145bf6e2" providerId="ADAL" clId="{0A034640-45D1-5F4D-BEC0-1A6B369E60FE}" dt="2026-03-25T18:53:00.940" v="964" actId="478"/>
        <pc:sldMkLst>
          <pc:docMk/>
          <pc:sldMk cId="3905832961" sldId="774"/>
        </pc:sldMkLst>
        <pc:spChg chg="add del mod ord">
          <ac:chgData name="Donald Ferguson" userId="d9cfb872-1f13-4322-b8de-11a4145bf6e2" providerId="ADAL" clId="{0A034640-45D1-5F4D-BEC0-1A6B369E60FE}" dt="2026-03-25T18:52:57.743" v="963" actId="478"/>
          <ac:spMkLst>
            <pc:docMk/>
            <pc:sldMk cId="3905832961" sldId="774"/>
            <ac:spMk id="2" creationId="{9868B707-8431-AA1C-C39C-D78838505C65}"/>
          </ac:spMkLst>
        </pc:spChg>
        <pc:spChg chg="add del mod ord">
          <ac:chgData name="Donald Ferguson" userId="d9cfb872-1f13-4322-b8de-11a4145bf6e2" providerId="ADAL" clId="{0A034640-45D1-5F4D-BEC0-1A6B369E60FE}" dt="2026-03-25T18:53:00.940" v="964" actId="478"/>
          <ac:spMkLst>
            <pc:docMk/>
            <pc:sldMk cId="3905832961" sldId="774"/>
            <ac:spMk id="5" creationId="{347154C1-6F2B-87AB-6894-C2FC69022D6C}"/>
          </ac:spMkLst>
        </pc:spChg>
      </pc:sldChg>
      <pc:sldChg chg="addSp delSp modSp add del mod modClrScheme chgLayout">
        <pc:chgData name="Donald Ferguson" userId="d9cfb872-1f13-4322-b8de-11a4145bf6e2" providerId="ADAL" clId="{0A034640-45D1-5F4D-BEC0-1A6B369E60FE}" dt="2026-03-25T18:53:15.764" v="967" actId="478"/>
        <pc:sldMkLst>
          <pc:docMk/>
          <pc:sldMk cId="3400433770" sldId="775"/>
        </pc:sldMkLst>
        <pc:spChg chg="add del mod ord">
          <ac:chgData name="Donald Ferguson" userId="d9cfb872-1f13-4322-b8de-11a4145bf6e2" providerId="ADAL" clId="{0A034640-45D1-5F4D-BEC0-1A6B369E60FE}" dt="2026-03-25T18:53:15.764" v="967" actId="478"/>
          <ac:spMkLst>
            <pc:docMk/>
            <pc:sldMk cId="3400433770" sldId="775"/>
            <ac:spMk id="6" creationId="{537C6F47-FD8F-F77F-F871-0239DF2D44C8}"/>
          </ac:spMkLst>
        </pc:spChg>
        <pc:spChg chg="add del mod ord">
          <ac:chgData name="Donald Ferguson" userId="d9cfb872-1f13-4322-b8de-11a4145bf6e2" providerId="ADAL" clId="{0A034640-45D1-5F4D-BEC0-1A6B369E60FE}" dt="2026-03-25T18:53:09.242" v="966" actId="478"/>
          <ac:spMkLst>
            <pc:docMk/>
            <pc:sldMk cId="3400433770" sldId="775"/>
            <ac:spMk id="7" creationId="{FA99409F-06C3-3220-7690-1DDC4D4DCC75}"/>
          </ac:spMkLst>
        </pc:spChg>
      </pc:sldChg>
      <pc:sldChg chg="modSp mod">
        <pc:chgData name="Donald Ferguson" userId="d9cfb872-1f13-4322-b8de-11a4145bf6e2" providerId="ADAL" clId="{0A034640-45D1-5F4D-BEC0-1A6B369E60FE}" dt="2026-03-13T14:06:48.598" v="412" actId="1076"/>
        <pc:sldMkLst>
          <pc:docMk/>
          <pc:sldMk cId="3078825209" sldId="959"/>
        </pc:sldMkLst>
        <pc:spChg chg="mod">
          <ac:chgData name="Donald Ferguson" userId="d9cfb872-1f13-4322-b8de-11a4145bf6e2" providerId="ADAL" clId="{0A034640-45D1-5F4D-BEC0-1A6B369E60FE}" dt="2026-03-13T14:06:27.116" v="411" actId="1076"/>
          <ac:spMkLst>
            <pc:docMk/>
            <pc:sldMk cId="3078825209" sldId="959"/>
            <ac:spMk id="3076" creationId="{00000000-0000-0000-0000-000000000000}"/>
          </ac:spMkLst>
        </pc:spChg>
        <pc:picChg chg="mod">
          <ac:chgData name="Donald Ferguson" userId="d9cfb872-1f13-4322-b8de-11a4145bf6e2" providerId="ADAL" clId="{0A034640-45D1-5F4D-BEC0-1A6B369E60FE}" dt="2026-03-13T14:06:48.598" v="412" actId="1076"/>
          <ac:picMkLst>
            <pc:docMk/>
            <pc:sldMk cId="3078825209" sldId="959"/>
            <ac:picMk id="2" creationId="{1CE15D65-8053-1B4E-B089-18B4089AAFB8}"/>
          </ac:picMkLst>
        </pc:picChg>
      </pc:sldChg>
      <pc:sldChg chg="modSp mod">
        <pc:chgData name="Donald Ferguson" userId="d9cfb872-1f13-4322-b8de-11a4145bf6e2" providerId="ADAL" clId="{0A034640-45D1-5F4D-BEC0-1A6B369E60FE}" dt="2026-03-12T11:44:41.612" v="51" actId="20577"/>
        <pc:sldMkLst>
          <pc:docMk/>
          <pc:sldMk cId="2908064018" sldId="998"/>
        </pc:sldMkLst>
        <pc:spChg chg="mod">
          <ac:chgData name="Donald Ferguson" userId="d9cfb872-1f13-4322-b8de-11a4145bf6e2" providerId="ADAL" clId="{0A034640-45D1-5F4D-BEC0-1A6B369E60FE}" dt="2026-03-12T11:44:41.612" v="51" actId="20577"/>
          <ac:spMkLst>
            <pc:docMk/>
            <pc:sldMk cId="2908064018" sldId="998"/>
            <ac:spMk id="2" creationId="{2F6BB0DC-9149-9C08-F871-9F801C020315}"/>
          </ac:spMkLst>
        </pc:spChg>
      </pc:sldChg>
      <pc:sldChg chg="modSp mod chgLayout">
        <pc:chgData name="Donald Ferguson" userId="d9cfb872-1f13-4322-b8de-11a4145bf6e2" providerId="ADAL" clId="{0A034640-45D1-5F4D-BEC0-1A6B369E60FE}" dt="2026-03-25T11:50:47.035" v="632" actId="20577"/>
        <pc:sldMkLst>
          <pc:docMk/>
          <pc:sldMk cId="3915669299" sldId="1057"/>
        </pc:sldMkLst>
        <pc:spChg chg="mod ord">
          <ac:chgData name="Donald Ferguson" userId="d9cfb872-1f13-4322-b8de-11a4145bf6e2" providerId="ADAL" clId="{0A034640-45D1-5F4D-BEC0-1A6B369E60FE}" dt="2026-03-25T11:50:37.717" v="625" actId="20577"/>
          <ac:spMkLst>
            <pc:docMk/>
            <pc:sldMk cId="3915669299" sldId="1057"/>
            <ac:spMk id="2" creationId="{6D3EA7E5-79FA-9603-C614-BE840722B069}"/>
          </ac:spMkLst>
        </pc:spChg>
        <pc:spChg chg="mod ord">
          <ac:chgData name="Donald Ferguson" userId="d9cfb872-1f13-4322-b8de-11a4145bf6e2" providerId="ADAL" clId="{0A034640-45D1-5F4D-BEC0-1A6B369E60FE}" dt="2026-03-25T11:50:47.035" v="632" actId="20577"/>
          <ac:spMkLst>
            <pc:docMk/>
            <pc:sldMk cId="3915669299" sldId="1057"/>
            <ac:spMk id="3" creationId="{90420A4E-2F71-028A-78F2-9BDA4A98311C}"/>
          </ac:spMkLst>
        </pc:spChg>
      </pc:sldChg>
      <pc:sldChg chg="modSp mod">
        <pc:chgData name="Donald Ferguson" userId="d9cfb872-1f13-4322-b8de-11a4145bf6e2" providerId="ADAL" clId="{0A034640-45D1-5F4D-BEC0-1A6B369E60FE}" dt="2026-03-12T11:44:18.272" v="27" actId="20577"/>
        <pc:sldMkLst>
          <pc:docMk/>
          <pc:sldMk cId="1946481840" sldId="1063"/>
        </pc:sldMkLst>
        <pc:spChg chg="mod">
          <ac:chgData name="Donald Ferguson" userId="d9cfb872-1f13-4322-b8de-11a4145bf6e2" providerId="ADAL" clId="{0A034640-45D1-5F4D-BEC0-1A6B369E60FE}" dt="2026-03-12T11:44:18.272" v="27" actId="20577"/>
          <ac:spMkLst>
            <pc:docMk/>
            <pc:sldMk cId="1946481840" sldId="1063"/>
            <ac:spMk id="2" creationId="{F6DEB70B-5CE8-E555-D448-AF46A42A751A}"/>
          </ac:spMkLst>
        </pc:spChg>
      </pc:sldChg>
      <pc:sldChg chg="modSp add del mod modClrScheme chgLayout">
        <pc:chgData name="Donald Ferguson" userId="d9cfb872-1f13-4322-b8de-11a4145bf6e2" providerId="ADAL" clId="{0A034640-45D1-5F4D-BEC0-1A6B369E60FE}" dt="2026-03-25T11:09:11.338" v="463" actId="2696"/>
        <pc:sldMkLst>
          <pc:docMk/>
          <pc:sldMk cId="2219497773" sldId="1140"/>
        </pc:sldMkLst>
      </pc:sldChg>
      <pc:sldChg chg="addSp delSp modSp add del mod modClrScheme chgLayout">
        <pc:chgData name="Donald Ferguson" userId="d9cfb872-1f13-4322-b8de-11a4145bf6e2" providerId="ADAL" clId="{0A034640-45D1-5F4D-BEC0-1A6B369E60FE}" dt="2026-03-25T11:12:36.572" v="504" actId="2696"/>
        <pc:sldMkLst>
          <pc:docMk/>
          <pc:sldMk cId="4134208026" sldId="1142"/>
        </pc:sldMkLst>
      </pc:sldChg>
      <pc:sldChg chg="addSp delSp modSp add del mod modClrScheme chgLayout">
        <pc:chgData name="Donald Ferguson" userId="d9cfb872-1f13-4322-b8de-11a4145bf6e2" providerId="ADAL" clId="{0A034640-45D1-5F4D-BEC0-1A6B369E60FE}" dt="2026-03-25T11:12:37.561" v="505" actId="2696"/>
        <pc:sldMkLst>
          <pc:docMk/>
          <pc:sldMk cId="3218927946" sldId="1143"/>
        </pc:sldMkLst>
      </pc:sldChg>
      <pc:sldChg chg="modSp add del mod modClrScheme chgLayout">
        <pc:chgData name="Donald Ferguson" userId="d9cfb872-1f13-4322-b8de-11a4145bf6e2" providerId="ADAL" clId="{0A034640-45D1-5F4D-BEC0-1A6B369E60FE}" dt="2026-03-25T11:12:41.579" v="509" actId="2696"/>
        <pc:sldMkLst>
          <pc:docMk/>
          <pc:sldMk cId="1437636080" sldId="1144"/>
        </pc:sldMkLst>
      </pc:sldChg>
      <pc:sldChg chg="addSp delSp modSp add del mod modClrScheme chgLayout">
        <pc:chgData name="Donald Ferguson" userId="d9cfb872-1f13-4322-b8de-11a4145bf6e2" providerId="ADAL" clId="{0A034640-45D1-5F4D-BEC0-1A6B369E60FE}" dt="2026-03-25T11:12:27.854" v="503" actId="2696"/>
        <pc:sldMkLst>
          <pc:docMk/>
          <pc:sldMk cId="3322026970" sldId="1145"/>
        </pc:sldMkLst>
      </pc:sldChg>
      <pc:sldChg chg="modSp add del mod modClrScheme chgLayout">
        <pc:chgData name="Donald Ferguson" userId="d9cfb872-1f13-4322-b8de-11a4145bf6e2" providerId="ADAL" clId="{0A034640-45D1-5F4D-BEC0-1A6B369E60FE}" dt="2026-03-25T11:09:11.179" v="443" actId="2696"/>
        <pc:sldMkLst>
          <pc:docMk/>
          <pc:sldMk cId="3271986254" sldId="1146"/>
        </pc:sldMkLst>
      </pc:sldChg>
      <pc:sldChg chg="addSp delSp modSp add del mod modClrScheme chgLayout">
        <pc:chgData name="Donald Ferguson" userId="d9cfb872-1f13-4322-b8de-11a4145bf6e2" providerId="ADAL" clId="{0A034640-45D1-5F4D-BEC0-1A6B369E60FE}" dt="2026-03-25T11:09:11.200" v="445" actId="2696"/>
        <pc:sldMkLst>
          <pc:docMk/>
          <pc:sldMk cId="4224279724" sldId="1149"/>
        </pc:sldMkLst>
      </pc:sldChg>
      <pc:sldChg chg="modSp add del mod modClrScheme chgLayout">
        <pc:chgData name="Donald Ferguson" userId="d9cfb872-1f13-4322-b8de-11a4145bf6e2" providerId="ADAL" clId="{0A034640-45D1-5F4D-BEC0-1A6B369E60FE}" dt="2026-03-25T11:09:11.297" v="457" actId="2696"/>
        <pc:sldMkLst>
          <pc:docMk/>
          <pc:sldMk cId="1269573526" sldId="1150"/>
        </pc:sldMkLst>
      </pc:sldChg>
      <pc:sldChg chg="add del">
        <pc:chgData name="Donald Ferguson" userId="d9cfb872-1f13-4322-b8de-11a4145bf6e2" providerId="ADAL" clId="{0A034640-45D1-5F4D-BEC0-1A6B369E60FE}" dt="2026-03-25T11:10:02.187" v="483" actId="2696"/>
        <pc:sldMkLst>
          <pc:docMk/>
          <pc:sldMk cId="3836906153" sldId="1156"/>
        </pc:sldMkLst>
      </pc:sldChg>
      <pc:sldChg chg="modSp add del mod">
        <pc:chgData name="Donald Ferguson" userId="d9cfb872-1f13-4322-b8de-11a4145bf6e2" providerId="ADAL" clId="{0A034640-45D1-5F4D-BEC0-1A6B369E60FE}" dt="2026-03-25T18:53:24.568" v="970" actId="2696"/>
        <pc:sldMkLst>
          <pc:docMk/>
          <pc:sldMk cId="428370026" sldId="1169"/>
        </pc:sldMkLst>
      </pc:sldChg>
      <pc:sldChg chg="modSp add del mod">
        <pc:chgData name="Donald Ferguson" userId="d9cfb872-1f13-4322-b8de-11a4145bf6e2" providerId="ADAL" clId="{0A034640-45D1-5F4D-BEC0-1A6B369E60FE}" dt="2026-03-25T11:10:02.186" v="482" actId="2696"/>
        <pc:sldMkLst>
          <pc:docMk/>
          <pc:sldMk cId="3129611404" sldId="1171"/>
        </pc:sldMkLst>
      </pc:sldChg>
      <pc:sldChg chg="add del">
        <pc:chgData name="Donald Ferguson" userId="d9cfb872-1f13-4322-b8de-11a4145bf6e2" providerId="ADAL" clId="{0A034640-45D1-5F4D-BEC0-1A6B369E60FE}" dt="2026-03-25T11:10:02.189" v="484" actId="2696"/>
        <pc:sldMkLst>
          <pc:docMk/>
          <pc:sldMk cId="19169648" sldId="1173"/>
        </pc:sldMkLst>
      </pc:sldChg>
      <pc:sldChg chg="add del">
        <pc:chgData name="Donald Ferguson" userId="d9cfb872-1f13-4322-b8de-11a4145bf6e2" providerId="ADAL" clId="{0A034640-45D1-5F4D-BEC0-1A6B369E60FE}" dt="2026-03-25T11:10:25.766" v="488" actId="2696"/>
        <pc:sldMkLst>
          <pc:docMk/>
          <pc:sldMk cId="2265570843" sldId="1186"/>
        </pc:sldMkLst>
      </pc:sldChg>
      <pc:sldChg chg="modSp add del mod">
        <pc:chgData name="Donald Ferguson" userId="d9cfb872-1f13-4322-b8de-11a4145bf6e2" providerId="ADAL" clId="{0A034640-45D1-5F4D-BEC0-1A6B369E60FE}" dt="2026-03-25T18:53:35.641" v="972" actId="2696"/>
        <pc:sldMkLst>
          <pc:docMk/>
          <pc:sldMk cId="632047" sldId="1187"/>
        </pc:sldMkLst>
        <pc:spChg chg="mod">
          <ac:chgData name="Donald Ferguson" userId="d9cfb872-1f13-4322-b8de-11a4145bf6e2" providerId="ADAL" clId="{0A034640-45D1-5F4D-BEC0-1A6B369E60FE}" dt="2026-03-25T11:15:10.419" v="623" actId="115"/>
          <ac:spMkLst>
            <pc:docMk/>
            <pc:sldMk cId="632047" sldId="1187"/>
            <ac:spMk id="4" creationId="{30CA4EAF-3903-2E4F-BE60-434B2605F8C1}"/>
          </ac:spMkLst>
        </pc:spChg>
      </pc:sldChg>
      <pc:sldChg chg="add del">
        <pc:chgData name="Donald Ferguson" userId="d9cfb872-1f13-4322-b8de-11a4145bf6e2" providerId="ADAL" clId="{0A034640-45D1-5F4D-BEC0-1A6B369E60FE}" dt="2026-03-25T11:10:41.214" v="489" actId="2696"/>
        <pc:sldMkLst>
          <pc:docMk/>
          <pc:sldMk cId="58740034" sldId="1188"/>
        </pc:sldMkLst>
      </pc:sldChg>
      <pc:sldChg chg="add del">
        <pc:chgData name="Donald Ferguson" userId="d9cfb872-1f13-4322-b8de-11a4145bf6e2" providerId="ADAL" clId="{0A034640-45D1-5F4D-BEC0-1A6B369E60FE}" dt="2026-03-25T11:10:41.217" v="492" actId="2696"/>
        <pc:sldMkLst>
          <pc:docMk/>
          <pc:sldMk cId="3185755796" sldId="1189"/>
        </pc:sldMkLst>
      </pc:sldChg>
      <pc:sldChg chg="add del">
        <pc:chgData name="Donald Ferguson" userId="d9cfb872-1f13-4322-b8de-11a4145bf6e2" providerId="ADAL" clId="{0A034640-45D1-5F4D-BEC0-1A6B369E60FE}" dt="2026-03-25T11:10:41.220" v="495" actId="2696"/>
        <pc:sldMkLst>
          <pc:docMk/>
          <pc:sldMk cId="2573794731" sldId="1190"/>
        </pc:sldMkLst>
      </pc:sldChg>
      <pc:sldChg chg="add del">
        <pc:chgData name="Donald Ferguson" userId="d9cfb872-1f13-4322-b8de-11a4145bf6e2" providerId="ADAL" clId="{0A034640-45D1-5F4D-BEC0-1A6B369E60FE}" dt="2026-03-25T11:10:41.219" v="493" actId="2696"/>
        <pc:sldMkLst>
          <pc:docMk/>
          <pc:sldMk cId="1921444205" sldId="1191"/>
        </pc:sldMkLst>
      </pc:sldChg>
      <pc:sldChg chg="add del">
        <pc:chgData name="Donald Ferguson" userId="d9cfb872-1f13-4322-b8de-11a4145bf6e2" providerId="ADAL" clId="{0A034640-45D1-5F4D-BEC0-1A6B369E60FE}" dt="2026-03-25T11:10:41.220" v="494" actId="2696"/>
        <pc:sldMkLst>
          <pc:docMk/>
          <pc:sldMk cId="896987543" sldId="1193"/>
        </pc:sldMkLst>
      </pc:sldChg>
      <pc:sldChg chg="add del">
        <pc:chgData name="Donald Ferguson" userId="d9cfb872-1f13-4322-b8de-11a4145bf6e2" providerId="ADAL" clId="{0A034640-45D1-5F4D-BEC0-1A6B369E60FE}" dt="2026-03-25T11:10:41.216" v="491" actId="2696"/>
        <pc:sldMkLst>
          <pc:docMk/>
          <pc:sldMk cId="39043726" sldId="1194"/>
        </pc:sldMkLst>
      </pc:sldChg>
      <pc:sldChg chg="add del">
        <pc:chgData name="Donald Ferguson" userId="d9cfb872-1f13-4322-b8de-11a4145bf6e2" providerId="ADAL" clId="{0A034640-45D1-5F4D-BEC0-1A6B369E60FE}" dt="2026-03-25T11:10:41.221" v="496" actId="2696"/>
        <pc:sldMkLst>
          <pc:docMk/>
          <pc:sldMk cId="299878684" sldId="1195"/>
        </pc:sldMkLst>
      </pc:sldChg>
      <pc:sldChg chg="add del">
        <pc:chgData name="Donald Ferguson" userId="d9cfb872-1f13-4322-b8de-11a4145bf6e2" providerId="ADAL" clId="{0A034640-45D1-5F4D-BEC0-1A6B369E60FE}" dt="2026-03-25T11:10:41.215" v="490" actId="2696"/>
        <pc:sldMkLst>
          <pc:docMk/>
          <pc:sldMk cId="1407375828" sldId="1196"/>
        </pc:sldMkLst>
      </pc:sldChg>
      <pc:sldChg chg="add del">
        <pc:chgData name="Donald Ferguson" userId="d9cfb872-1f13-4322-b8de-11a4145bf6e2" providerId="ADAL" clId="{0A034640-45D1-5F4D-BEC0-1A6B369E60FE}" dt="2026-03-25T18:35:38.057" v="735"/>
        <pc:sldMkLst>
          <pc:docMk/>
          <pc:sldMk cId="1187427269" sldId="1208"/>
        </pc:sldMkLst>
      </pc:sldChg>
      <pc:sldChg chg="add del">
        <pc:chgData name="Donald Ferguson" userId="d9cfb872-1f13-4322-b8de-11a4145bf6e2" providerId="ADAL" clId="{0A034640-45D1-5F4D-BEC0-1A6B369E60FE}" dt="2026-03-25T11:12:39.059" v="506" actId="2696"/>
        <pc:sldMkLst>
          <pc:docMk/>
          <pc:sldMk cId="0" sldId="2142532363"/>
        </pc:sldMkLst>
      </pc:sldChg>
      <pc:sldChg chg="add del">
        <pc:chgData name="Donald Ferguson" userId="d9cfb872-1f13-4322-b8de-11a4145bf6e2" providerId="ADAL" clId="{0A034640-45D1-5F4D-BEC0-1A6B369E60FE}" dt="2026-03-25T11:12:40.034" v="507" actId="2696"/>
        <pc:sldMkLst>
          <pc:docMk/>
          <pc:sldMk cId="0" sldId="2142532364"/>
        </pc:sldMkLst>
      </pc:sldChg>
      <pc:sldChg chg="add del">
        <pc:chgData name="Donald Ferguson" userId="d9cfb872-1f13-4322-b8de-11a4145bf6e2" providerId="ADAL" clId="{0A034640-45D1-5F4D-BEC0-1A6B369E60FE}" dt="2026-03-25T11:56:29.592" v="719" actId="2696"/>
        <pc:sldMkLst>
          <pc:docMk/>
          <pc:sldMk cId="3559571202" sldId="2142532365"/>
        </pc:sldMkLst>
      </pc:sldChg>
      <pc:sldChg chg="add del">
        <pc:chgData name="Donald Ferguson" userId="d9cfb872-1f13-4322-b8de-11a4145bf6e2" providerId="ADAL" clId="{0A034640-45D1-5F4D-BEC0-1A6B369E60FE}" dt="2026-03-25T11:09:11.341" v="468" actId="2696"/>
        <pc:sldMkLst>
          <pc:docMk/>
          <pc:sldMk cId="0" sldId="2142532366"/>
        </pc:sldMkLst>
      </pc:sldChg>
      <pc:sldChg chg="add del">
        <pc:chgData name="Donald Ferguson" userId="d9cfb872-1f13-4322-b8de-11a4145bf6e2" providerId="ADAL" clId="{0A034640-45D1-5F4D-BEC0-1A6B369E60FE}" dt="2026-03-25T11:09:11.339" v="464" actId="2696"/>
        <pc:sldMkLst>
          <pc:docMk/>
          <pc:sldMk cId="0" sldId="2142532367"/>
        </pc:sldMkLst>
      </pc:sldChg>
      <pc:sldChg chg="add del">
        <pc:chgData name="Donald Ferguson" userId="d9cfb872-1f13-4322-b8de-11a4145bf6e2" providerId="ADAL" clId="{0A034640-45D1-5F4D-BEC0-1A6B369E60FE}" dt="2026-03-25T11:09:11.224" v="449" actId="2696"/>
        <pc:sldMkLst>
          <pc:docMk/>
          <pc:sldMk cId="25075784" sldId="2142532368"/>
        </pc:sldMkLst>
      </pc:sldChg>
      <pc:sldChg chg="add del">
        <pc:chgData name="Donald Ferguson" userId="d9cfb872-1f13-4322-b8de-11a4145bf6e2" providerId="ADAL" clId="{0A034640-45D1-5F4D-BEC0-1A6B369E60FE}" dt="2026-03-25T11:09:11.145" v="428" actId="2696"/>
        <pc:sldMkLst>
          <pc:docMk/>
          <pc:sldMk cId="0" sldId="2142532369"/>
        </pc:sldMkLst>
      </pc:sldChg>
      <pc:sldChg chg="add del">
        <pc:chgData name="Donald Ferguson" userId="d9cfb872-1f13-4322-b8de-11a4145bf6e2" providerId="ADAL" clId="{0A034640-45D1-5F4D-BEC0-1A6B369E60FE}" dt="2026-03-25T11:09:11.178" v="442" actId="2696"/>
        <pc:sldMkLst>
          <pc:docMk/>
          <pc:sldMk cId="0" sldId="2142532370"/>
        </pc:sldMkLst>
      </pc:sldChg>
      <pc:sldChg chg="add del">
        <pc:chgData name="Donald Ferguson" userId="d9cfb872-1f13-4322-b8de-11a4145bf6e2" providerId="ADAL" clId="{0A034640-45D1-5F4D-BEC0-1A6B369E60FE}" dt="2026-03-25T11:09:11.146" v="430" actId="2696"/>
        <pc:sldMkLst>
          <pc:docMk/>
          <pc:sldMk cId="2936612273" sldId="2142532371"/>
        </pc:sldMkLst>
      </pc:sldChg>
      <pc:sldChg chg="add del">
        <pc:chgData name="Donald Ferguson" userId="d9cfb872-1f13-4322-b8de-11a4145bf6e2" providerId="ADAL" clId="{0A034640-45D1-5F4D-BEC0-1A6B369E60FE}" dt="2026-03-25T11:09:11.145" v="429" actId="2696"/>
        <pc:sldMkLst>
          <pc:docMk/>
          <pc:sldMk cId="3000207481" sldId="2142532372"/>
        </pc:sldMkLst>
      </pc:sldChg>
      <pc:sldChg chg="add del">
        <pc:chgData name="Donald Ferguson" userId="d9cfb872-1f13-4322-b8de-11a4145bf6e2" providerId="ADAL" clId="{0A034640-45D1-5F4D-BEC0-1A6B369E60FE}" dt="2026-03-25T11:09:11.153" v="436" actId="2696"/>
        <pc:sldMkLst>
          <pc:docMk/>
          <pc:sldMk cId="1301638779" sldId="2142532373"/>
        </pc:sldMkLst>
      </pc:sldChg>
      <pc:sldChg chg="addSp delSp modSp add del mod modClrScheme chgLayout">
        <pc:chgData name="Donald Ferguson" userId="d9cfb872-1f13-4322-b8de-11a4145bf6e2" providerId="ADAL" clId="{0A034640-45D1-5F4D-BEC0-1A6B369E60FE}" dt="2026-03-25T18:49:16.020" v="903" actId="2696"/>
        <pc:sldMkLst>
          <pc:docMk/>
          <pc:sldMk cId="761200544" sldId="2142532374"/>
        </pc:sldMkLst>
        <pc:spChg chg="add del mod ord">
          <ac:chgData name="Donald Ferguson" userId="d9cfb872-1f13-4322-b8de-11a4145bf6e2" providerId="ADAL" clId="{0A034640-45D1-5F4D-BEC0-1A6B369E60FE}" dt="2026-03-25T18:48:30.303" v="894" actId="700"/>
          <ac:spMkLst>
            <pc:docMk/>
            <pc:sldMk cId="761200544" sldId="2142532374"/>
            <ac:spMk id="2" creationId="{186C50C6-C8B0-E195-DC93-5B67F4FA66CF}"/>
          </ac:spMkLst>
        </pc:spChg>
      </pc:sldChg>
      <pc:sldChg chg="add del">
        <pc:chgData name="Donald Ferguson" userId="d9cfb872-1f13-4322-b8de-11a4145bf6e2" providerId="ADAL" clId="{0A034640-45D1-5F4D-BEC0-1A6B369E60FE}" dt="2026-03-25T18:49:27.276" v="913" actId="2696"/>
        <pc:sldMkLst>
          <pc:docMk/>
          <pc:sldMk cId="1442705378" sldId="2142532375"/>
        </pc:sldMkLst>
      </pc:sldChg>
      <pc:sldChg chg="add del">
        <pc:chgData name="Donald Ferguson" userId="d9cfb872-1f13-4322-b8de-11a4145bf6e2" providerId="ADAL" clId="{0A034640-45D1-5F4D-BEC0-1A6B369E60FE}" dt="2026-03-25T18:49:51.033" v="923" actId="2696"/>
        <pc:sldMkLst>
          <pc:docMk/>
          <pc:sldMk cId="999558639" sldId="2142532376"/>
        </pc:sldMkLst>
      </pc:sldChg>
      <pc:sldChg chg="add del">
        <pc:chgData name="Donald Ferguson" userId="d9cfb872-1f13-4322-b8de-11a4145bf6e2" providerId="ADAL" clId="{0A034640-45D1-5F4D-BEC0-1A6B369E60FE}" dt="2026-03-25T18:52:08.137" v="951" actId="2696"/>
        <pc:sldMkLst>
          <pc:docMk/>
          <pc:sldMk cId="3139984161" sldId="2142532377"/>
        </pc:sldMkLst>
      </pc:sldChg>
      <pc:sldChg chg="addSp delSp modSp add del mod modClrScheme chgLayout">
        <pc:chgData name="Donald Ferguson" userId="d9cfb872-1f13-4322-b8de-11a4145bf6e2" providerId="ADAL" clId="{0A034640-45D1-5F4D-BEC0-1A6B369E60FE}" dt="2026-03-25T18:43:04.698" v="769" actId="478"/>
        <pc:sldMkLst>
          <pc:docMk/>
          <pc:sldMk cId="2372315674" sldId="2142532415"/>
        </pc:sldMkLst>
        <pc:spChg chg="add del mod ord">
          <ac:chgData name="Donald Ferguson" userId="d9cfb872-1f13-4322-b8de-11a4145bf6e2" providerId="ADAL" clId="{0A034640-45D1-5F4D-BEC0-1A6B369E60FE}" dt="2026-03-25T18:43:04.698" v="769" actId="478"/>
          <ac:spMkLst>
            <pc:docMk/>
            <pc:sldMk cId="2372315674" sldId="2142532415"/>
            <ac:spMk id="2" creationId="{2307F649-46DE-DFBC-27CC-7B55435EEFD7}"/>
          </ac:spMkLst>
        </pc:spChg>
        <pc:spChg chg="mod ord">
          <ac:chgData name="Donald Ferguson" userId="d9cfb872-1f13-4322-b8de-11a4145bf6e2" providerId="ADAL" clId="{0A034640-45D1-5F4D-BEC0-1A6B369E60FE}" dt="2026-03-25T18:43:01.881" v="768" actId="700"/>
          <ac:spMkLst>
            <pc:docMk/>
            <pc:sldMk cId="2372315674" sldId="2142532415"/>
            <ac:spMk id="3" creationId="{614B778D-CDAB-9C08-6199-9F3E3FF1FA6A}"/>
          </ac:spMkLst>
        </pc:spChg>
      </pc:sldChg>
      <pc:sldChg chg="addSp delSp modSp add del mod modClrScheme chgLayout">
        <pc:chgData name="Donald Ferguson" userId="d9cfb872-1f13-4322-b8de-11a4145bf6e2" providerId="ADAL" clId="{0A034640-45D1-5F4D-BEC0-1A6B369E60FE}" dt="2026-03-25T18:43:39.355" v="774" actId="478"/>
        <pc:sldMkLst>
          <pc:docMk/>
          <pc:sldMk cId="3825426612" sldId="2142532416"/>
        </pc:sldMkLst>
        <pc:spChg chg="add del mod ord">
          <ac:chgData name="Donald Ferguson" userId="d9cfb872-1f13-4322-b8de-11a4145bf6e2" providerId="ADAL" clId="{0A034640-45D1-5F4D-BEC0-1A6B369E60FE}" dt="2026-03-25T18:43:39.355" v="774" actId="478"/>
          <ac:spMkLst>
            <pc:docMk/>
            <pc:sldMk cId="3825426612" sldId="2142532416"/>
            <ac:spMk id="2" creationId="{7F9ED8F4-A94C-F5A5-4D14-D0F2D0B71C9D}"/>
          </ac:spMkLst>
        </pc:spChg>
        <pc:spChg chg="mod ord">
          <ac:chgData name="Donald Ferguson" userId="d9cfb872-1f13-4322-b8de-11a4145bf6e2" providerId="ADAL" clId="{0A034640-45D1-5F4D-BEC0-1A6B369E60FE}" dt="2026-03-25T18:43:35.040" v="773" actId="700"/>
          <ac:spMkLst>
            <pc:docMk/>
            <pc:sldMk cId="3825426612" sldId="2142532416"/>
            <ac:spMk id="3" creationId="{8A83DA03-D2C5-49B2-420C-131545F9E26B}"/>
          </ac:spMkLst>
        </pc:spChg>
      </pc:sldChg>
      <pc:sldChg chg="addSp delSp modSp add del mod modClrScheme chgLayout">
        <pc:chgData name="Donald Ferguson" userId="d9cfb872-1f13-4322-b8de-11a4145bf6e2" providerId="ADAL" clId="{0A034640-45D1-5F4D-BEC0-1A6B369E60FE}" dt="2026-03-25T18:44:27.029" v="784" actId="2696"/>
        <pc:sldMkLst>
          <pc:docMk/>
          <pc:sldMk cId="271170944" sldId="2142532417"/>
        </pc:sldMkLst>
        <pc:spChg chg="add mod ord">
          <ac:chgData name="Donald Ferguson" userId="d9cfb872-1f13-4322-b8de-11a4145bf6e2" providerId="ADAL" clId="{0A034640-45D1-5F4D-BEC0-1A6B369E60FE}" dt="2026-03-25T18:43:52.068" v="775" actId="700"/>
          <ac:spMkLst>
            <pc:docMk/>
            <pc:sldMk cId="271170944" sldId="2142532417"/>
            <ac:spMk id="2" creationId="{D728499A-A08E-5D36-6A6B-55ECE8D49A50}"/>
          </ac:spMkLst>
        </pc:spChg>
        <pc:spChg chg="del">
          <ac:chgData name="Donald Ferguson" userId="d9cfb872-1f13-4322-b8de-11a4145bf6e2" providerId="ADAL" clId="{0A034640-45D1-5F4D-BEC0-1A6B369E60FE}" dt="2026-03-25T18:44:01.786" v="776" actId="478"/>
          <ac:spMkLst>
            <pc:docMk/>
            <pc:sldMk cId="271170944" sldId="2142532417"/>
            <ac:spMk id="7" creationId="{FACC11EB-2D19-6DF2-5BAB-1B5049446624}"/>
          </ac:spMkLst>
        </pc:spChg>
      </pc:sldChg>
      <pc:sldChg chg="add del">
        <pc:chgData name="Donald Ferguson" userId="d9cfb872-1f13-4322-b8de-11a4145bf6e2" providerId="ADAL" clId="{0A034640-45D1-5F4D-BEC0-1A6B369E60FE}" dt="2026-03-25T18:44:55.433" v="807" actId="2696"/>
        <pc:sldMkLst>
          <pc:docMk/>
          <pc:sldMk cId="602878797" sldId="2142532418"/>
        </pc:sldMkLst>
      </pc:sldChg>
      <pc:sldChg chg="add del">
        <pc:chgData name="Donald Ferguson" userId="d9cfb872-1f13-4322-b8de-11a4145bf6e2" providerId="ADAL" clId="{0A034640-45D1-5F4D-BEC0-1A6B369E60FE}" dt="2026-03-25T18:45:17.446" v="809" actId="2696"/>
        <pc:sldMkLst>
          <pc:docMk/>
          <pc:sldMk cId="3975866503" sldId="2142532420"/>
        </pc:sldMkLst>
      </pc:sldChg>
      <pc:sldChg chg="add del">
        <pc:chgData name="Donald Ferguson" userId="d9cfb872-1f13-4322-b8de-11a4145bf6e2" providerId="ADAL" clId="{0A034640-45D1-5F4D-BEC0-1A6B369E60FE}" dt="2026-03-25T18:47:44.299" v="878" actId="2696"/>
        <pc:sldMkLst>
          <pc:docMk/>
          <pc:sldMk cId="4222815206" sldId="2142532421"/>
        </pc:sldMkLst>
      </pc:sldChg>
      <pc:sldChg chg="add del">
        <pc:chgData name="Donald Ferguson" userId="d9cfb872-1f13-4322-b8de-11a4145bf6e2" providerId="ADAL" clId="{0A034640-45D1-5F4D-BEC0-1A6B369E60FE}" dt="2026-03-25T18:48:13.030" v="892" actId="2696"/>
        <pc:sldMkLst>
          <pc:docMk/>
          <pc:sldMk cId="2324366177" sldId="2142532422"/>
        </pc:sldMkLst>
      </pc:sldChg>
      <pc:sldChg chg="add del">
        <pc:chgData name="Donald Ferguson" userId="d9cfb872-1f13-4322-b8de-11a4145bf6e2" providerId="ADAL" clId="{0A034640-45D1-5F4D-BEC0-1A6B369E60FE}" dt="2026-03-25T18:42:06.728" v="745"/>
        <pc:sldMkLst>
          <pc:docMk/>
          <pc:sldMk cId="1771881750" sldId="2142532423"/>
        </pc:sldMkLst>
      </pc:sldChg>
      <pc:sldChg chg="modSp add del mod modClrScheme chgLayout">
        <pc:chgData name="Donald Ferguson" userId="d9cfb872-1f13-4322-b8de-11a4145bf6e2" providerId="ADAL" clId="{0A034640-45D1-5F4D-BEC0-1A6B369E60FE}" dt="2026-03-25T18:45:12.443" v="808" actId="700"/>
        <pc:sldMkLst>
          <pc:docMk/>
          <pc:sldMk cId="664987563" sldId="2142532424"/>
        </pc:sldMkLst>
        <pc:spChg chg="mod ord">
          <ac:chgData name="Donald Ferguson" userId="d9cfb872-1f13-4322-b8de-11a4145bf6e2" providerId="ADAL" clId="{0A034640-45D1-5F4D-BEC0-1A6B369E60FE}" dt="2026-03-25T18:45:12.443" v="808" actId="700"/>
          <ac:spMkLst>
            <pc:docMk/>
            <pc:sldMk cId="664987563" sldId="2142532424"/>
            <ac:spMk id="2" creationId="{22CFBAAF-DE8D-0B36-404A-9CAB92032BA5}"/>
          </ac:spMkLst>
        </pc:spChg>
        <pc:spChg chg="mod ord">
          <ac:chgData name="Donald Ferguson" userId="d9cfb872-1f13-4322-b8de-11a4145bf6e2" providerId="ADAL" clId="{0A034640-45D1-5F4D-BEC0-1A6B369E60FE}" dt="2026-03-25T18:45:12.443" v="808" actId="700"/>
          <ac:spMkLst>
            <pc:docMk/>
            <pc:sldMk cId="664987563" sldId="2142532424"/>
            <ac:spMk id="3" creationId="{9FC77C89-6407-096A-404E-F6D5457A6566}"/>
          </ac:spMkLst>
        </pc:spChg>
      </pc:sldChg>
      <pc:sldChg chg="modSp add del mod modClrScheme chgLayout">
        <pc:chgData name="Donald Ferguson" userId="d9cfb872-1f13-4322-b8de-11a4145bf6e2" providerId="ADAL" clId="{0A034640-45D1-5F4D-BEC0-1A6B369E60FE}" dt="2026-03-25T18:46:48.280" v="855" actId="14100"/>
        <pc:sldMkLst>
          <pc:docMk/>
          <pc:sldMk cId="970701124" sldId="2142532425"/>
        </pc:sldMkLst>
        <pc:spChg chg="mod ord">
          <ac:chgData name="Donald Ferguson" userId="d9cfb872-1f13-4322-b8de-11a4145bf6e2" providerId="ADAL" clId="{0A034640-45D1-5F4D-BEC0-1A6B369E60FE}" dt="2026-03-25T18:46:48.280" v="855" actId="14100"/>
          <ac:spMkLst>
            <pc:docMk/>
            <pc:sldMk cId="970701124" sldId="2142532425"/>
            <ac:spMk id="2" creationId="{2EEAB389-1D26-6D50-27B5-08286EB4F5B9}"/>
          </ac:spMkLst>
        </pc:spChg>
        <pc:spChg chg="mod ord">
          <ac:chgData name="Donald Ferguson" userId="d9cfb872-1f13-4322-b8de-11a4145bf6e2" providerId="ADAL" clId="{0A034640-45D1-5F4D-BEC0-1A6B369E60FE}" dt="2026-03-25T18:46:35.635" v="854" actId="700"/>
          <ac:spMkLst>
            <pc:docMk/>
            <pc:sldMk cId="970701124" sldId="2142532425"/>
            <ac:spMk id="3" creationId="{5378561B-48CE-C498-D710-7B5A3820B744}"/>
          </ac:spMkLst>
        </pc:spChg>
      </pc:sldChg>
      <pc:sldChg chg="modSp add del mod modClrScheme chgLayout">
        <pc:chgData name="Donald Ferguson" userId="d9cfb872-1f13-4322-b8de-11a4145bf6e2" providerId="ADAL" clId="{0A034640-45D1-5F4D-BEC0-1A6B369E60FE}" dt="2026-03-25T18:47:07.969" v="856" actId="700"/>
        <pc:sldMkLst>
          <pc:docMk/>
          <pc:sldMk cId="1208639840" sldId="2142532427"/>
        </pc:sldMkLst>
        <pc:spChg chg="mod ord">
          <ac:chgData name="Donald Ferguson" userId="d9cfb872-1f13-4322-b8de-11a4145bf6e2" providerId="ADAL" clId="{0A034640-45D1-5F4D-BEC0-1A6B369E60FE}" dt="2026-03-25T18:47:07.969" v="856" actId="700"/>
          <ac:spMkLst>
            <pc:docMk/>
            <pc:sldMk cId="1208639840" sldId="2142532427"/>
            <ac:spMk id="2" creationId="{3BB7554E-4FE7-1A6E-41C5-8A8320368102}"/>
          </ac:spMkLst>
        </pc:spChg>
        <pc:spChg chg="mod ord">
          <ac:chgData name="Donald Ferguson" userId="d9cfb872-1f13-4322-b8de-11a4145bf6e2" providerId="ADAL" clId="{0A034640-45D1-5F4D-BEC0-1A6B369E60FE}" dt="2026-03-25T18:47:07.969" v="856" actId="700"/>
          <ac:spMkLst>
            <pc:docMk/>
            <pc:sldMk cId="1208639840" sldId="2142532427"/>
            <ac:spMk id="3" creationId="{06D64DC3-E2B9-6689-0C93-5E26DC3DC04C}"/>
          </ac:spMkLst>
        </pc:spChg>
      </pc:sldChg>
      <pc:sldChg chg="addSp delSp modSp add del mod modClrScheme chgLayout">
        <pc:chgData name="Donald Ferguson" userId="d9cfb872-1f13-4322-b8de-11a4145bf6e2" providerId="ADAL" clId="{0A034640-45D1-5F4D-BEC0-1A6B369E60FE}" dt="2026-03-25T18:43:14.025" v="771" actId="478"/>
        <pc:sldMkLst>
          <pc:docMk/>
          <pc:sldMk cId="2214056054" sldId="2142532445"/>
        </pc:sldMkLst>
        <pc:spChg chg="add del mod ord">
          <ac:chgData name="Donald Ferguson" userId="d9cfb872-1f13-4322-b8de-11a4145bf6e2" providerId="ADAL" clId="{0A034640-45D1-5F4D-BEC0-1A6B369E60FE}" dt="2026-03-25T18:43:14.025" v="771" actId="478"/>
          <ac:spMkLst>
            <pc:docMk/>
            <pc:sldMk cId="2214056054" sldId="2142532445"/>
            <ac:spMk id="2" creationId="{5FDA069A-08C2-4BE5-EE65-9906F891629C}"/>
          </ac:spMkLst>
        </pc:spChg>
        <pc:spChg chg="mod ord">
          <ac:chgData name="Donald Ferguson" userId="d9cfb872-1f13-4322-b8de-11a4145bf6e2" providerId="ADAL" clId="{0A034640-45D1-5F4D-BEC0-1A6B369E60FE}" dt="2026-03-25T18:43:11.666" v="770" actId="700"/>
          <ac:spMkLst>
            <pc:docMk/>
            <pc:sldMk cId="2214056054" sldId="2142532445"/>
            <ac:spMk id="3" creationId="{E22F82F1-0570-F1E1-E069-61C476AA68F1}"/>
          </ac:spMkLst>
        </pc:spChg>
      </pc:sldChg>
      <pc:sldChg chg="modSp new mod">
        <pc:chgData name="Donald Ferguson" userId="d9cfb872-1f13-4322-b8de-11a4145bf6e2" providerId="ADAL" clId="{0A034640-45D1-5F4D-BEC0-1A6B369E60FE}" dt="2026-03-25T11:51:01.820" v="663" actId="20577"/>
        <pc:sldMkLst>
          <pc:docMk/>
          <pc:sldMk cId="3993200947" sldId="2142532495"/>
        </pc:sldMkLst>
        <pc:spChg chg="mod">
          <ac:chgData name="Donald Ferguson" userId="d9cfb872-1f13-4322-b8de-11a4145bf6e2" providerId="ADAL" clId="{0A034640-45D1-5F4D-BEC0-1A6B369E60FE}" dt="2026-03-25T11:51:01.820" v="663" actId="20577"/>
          <ac:spMkLst>
            <pc:docMk/>
            <pc:sldMk cId="3993200947" sldId="2142532495"/>
            <ac:spMk id="3" creationId="{B51DE9A9-4458-6CCD-2F37-49B7D6B3A090}"/>
          </ac:spMkLst>
        </pc:spChg>
      </pc:sldChg>
      <pc:sldChg chg="modSp new del mod">
        <pc:chgData name="Donald Ferguson" userId="d9cfb872-1f13-4322-b8de-11a4145bf6e2" providerId="ADAL" clId="{0A034640-45D1-5F4D-BEC0-1A6B369E60FE}" dt="2026-03-25T11:09:11.144" v="427" actId="2696"/>
        <pc:sldMkLst>
          <pc:docMk/>
          <pc:sldMk cId="2870277979" sldId="2142532496"/>
        </pc:sldMkLst>
      </pc:sldChg>
      <pc:sldChg chg="modSp add del mod">
        <pc:chgData name="Donald Ferguson" userId="d9cfb872-1f13-4322-b8de-11a4145bf6e2" providerId="ADAL" clId="{0A034640-45D1-5F4D-BEC0-1A6B369E60FE}" dt="2026-03-25T18:53:21.576" v="968" actId="2696"/>
        <pc:sldMkLst>
          <pc:docMk/>
          <pc:sldMk cId="1449536471" sldId="2142532497"/>
        </pc:sldMkLst>
      </pc:sldChg>
      <pc:sldChg chg="modSp new mod">
        <pc:chgData name="Donald Ferguson" userId="d9cfb872-1f13-4322-b8de-11a4145bf6e2" providerId="ADAL" clId="{0A034640-45D1-5F4D-BEC0-1A6B369E60FE}" dt="2026-03-12T12:29:44.347" v="291" actId="20577"/>
        <pc:sldMkLst>
          <pc:docMk/>
          <pc:sldMk cId="2448301413" sldId="2142532498"/>
        </pc:sldMkLst>
        <pc:spChg chg="mod">
          <ac:chgData name="Donald Ferguson" userId="d9cfb872-1f13-4322-b8de-11a4145bf6e2" providerId="ADAL" clId="{0A034640-45D1-5F4D-BEC0-1A6B369E60FE}" dt="2026-03-12T12:29:44.347" v="291" actId="20577"/>
          <ac:spMkLst>
            <pc:docMk/>
            <pc:sldMk cId="2448301413" sldId="2142532498"/>
            <ac:spMk id="2" creationId="{7DB10CA0-D8EC-B87E-4069-85BC968633CC}"/>
          </ac:spMkLst>
        </pc:spChg>
      </pc:sldChg>
      <pc:sldChg chg="modSp add mod">
        <pc:chgData name="Donald Ferguson" userId="d9cfb872-1f13-4322-b8de-11a4145bf6e2" providerId="ADAL" clId="{0A034640-45D1-5F4D-BEC0-1A6B369E60FE}" dt="2026-03-12T12:30:13.016" v="323" actId="20577"/>
        <pc:sldMkLst>
          <pc:docMk/>
          <pc:sldMk cId="1688774022" sldId="2142532499"/>
        </pc:sldMkLst>
        <pc:spChg chg="mod">
          <ac:chgData name="Donald Ferguson" userId="d9cfb872-1f13-4322-b8de-11a4145bf6e2" providerId="ADAL" clId="{0A034640-45D1-5F4D-BEC0-1A6B369E60FE}" dt="2026-03-12T12:30:13.016" v="323" actId="20577"/>
          <ac:spMkLst>
            <pc:docMk/>
            <pc:sldMk cId="1688774022" sldId="2142532499"/>
            <ac:spMk id="2" creationId="{C862964A-526F-C71E-4DDC-69D14A114057}"/>
          </ac:spMkLst>
        </pc:spChg>
      </pc:sldChg>
      <pc:sldChg chg="modSp add mod">
        <pc:chgData name="Donald Ferguson" userId="d9cfb872-1f13-4322-b8de-11a4145bf6e2" providerId="ADAL" clId="{0A034640-45D1-5F4D-BEC0-1A6B369E60FE}" dt="2026-03-25T11:51:15.816" v="688" actId="20577"/>
        <pc:sldMkLst>
          <pc:docMk/>
          <pc:sldMk cId="1641682709" sldId="2142532500"/>
        </pc:sldMkLst>
        <pc:spChg chg="mod">
          <ac:chgData name="Donald Ferguson" userId="d9cfb872-1f13-4322-b8de-11a4145bf6e2" providerId="ADAL" clId="{0A034640-45D1-5F4D-BEC0-1A6B369E60FE}" dt="2026-03-25T11:51:15.816" v="688" actId="20577"/>
          <ac:spMkLst>
            <pc:docMk/>
            <pc:sldMk cId="1641682709" sldId="2142532500"/>
            <ac:spMk id="2" creationId="{39AF92E5-59A9-BB3E-1E84-E71EA093188D}"/>
          </ac:spMkLst>
        </pc:spChg>
      </pc:sldChg>
      <pc:sldChg chg="modSp add del mod">
        <pc:chgData name="Donald Ferguson" userId="d9cfb872-1f13-4322-b8de-11a4145bf6e2" providerId="ADAL" clId="{0A034640-45D1-5F4D-BEC0-1A6B369E60FE}" dt="2026-03-25T11:09:11.340" v="466" actId="2696"/>
        <pc:sldMkLst>
          <pc:docMk/>
          <pc:sldMk cId="4137976071" sldId="2142532501"/>
        </pc:sldMkLst>
      </pc:sldChg>
      <pc:sldChg chg="modSp add del mod">
        <pc:chgData name="Donald Ferguson" userId="d9cfb872-1f13-4322-b8de-11a4145bf6e2" providerId="ADAL" clId="{0A034640-45D1-5F4D-BEC0-1A6B369E60FE}" dt="2026-03-25T18:53:23.366" v="969" actId="2696"/>
        <pc:sldMkLst>
          <pc:docMk/>
          <pc:sldMk cId="4237625886" sldId="2142532502"/>
        </pc:sldMkLst>
      </pc:sldChg>
      <pc:sldChg chg="modSp add del mod">
        <pc:chgData name="Donald Ferguson" userId="d9cfb872-1f13-4322-b8de-11a4145bf6e2" providerId="ADAL" clId="{0A034640-45D1-5F4D-BEC0-1A6B369E60FE}" dt="2026-03-25T11:10:02.184" v="481" actId="2696"/>
        <pc:sldMkLst>
          <pc:docMk/>
          <pc:sldMk cId="2794986963" sldId="2142532503"/>
        </pc:sldMkLst>
      </pc:sldChg>
      <pc:sldChg chg="modSp add del mod">
        <pc:chgData name="Donald Ferguson" userId="d9cfb872-1f13-4322-b8de-11a4145bf6e2" providerId="ADAL" clId="{0A034640-45D1-5F4D-BEC0-1A6B369E60FE}" dt="2026-03-25T18:53:25.530" v="971" actId="2696"/>
        <pc:sldMkLst>
          <pc:docMk/>
          <pc:sldMk cId="3040537923" sldId="2142532504"/>
        </pc:sldMkLst>
        <pc:spChg chg="mod">
          <ac:chgData name="Donald Ferguson" userId="d9cfb872-1f13-4322-b8de-11a4145bf6e2" providerId="ADAL" clId="{0A034640-45D1-5F4D-BEC0-1A6B369E60FE}" dt="2026-03-25T11:14:49.605" v="621" actId="20577"/>
          <ac:spMkLst>
            <pc:docMk/>
            <pc:sldMk cId="3040537923" sldId="2142532504"/>
            <ac:spMk id="2" creationId="{11A2ADBC-E489-3B61-463B-53F896004CB9}"/>
          </ac:spMkLst>
        </pc:spChg>
      </pc:sldChg>
      <pc:sldChg chg="modSp add mod">
        <pc:chgData name="Donald Ferguson" userId="d9cfb872-1f13-4322-b8de-11a4145bf6e2" providerId="ADAL" clId="{0A034640-45D1-5F4D-BEC0-1A6B369E60FE}" dt="2026-03-25T11:51:39.174" v="715" actId="20577"/>
        <pc:sldMkLst>
          <pc:docMk/>
          <pc:sldMk cId="1868007425" sldId="2142532505"/>
        </pc:sldMkLst>
        <pc:spChg chg="mod">
          <ac:chgData name="Donald Ferguson" userId="d9cfb872-1f13-4322-b8de-11a4145bf6e2" providerId="ADAL" clId="{0A034640-45D1-5F4D-BEC0-1A6B369E60FE}" dt="2026-03-25T11:51:39.174" v="715" actId="20577"/>
          <ac:spMkLst>
            <pc:docMk/>
            <pc:sldMk cId="1868007425" sldId="2142532505"/>
            <ac:spMk id="2" creationId="{D8C31CC0-0FBC-166B-DB1D-99F26458A798}"/>
          </ac:spMkLst>
        </pc:spChg>
      </pc:sldChg>
      <pc:sldChg chg="modSp add mod">
        <pc:chgData name="Donald Ferguson" userId="d9cfb872-1f13-4322-b8de-11a4145bf6e2" providerId="ADAL" clId="{0A034640-45D1-5F4D-BEC0-1A6B369E60FE}" dt="2026-03-25T18:35:00.207" v="732" actId="20577"/>
        <pc:sldMkLst>
          <pc:docMk/>
          <pc:sldMk cId="1744328489" sldId="2142532506"/>
        </pc:sldMkLst>
        <pc:spChg chg="mod">
          <ac:chgData name="Donald Ferguson" userId="d9cfb872-1f13-4322-b8de-11a4145bf6e2" providerId="ADAL" clId="{0A034640-45D1-5F4D-BEC0-1A6B369E60FE}" dt="2026-03-25T18:35:00.207" v="732" actId="20577"/>
          <ac:spMkLst>
            <pc:docMk/>
            <pc:sldMk cId="1744328489" sldId="2142532506"/>
            <ac:spMk id="2" creationId="{B77DDB4E-01E0-1E87-7094-EF183FC6172D}"/>
          </ac:spMkLst>
        </pc:spChg>
      </pc:sldChg>
      <pc:sldChg chg="add del">
        <pc:chgData name="Donald Ferguson" userId="d9cfb872-1f13-4322-b8de-11a4145bf6e2" providerId="ADAL" clId="{0A034640-45D1-5F4D-BEC0-1A6B369E60FE}" dt="2026-03-25T18:34:53.582" v="724"/>
        <pc:sldMkLst>
          <pc:docMk/>
          <pc:sldMk cId="1963715732" sldId="2142532506"/>
        </pc:sldMkLst>
      </pc:sldChg>
      <pc:sldChg chg="add">
        <pc:chgData name="Donald Ferguson" userId="d9cfb872-1f13-4322-b8de-11a4145bf6e2" providerId="ADAL" clId="{0A034640-45D1-5F4D-BEC0-1A6B369E60FE}" dt="2026-03-25T18:42:06.728" v="745"/>
        <pc:sldMkLst>
          <pc:docMk/>
          <pc:sldMk cId="440386836" sldId="2142532507"/>
        </pc:sldMkLst>
      </pc:sldChg>
      <pc:sldChg chg="add del">
        <pc:chgData name="Donald Ferguson" userId="d9cfb872-1f13-4322-b8de-11a4145bf6e2" providerId="ADAL" clId="{0A034640-45D1-5F4D-BEC0-1A6B369E60FE}" dt="2026-03-25T18:42:06.690" v="744"/>
        <pc:sldMkLst>
          <pc:docMk/>
          <pc:sldMk cId="2831021412" sldId="2142532507"/>
        </pc:sldMkLst>
      </pc:sldChg>
      <pc:sldChg chg="modSp add mod">
        <pc:chgData name="Donald Ferguson" userId="d9cfb872-1f13-4322-b8de-11a4145bf6e2" providerId="ADAL" clId="{0A034640-45D1-5F4D-BEC0-1A6B369E60FE}" dt="2026-03-25T18:42:41.474" v="765" actId="20577"/>
        <pc:sldMkLst>
          <pc:docMk/>
          <pc:sldMk cId="1997447451" sldId="2142532508"/>
        </pc:sldMkLst>
        <pc:spChg chg="mod">
          <ac:chgData name="Donald Ferguson" userId="d9cfb872-1f13-4322-b8de-11a4145bf6e2" providerId="ADAL" clId="{0A034640-45D1-5F4D-BEC0-1A6B369E60FE}" dt="2026-03-25T18:42:41.474" v="765" actId="20577"/>
          <ac:spMkLst>
            <pc:docMk/>
            <pc:sldMk cId="1997447451" sldId="2142532508"/>
            <ac:spMk id="2" creationId="{0B4E8210-B61E-300B-2775-C86777E42C3D}"/>
          </ac:spMkLst>
        </pc:spChg>
      </pc:sldChg>
      <pc:sldChg chg="add del">
        <pc:chgData name="Donald Ferguson" userId="d9cfb872-1f13-4322-b8de-11a4145bf6e2" providerId="ADAL" clId="{0A034640-45D1-5F4D-BEC0-1A6B369E60FE}" dt="2026-03-25T18:42:29.425" v="747"/>
        <pc:sldMkLst>
          <pc:docMk/>
          <pc:sldMk cId="4257104346" sldId="2142532508"/>
        </pc:sldMkLst>
      </pc:sldChg>
      <pc:sldChg chg="modSp add mod">
        <pc:chgData name="Donald Ferguson" userId="d9cfb872-1f13-4322-b8de-11a4145bf6e2" providerId="ADAL" clId="{0A034640-45D1-5F4D-BEC0-1A6B369E60FE}" dt="2026-03-25T18:44:23.024" v="783" actId="20577"/>
        <pc:sldMkLst>
          <pc:docMk/>
          <pc:sldMk cId="627962407" sldId="2142532509"/>
        </pc:sldMkLst>
        <pc:spChg chg="mod">
          <ac:chgData name="Donald Ferguson" userId="d9cfb872-1f13-4322-b8de-11a4145bf6e2" providerId="ADAL" clId="{0A034640-45D1-5F4D-BEC0-1A6B369E60FE}" dt="2026-03-25T18:44:23.024" v="783" actId="20577"/>
          <ac:spMkLst>
            <pc:docMk/>
            <pc:sldMk cId="627962407" sldId="2142532509"/>
            <ac:spMk id="2" creationId="{0C709C33-0F91-0A63-4521-961D7640362B}"/>
          </ac:spMkLst>
        </pc:spChg>
      </pc:sldChg>
      <pc:sldChg chg="add del">
        <pc:chgData name="Donald Ferguson" userId="d9cfb872-1f13-4322-b8de-11a4145bf6e2" providerId="ADAL" clId="{0A034640-45D1-5F4D-BEC0-1A6B369E60FE}" dt="2026-03-25T18:44:19.155" v="778"/>
        <pc:sldMkLst>
          <pc:docMk/>
          <pc:sldMk cId="3488505686" sldId="2142532509"/>
        </pc:sldMkLst>
      </pc:sldChg>
      <pc:sldChg chg="add del">
        <pc:chgData name="Donald Ferguson" userId="d9cfb872-1f13-4322-b8de-11a4145bf6e2" providerId="ADAL" clId="{0A034640-45D1-5F4D-BEC0-1A6B369E60FE}" dt="2026-03-25T18:44:44.040" v="786"/>
        <pc:sldMkLst>
          <pc:docMk/>
          <pc:sldMk cId="1081680180" sldId="2142532510"/>
        </pc:sldMkLst>
      </pc:sldChg>
      <pc:sldChg chg="modSp add mod">
        <pc:chgData name="Donald Ferguson" userId="d9cfb872-1f13-4322-b8de-11a4145bf6e2" providerId="ADAL" clId="{0A034640-45D1-5F4D-BEC0-1A6B369E60FE}" dt="2026-03-25T18:46:12.066" v="825" actId="20577"/>
        <pc:sldMkLst>
          <pc:docMk/>
          <pc:sldMk cId="2188451291" sldId="2142532510"/>
        </pc:sldMkLst>
        <pc:spChg chg="mod">
          <ac:chgData name="Donald Ferguson" userId="d9cfb872-1f13-4322-b8de-11a4145bf6e2" providerId="ADAL" clId="{0A034640-45D1-5F4D-BEC0-1A6B369E60FE}" dt="2026-03-25T18:46:12.066" v="825" actId="20577"/>
          <ac:spMkLst>
            <pc:docMk/>
            <pc:sldMk cId="2188451291" sldId="2142532510"/>
            <ac:spMk id="2" creationId="{DA1980FE-A0E2-67AC-9051-82D0D31A4061}"/>
          </ac:spMkLst>
        </pc:spChg>
      </pc:sldChg>
      <pc:sldChg chg="modSp add mod">
        <pc:chgData name="Donald Ferguson" userId="d9cfb872-1f13-4322-b8de-11a4145bf6e2" providerId="ADAL" clId="{0A034640-45D1-5F4D-BEC0-1A6B369E60FE}" dt="2026-03-25T18:46:24.195" v="853" actId="20577"/>
        <pc:sldMkLst>
          <pc:docMk/>
          <pc:sldMk cId="3247761332" sldId="2142532511"/>
        </pc:sldMkLst>
        <pc:spChg chg="mod">
          <ac:chgData name="Donald Ferguson" userId="d9cfb872-1f13-4322-b8de-11a4145bf6e2" providerId="ADAL" clId="{0A034640-45D1-5F4D-BEC0-1A6B369E60FE}" dt="2026-03-25T18:46:24.195" v="853" actId="20577"/>
          <ac:spMkLst>
            <pc:docMk/>
            <pc:sldMk cId="3247761332" sldId="2142532511"/>
            <ac:spMk id="2" creationId="{6CA323B3-BB7A-96AE-90D4-6D9C01348C5B}"/>
          </ac:spMkLst>
        </pc:spChg>
      </pc:sldChg>
      <pc:sldChg chg="modSp add mod">
        <pc:chgData name="Donald Ferguson" userId="d9cfb872-1f13-4322-b8de-11a4145bf6e2" providerId="ADAL" clId="{0A034640-45D1-5F4D-BEC0-1A6B369E60FE}" dt="2026-03-25T18:47:40.492" v="877" actId="20577"/>
        <pc:sldMkLst>
          <pc:docMk/>
          <pc:sldMk cId="502904856" sldId="2142532512"/>
        </pc:sldMkLst>
        <pc:spChg chg="mod">
          <ac:chgData name="Donald Ferguson" userId="d9cfb872-1f13-4322-b8de-11a4145bf6e2" providerId="ADAL" clId="{0A034640-45D1-5F4D-BEC0-1A6B369E60FE}" dt="2026-03-25T18:47:40.492" v="877" actId="20577"/>
          <ac:spMkLst>
            <pc:docMk/>
            <pc:sldMk cId="502904856" sldId="2142532512"/>
            <ac:spMk id="2" creationId="{803F0484-0599-CFBE-86BF-0F83EE2ED463}"/>
          </ac:spMkLst>
        </pc:spChg>
      </pc:sldChg>
      <pc:sldChg chg="add del">
        <pc:chgData name="Donald Ferguson" userId="d9cfb872-1f13-4322-b8de-11a4145bf6e2" providerId="ADAL" clId="{0A034640-45D1-5F4D-BEC0-1A6B369E60FE}" dt="2026-03-25T18:47:30.625" v="858"/>
        <pc:sldMkLst>
          <pc:docMk/>
          <pc:sldMk cId="1707798098" sldId="2142532512"/>
        </pc:sldMkLst>
      </pc:sldChg>
      <pc:sldChg chg="add del">
        <pc:chgData name="Donald Ferguson" userId="d9cfb872-1f13-4322-b8de-11a4145bf6e2" providerId="ADAL" clId="{0A034640-45D1-5F4D-BEC0-1A6B369E60FE}" dt="2026-03-25T18:48:03.328" v="880"/>
        <pc:sldMkLst>
          <pc:docMk/>
          <pc:sldMk cId="2240908371" sldId="2142532513"/>
        </pc:sldMkLst>
      </pc:sldChg>
      <pc:sldChg chg="modSp add mod">
        <pc:chgData name="Donald Ferguson" userId="d9cfb872-1f13-4322-b8de-11a4145bf6e2" providerId="ADAL" clId="{0A034640-45D1-5F4D-BEC0-1A6B369E60FE}" dt="2026-03-25T18:48:09.753" v="891" actId="20577"/>
        <pc:sldMkLst>
          <pc:docMk/>
          <pc:sldMk cId="2323230218" sldId="2142532513"/>
        </pc:sldMkLst>
        <pc:spChg chg="mod">
          <ac:chgData name="Donald Ferguson" userId="d9cfb872-1f13-4322-b8de-11a4145bf6e2" providerId="ADAL" clId="{0A034640-45D1-5F4D-BEC0-1A6B369E60FE}" dt="2026-03-25T18:48:09.753" v="891" actId="20577"/>
          <ac:spMkLst>
            <pc:docMk/>
            <pc:sldMk cId="2323230218" sldId="2142532513"/>
            <ac:spMk id="2" creationId="{824C8FBA-C154-A4D3-68DB-0996C2A2BCC8}"/>
          </ac:spMkLst>
        </pc:spChg>
      </pc:sldChg>
      <pc:sldChg chg="add del">
        <pc:chgData name="Donald Ferguson" userId="d9cfb872-1f13-4322-b8de-11a4145bf6e2" providerId="ADAL" clId="{0A034640-45D1-5F4D-BEC0-1A6B369E60FE}" dt="2026-03-25T18:48:55.501" v="896"/>
        <pc:sldMkLst>
          <pc:docMk/>
          <pc:sldMk cId="1191075352" sldId="2142532514"/>
        </pc:sldMkLst>
      </pc:sldChg>
      <pc:sldChg chg="modSp add mod">
        <pc:chgData name="Donald Ferguson" userId="d9cfb872-1f13-4322-b8de-11a4145bf6e2" providerId="ADAL" clId="{0A034640-45D1-5F4D-BEC0-1A6B369E60FE}" dt="2026-03-25T18:49:03.980" v="902" actId="20577"/>
        <pc:sldMkLst>
          <pc:docMk/>
          <pc:sldMk cId="4150910768" sldId="2142532514"/>
        </pc:sldMkLst>
        <pc:spChg chg="mod">
          <ac:chgData name="Donald Ferguson" userId="d9cfb872-1f13-4322-b8de-11a4145bf6e2" providerId="ADAL" clId="{0A034640-45D1-5F4D-BEC0-1A6B369E60FE}" dt="2026-03-25T18:49:03.980" v="902" actId="20577"/>
          <ac:spMkLst>
            <pc:docMk/>
            <pc:sldMk cId="4150910768" sldId="2142532514"/>
            <ac:spMk id="2" creationId="{8943E747-1902-7C18-1B73-7F2778F49799}"/>
          </ac:spMkLst>
        </pc:spChg>
      </pc:sldChg>
      <pc:sldChg chg="modSp add mod">
        <pc:chgData name="Donald Ferguson" userId="d9cfb872-1f13-4322-b8de-11a4145bf6e2" providerId="ADAL" clId="{0A034640-45D1-5F4D-BEC0-1A6B369E60FE}" dt="2026-03-25T18:49:24.559" v="912" actId="20577"/>
        <pc:sldMkLst>
          <pc:docMk/>
          <pc:sldMk cId="3261326757" sldId="2142532515"/>
        </pc:sldMkLst>
        <pc:spChg chg="mod">
          <ac:chgData name="Donald Ferguson" userId="d9cfb872-1f13-4322-b8de-11a4145bf6e2" providerId="ADAL" clId="{0A034640-45D1-5F4D-BEC0-1A6B369E60FE}" dt="2026-03-25T18:49:24.559" v="912" actId="20577"/>
          <ac:spMkLst>
            <pc:docMk/>
            <pc:sldMk cId="3261326757" sldId="2142532515"/>
            <ac:spMk id="2" creationId="{F6B635F4-A0B4-9A78-8FB5-C95C4C2446BA}"/>
          </ac:spMkLst>
        </pc:spChg>
      </pc:sldChg>
      <pc:sldChg chg="add del">
        <pc:chgData name="Donald Ferguson" userId="d9cfb872-1f13-4322-b8de-11a4145bf6e2" providerId="ADAL" clId="{0A034640-45D1-5F4D-BEC0-1A6B369E60FE}" dt="2026-03-25T18:49:43.536" v="915"/>
        <pc:sldMkLst>
          <pc:docMk/>
          <pc:sldMk cId="1090462214" sldId="2142532516"/>
        </pc:sldMkLst>
      </pc:sldChg>
      <pc:sldChg chg="modSp add mod">
        <pc:chgData name="Donald Ferguson" userId="d9cfb872-1f13-4322-b8de-11a4145bf6e2" providerId="ADAL" clId="{0A034640-45D1-5F4D-BEC0-1A6B369E60FE}" dt="2026-03-25T18:49:48.158" v="922" actId="20577"/>
        <pc:sldMkLst>
          <pc:docMk/>
          <pc:sldMk cId="2953550790" sldId="2142532516"/>
        </pc:sldMkLst>
        <pc:spChg chg="mod">
          <ac:chgData name="Donald Ferguson" userId="d9cfb872-1f13-4322-b8de-11a4145bf6e2" providerId="ADAL" clId="{0A034640-45D1-5F4D-BEC0-1A6B369E60FE}" dt="2026-03-25T18:49:48.158" v="922" actId="20577"/>
          <ac:spMkLst>
            <pc:docMk/>
            <pc:sldMk cId="2953550790" sldId="2142532516"/>
            <ac:spMk id="2" creationId="{65E57AE0-0197-5811-F7BC-F6D4DEEAAB75}"/>
          </ac:spMkLst>
        </pc:spChg>
      </pc:sldChg>
      <pc:sldChg chg="modSp add mod">
        <pc:chgData name="Donald Ferguson" userId="d9cfb872-1f13-4322-b8de-11a4145bf6e2" providerId="ADAL" clId="{0A034640-45D1-5F4D-BEC0-1A6B369E60FE}" dt="2026-03-25T18:52:04.764" v="950" actId="20577"/>
        <pc:sldMkLst>
          <pc:docMk/>
          <pc:sldMk cId="3685441395" sldId="2142532517"/>
        </pc:sldMkLst>
        <pc:spChg chg="mod">
          <ac:chgData name="Donald Ferguson" userId="d9cfb872-1f13-4322-b8de-11a4145bf6e2" providerId="ADAL" clId="{0A034640-45D1-5F4D-BEC0-1A6B369E60FE}" dt="2026-03-25T18:52:04.764" v="950" actId="20577"/>
          <ac:spMkLst>
            <pc:docMk/>
            <pc:sldMk cId="3685441395" sldId="2142532517"/>
            <ac:spMk id="2" creationId="{07829661-2722-8842-4B78-088190BF23C0}"/>
          </ac:spMkLst>
        </pc:spChg>
      </pc:sldChg>
      <pc:sldMasterChg chg="modSp mod modSldLayout">
        <pc:chgData name="Donald Ferguson" userId="d9cfb872-1f13-4322-b8de-11a4145bf6e2" providerId="ADAL" clId="{0A034640-45D1-5F4D-BEC0-1A6B369E60FE}" dt="2026-03-25T11:11:47.393" v="502" actId="20577"/>
        <pc:sldMasterMkLst>
          <pc:docMk/>
          <pc:sldMasterMk cId="0" sldId="2147493455"/>
        </pc:sldMasterMkLst>
        <pc:spChg chg="mod">
          <ac:chgData name="Donald Ferguson" userId="d9cfb872-1f13-4322-b8de-11a4145bf6e2" providerId="ADAL" clId="{0A034640-45D1-5F4D-BEC0-1A6B369E60FE}" dt="2026-03-25T11:11:47.393" v="502" actId="20577"/>
          <ac:spMkLst>
            <pc:docMk/>
            <pc:sldMasterMk cId="0" sldId="2147493455"/>
            <ac:spMk id="2" creationId="{B0519AB2-0241-D247-FE20-786FA383E50D}"/>
          </ac:spMkLst>
        </pc:spChg>
        <pc:sldLayoutChg chg="modSp mod">
          <pc:chgData name="Donald Ferguson" userId="d9cfb872-1f13-4322-b8de-11a4145bf6e2" providerId="ADAL" clId="{0A034640-45D1-5F4D-BEC0-1A6B369E60FE}" dt="2026-03-12T11:54:15.008" v="216" actId="207"/>
          <pc:sldLayoutMkLst>
            <pc:docMk/>
            <pc:sldMasterMk cId="0" sldId="2147493455"/>
            <pc:sldLayoutMk cId="4101403104" sldId="2147493607"/>
          </pc:sldLayoutMkLst>
          <pc:spChg chg="mod">
            <ac:chgData name="Donald Ferguson" userId="d9cfb872-1f13-4322-b8de-11a4145bf6e2" providerId="ADAL" clId="{0A034640-45D1-5F4D-BEC0-1A6B369E60FE}" dt="2026-03-12T11:54:15.008" v="216" actId="207"/>
            <ac:spMkLst>
              <pc:docMk/>
              <pc:sldMasterMk cId="0" sldId="2147493455"/>
              <pc:sldLayoutMk cId="4101403104" sldId="2147493607"/>
              <ac:spMk id="3" creationId="{35EBD271-7661-5FB7-2172-7BA137660E55}"/>
            </ac:spMkLst>
          </pc:spChg>
          <pc:spChg chg="mod">
            <ac:chgData name="Donald Ferguson" userId="d9cfb872-1f13-4322-b8de-11a4145bf6e2" providerId="ADAL" clId="{0A034640-45D1-5F4D-BEC0-1A6B369E60FE}" dt="2026-03-12T11:45:11.442" v="52" actId="207"/>
            <ac:spMkLst>
              <pc:docMk/>
              <pc:sldMasterMk cId="0" sldId="2147493455"/>
              <pc:sldLayoutMk cId="4101403104" sldId="2147493607"/>
              <ac:spMk id="4" creationId="{A141E127-DB9C-E313-DBE5-8A80AEC8C19C}"/>
            </ac:spMkLst>
          </pc:spChg>
        </pc:sldLayoutChg>
      </pc:sldMasterChg>
      <pc:sldMasterChg chg="del delSldLayout">
        <pc:chgData name="Donald Ferguson" userId="d9cfb872-1f13-4322-b8de-11a4145bf6e2" providerId="ADAL" clId="{0A034640-45D1-5F4D-BEC0-1A6B369E60FE}" dt="2026-03-25T12:44:04.778" v="722" actId="700"/>
        <pc:sldMasterMkLst>
          <pc:docMk/>
          <pc:sldMasterMk cId="1856430513" sldId="2147493610"/>
        </pc:sldMasterMkLst>
        <pc:sldLayoutChg chg="del">
          <pc:chgData name="Donald Ferguson" userId="d9cfb872-1f13-4322-b8de-11a4145bf6e2" providerId="ADAL" clId="{0A034640-45D1-5F4D-BEC0-1A6B369E60FE}" dt="2026-03-25T12:44:04.778" v="722" actId="700"/>
          <pc:sldLayoutMkLst>
            <pc:docMk/>
            <pc:sldMasterMk cId="1856430513" sldId="2147493610"/>
            <pc:sldLayoutMk cId="1164532301" sldId="2147493611"/>
          </pc:sldLayoutMkLst>
        </pc:sldLayoutChg>
        <pc:sldLayoutChg chg="del">
          <pc:chgData name="Donald Ferguson" userId="d9cfb872-1f13-4322-b8de-11a4145bf6e2" providerId="ADAL" clId="{0A034640-45D1-5F4D-BEC0-1A6B369E60FE}" dt="2026-03-25T12:44:04.778" v="722" actId="700"/>
          <pc:sldLayoutMkLst>
            <pc:docMk/>
            <pc:sldMasterMk cId="1856430513" sldId="2147493610"/>
            <pc:sldLayoutMk cId="3756094043" sldId="2147493612"/>
          </pc:sldLayoutMkLst>
        </pc:sldLayoutChg>
        <pc:sldLayoutChg chg="del">
          <pc:chgData name="Donald Ferguson" userId="d9cfb872-1f13-4322-b8de-11a4145bf6e2" providerId="ADAL" clId="{0A034640-45D1-5F4D-BEC0-1A6B369E60FE}" dt="2026-03-25T12:44:04.778" v="722" actId="700"/>
          <pc:sldLayoutMkLst>
            <pc:docMk/>
            <pc:sldMasterMk cId="1856430513" sldId="2147493610"/>
            <pc:sldLayoutMk cId="91462476" sldId="2147493613"/>
          </pc:sldLayoutMkLst>
        </pc:sldLayoutChg>
        <pc:sldLayoutChg chg="del">
          <pc:chgData name="Donald Ferguson" userId="d9cfb872-1f13-4322-b8de-11a4145bf6e2" providerId="ADAL" clId="{0A034640-45D1-5F4D-BEC0-1A6B369E60FE}" dt="2026-03-25T12:44:04.778" v="722" actId="700"/>
          <pc:sldLayoutMkLst>
            <pc:docMk/>
            <pc:sldMasterMk cId="1856430513" sldId="2147493610"/>
            <pc:sldLayoutMk cId="529502403" sldId="2147493614"/>
          </pc:sldLayoutMkLst>
        </pc:sldLayoutChg>
        <pc:sldLayoutChg chg="del">
          <pc:chgData name="Donald Ferguson" userId="d9cfb872-1f13-4322-b8de-11a4145bf6e2" providerId="ADAL" clId="{0A034640-45D1-5F4D-BEC0-1A6B369E60FE}" dt="2026-03-25T12:44:04.778" v="722" actId="700"/>
          <pc:sldLayoutMkLst>
            <pc:docMk/>
            <pc:sldMasterMk cId="1856430513" sldId="2147493610"/>
            <pc:sldLayoutMk cId="3405052220" sldId="2147493615"/>
          </pc:sldLayoutMkLst>
        </pc:sldLayoutChg>
        <pc:sldLayoutChg chg="del">
          <pc:chgData name="Donald Ferguson" userId="d9cfb872-1f13-4322-b8de-11a4145bf6e2" providerId="ADAL" clId="{0A034640-45D1-5F4D-BEC0-1A6B369E60FE}" dt="2026-03-25T12:44:04.778" v="722" actId="700"/>
          <pc:sldLayoutMkLst>
            <pc:docMk/>
            <pc:sldMasterMk cId="1856430513" sldId="2147493610"/>
            <pc:sldLayoutMk cId="56586447" sldId="2147493616"/>
          </pc:sldLayoutMkLst>
        </pc:sldLayoutChg>
        <pc:sldLayoutChg chg="del">
          <pc:chgData name="Donald Ferguson" userId="d9cfb872-1f13-4322-b8de-11a4145bf6e2" providerId="ADAL" clId="{0A034640-45D1-5F4D-BEC0-1A6B369E60FE}" dt="2026-03-25T12:44:04.778" v="722" actId="700"/>
          <pc:sldLayoutMkLst>
            <pc:docMk/>
            <pc:sldMasterMk cId="1856430513" sldId="2147493610"/>
            <pc:sldLayoutMk cId="532630372" sldId="2147493617"/>
          </pc:sldLayoutMkLst>
        </pc:sldLayoutChg>
      </pc:sldMasterChg>
      <pc:sldMasterChg chg="del">
        <pc:chgData name="Donald Ferguson" userId="d9cfb872-1f13-4322-b8de-11a4145bf6e2" providerId="ADAL" clId="{0A034640-45D1-5F4D-BEC0-1A6B369E60FE}" dt="2026-03-25T11:12:40.041" v="508" actId="2696"/>
        <pc:sldMasterMkLst>
          <pc:docMk/>
          <pc:sldMasterMk cId="2381284605" sldId="2147493618"/>
        </pc:sldMasterMkLst>
      </pc:sldMasterChg>
      <pc:sldMasterChg chg="del">
        <pc:chgData name="Donald Ferguson" userId="d9cfb872-1f13-4322-b8de-11a4145bf6e2" providerId="ADAL" clId="{0A034640-45D1-5F4D-BEC0-1A6B369E60FE}" dt="2026-03-25T11:09:11.346" v="469" actId="2696"/>
        <pc:sldMasterMkLst>
          <pc:docMk/>
          <pc:sldMasterMk cId="847324445" sldId="2147493639"/>
        </pc:sldMasterMkLst>
      </pc:sldMasterChg>
      <pc:sldMasterChg chg="del">
        <pc:chgData name="Donald Ferguson" userId="d9cfb872-1f13-4322-b8de-11a4145bf6e2" providerId="ADAL" clId="{0A034640-45D1-5F4D-BEC0-1A6B369E60FE}" dt="2026-03-25T11:09:11.389" v="478" actId="2696"/>
        <pc:sldMasterMkLst>
          <pc:docMk/>
          <pc:sldMasterMk cId="4201806135" sldId="2147493660"/>
        </pc:sldMasterMkLst>
      </pc:sldMasterChg>
      <pc:sldMasterChg chg="del delSldLayout">
        <pc:chgData name="Donald Ferguson" userId="d9cfb872-1f13-4322-b8de-11a4145bf6e2" providerId="ADAL" clId="{0A034640-45D1-5F4D-BEC0-1A6B369E60FE}" dt="2026-03-25T18:43:35.040" v="773" actId="700"/>
        <pc:sldMasterMkLst>
          <pc:docMk/>
          <pc:sldMasterMk cId="2854226453" sldId="2147493664"/>
        </pc:sldMasterMkLst>
        <pc:sldLayoutChg chg="del">
          <pc:chgData name="Donald Ferguson" userId="d9cfb872-1f13-4322-b8de-11a4145bf6e2" providerId="ADAL" clId="{0A034640-45D1-5F4D-BEC0-1A6B369E60FE}" dt="2026-03-25T18:43:35.040" v="773" actId="700"/>
          <pc:sldLayoutMkLst>
            <pc:docMk/>
            <pc:sldMasterMk cId="2854226453" sldId="2147493664"/>
            <pc:sldLayoutMk cId="913291351" sldId="2147493665"/>
          </pc:sldLayoutMkLst>
        </pc:sldLayoutChg>
        <pc:sldLayoutChg chg="del">
          <pc:chgData name="Donald Ferguson" userId="d9cfb872-1f13-4322-b8de-11a4145bf6e2" providerId="ADAL" clId="{0A034640-45D1-5F4D-BEC0-1A6B369E60FE}" dt="2026-03-25T18:43:35.040" v="773" actId="700"/>
          <pc:sldLayoutMkLst>
            <pc:docMk/>
            <pc:sldMasterMk cId="2854226453" sldId="2147493664"/>
            <pc:sldLayoutMk cId="3711866015" sldId="2147493666"/>
          </pc:sldLayoutMkLst>
        </pc:sldLayoutChg>
        <pc:sldLayoutChg chg="del">
          <pc:chgData name="Donald Ferguson" userId="d9cfb872-1f13-4322-b8de-11a4145bf6e2" providerId="ADAL" clId="{0A034640-45D1-5F4D-BEC0-1A6B369E60FE}" dt="2026-03-25T18:43:35.040" v="773" actId="700"/>
          <pc:sldLayoutMkLst>
            <pc:docMk/>
            <pc:sldMasterMk cId="2854226453" sldId="2147493664"/>
            <pc:sldLayoutMk cId="1521984729" sldId="2147493667"/>
          </pc:sldLayoutMkLst>
        </pc:sldLayoutChg>
        <pc:sldLayoutChg chg="del">
          <pc:chgData name="Donald Ferguson" userId="d9cfb872-1f13-4322-b8de-11a4145bf6e2" providerId="ADAL" clId="{0A034640-45D1-5F4D-BEC0-1A6B369E60FE}" dt="2026-03-25T18:43:35.040" v="773" actId="700"/>
          <pc:sldLayoutMkLst>
            <pc:docMk/>
            <pc:sldMasterMk cId="2854226453" sldId="2147493664"/>
            <pc:sldLayoutMk cId="869162397" sldId="2147493668"/>
          </pc:sldLayoutMkLst>
        </pc:sldLayoutChg>
        <pc:sldLayoutChg chg="del">
          <pc:chgData name="Donald Ferguson" userId="d9cfb872-1f13-4322-b8de-11a4145bf6e2" providerId="ADAL" clId="{0A034640-45D1-5F4D-BEC0-1A6B369E60FE}" dt="2026-03-25T18:43:35.040" v="773" actId="700"/>
          <pc:sldLayoutMkLst>
            <pc:docMk/>
            <pc:sldMasterMk cId="2854226453" sldId="2147493664"/>
            <pc:sldLayoutMk cId="258492451" sldId="2147493669"/>
          </pc:sldLayoutMkLst>
        </pc:sldLayoutChg>
        <pc:sldLayoutChg chg="del">
          <pc:chgData name="Donald Ferguson" userId="d9cfb872-1f13-4322-b8de-11a4145bf6e2" providerId="ADAL" clId="{0A034640-45D1-5F4D-BEC0-1A6B369E60FE}" dt="2026-03-25T18:43:35.040" v="773" actId="700"/>
          <pc:sldLayoutMkLst>
            <pc:docMk/>
            <pc:sldMasterMk cId="2854226453" sldId="2147493664"/>
            <pc:sldLayoutMk cId="3547936878" sldId="2147493670"/>
          </pc:sldLayoutMkLst>
        </pc:sldLayoutChg>
        <pc:sldLayoutChg chg="del">
          <pc:chgData name="Donald Ferguson" userId="d9cfb872-1f13-4322-b8de-11a4145bf6e2" providerId="ADAL" clId="{0A034640-45D1-5F4D-BEC0-1A6B369E60FE}" dt="2026-03-25T18:43:35.040" v="773" actId="700"/>
          <pc:sldLayoutMkLst>
            <pc:docMk/>
            <pc:sldMasterMk cId="2854226453" sldId="2147493664"/>
            <pc:sldLayoutMk cId="141721782" sldId="2147493671"/>
          </pc:sldLayoutMkLst>
        </pc:sldLayoutChg>
        <pc:sldLayoutChg chg="del">
          <pc:chgData name="Donald Ferguson" userId="d9cfb872-1f13-4322-b8de-11a4145bf6e2" providerId="ADAL" clId="{0A034640-45D1-5F4D-BEC0-1A6B369E60FE}" dt="2026-03-25T18:43:35.040" v="773" actId="700"/>
          <pc:sldLayoutMkLst>
            <pc:docMk/>
            <pc:sldMasterMk cId="2854226453" sldId="2147493664"/>
            <pc:sldLayoutMk cId="2816139526" sldId="2147493672"/>
          </pc:sldLayoutMkLst>
        </pc:sldLayoutChg>
        <pc:sldLayoutChg chg="del">
          <pc:chgData name="Donald Ferguson" userId="d9cfb872-1f13-4322-b8de-11a4145bf6e2" providerId="ADAL" clId="{0A034640-45D1-5F4D-BEC0-1A6B369E60FE}" dt="2026-03-25T18:43:35.040" v="773" actId="700"/>
          <pc:sldLayoutMkLst>
            <pc:docMk/>
            <pc:sldMasterMk cId="2854226453" sldId="2147493664"/>
            <pc:sldLayoutMk cId="2883356478" sldId="2147493673"/>
          </pc:sldLayoutMkLst>
        </pc:sldLayoutChg>
      </pc:sldMasterChg>
      <pc:sldMasterChg chg="del">
        <pc:chgData name="Donald Ferguson" userId="d9cfb872-1f13-4322-b8de-11a4145bf6e2" providerId="ADAL" clId="{0A034640-45D1-5F4D-BEC0-1A6B369E60FE}" dt="2026-03-25T18:52:08.166" v="952" actId="2696"/>
        <pc:sldMasterMkLst>
          <pc:docMk/>
          <pc:sldMasterMk cId="3602228551" sldId="2147493674"/>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AFB2AC-7E4F-8047-9193-854483C1A223}" type="datetimeFigureOut">
              <a:rPr lang="en-US" smtClean="0"/>
              <a:t>3/25/26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1CE209-2B77-6A4B-8F32-9DF4E1CE944B}" type="slidenum">
              <a:rPr lang="en-US" smtClean="0"/>
              <a:t>‹#›</a:t>
            </a:fld>
            <a:endParaRPr lang="en-US"/>
          </a:p>
        </p:txBody>
      </p:sp>
    </p:spTree>
    <p:extLst>
      <p:ext uri="{BB962C8B-B14F-4D97-AF65-F5344CB8AC3E}">
        <p14:creationId xmlns:p14="http://schemas.microsoft.com/office/powerpoint/2010/main" val="816257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A9567C9F-4D7F-5847-BD8F-556675060DA1}" type="datetimeFigureOut">
              <a:rPr lang="en-US" altLang="en-US"/>
              <a:pPr/>
              <a:t>3/25/26</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5D6415B-586E-2B45-B637-70E4CB56C15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ＭＳ Ｐゴシック" charset="-128"/>
        <a:cs typeface="+mn-cs"/>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150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altLang="en-US"/>
          </a:p>
        </p:txBody>
      </p:sp>
      <p:sp>
        <p:nvSpPr>
          <p:cNvPr id="2150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fld id="{CFD365BF-ADBE-9B41-ABF1-832DDE2B814C}" type="slidenum">
              <a:rPr lang="en-US" altLang="en-US"/>
              <a:pPr/>
              <a:t>1</a:t>
            </a:fld>
            <a:endParaRPr lang="en-US" altLang="en-US"/>
          </a:p>
        </p:txBody>
      </p:sp>
    </p:spTree>
    <p:extLst>
      <p:ext uri="{BB962C8B-B14F-4D97-AF65-F5344CB8AC3E}">
        <p14:creationId xmlns:p14="http://schemas.microsoft.com/office/powerpoint/2010/main" val="786714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06609786-4631-484F-B41E-4FBBBE454EAD}"/>
              </a:ext>
            </a:extLst>
          </p:cNvPr>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7" tIns="46514" rIns="93027" bIns="46514"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07461DE-88B5-448F-84B2-31DC1AD889C9}" type="slidenum">
              <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11</a:t>
            </a:fld>
            <a:endPar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06499" name="Rectangle 2">
            <a:extLst>
              <a:ext uri="{FF2B5EF4-FFF2-40B4-BE49-F238E27FC236}">
                <a16:creationId xmlns:a16="http://schemas.microsoft.com/office/drawing/2014/main" id="{B2CC0589-974B-4075-B164-7ADE6596B07F}"/>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96CBABBB-8336-4D27-980A-03D513BD31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6465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099523C9-0457-4031-80C4-C9A05720E723}"/>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EBFA416D-C28E-4FCE-97EE-7864C178A395}" type="slidenum">
              <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13</a:t>
            </a:fld>
            <a:endPar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08547" name="Rectangle 2">
            <a:extLst>
              <a:ext uri="{FF2B5EF4-FFF2-40B4-BE49-F238E27FC236}">
                <a16:creationId xmlns:a16="http://schemas.microsoft.com/office/drawing/2014/main" id="{03489940-9407-4388-A6DE-D74272B16A81}"/>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4A0819F5-F1E4-4949-B4E9-E51FFF0CA4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60223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B5CD0299-F442-47CA-A434-6D0D60693AF3}"/>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0E68546-92EE-416A-A549-DCB1F4341B12}" type="slidenum">
              <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15</a:t>
            </a:fld>
            <a:endPar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10595" name="Rectangle 2">
            <a:extLst>
              <a:ext uri="{FF2B5EF4-FFF2-40B4-BE49-F238E27FC236}">
                <a16:creationId xmlns:a16="http://schemas.microsoft.com/office/drawing/2014/main" id="{0A7570E3-CF10-4817-B461-870B09A124BC}"/>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9CB02ACD-22FD-4456-B575-1D7014401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09489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E9F4B7C5-0009-44A3-9C34-F89E21314BB6}"/>
              </a:ext>
            </a:extLst>
          </p:cNvPr>
          <p:cNvSpPr txBox="1">
            <a:spLocks noGrp="1" noChangeArrowheads="1"/>
          </p:cNvSpPr>
          <p:nvPr/>
        </p:nvSpPr>
        <p:spPr bwMode="auto">
          <a:xfrm>
            <a:off x="4010557" y="8895562"/>
            <a:ext cx="3066518" cy="46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929" tIns="46965" rIns="93929" bIns="46965" anchor="b"/>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9C761C1-0603-43F2-817B-856A5D261367}" type="slidenum">
              <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16</a:t>
            </a:fld>
            <a:endPar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12643" name="Rectangle 2">
            <a:extLst>
              <a:ext uri="{FF2B5EF4-FFF2-40B4-BE49-F238E27FC236}">
                <a16:creationId xmlns:a16="http://schemas.microsoft.com/office/drawing/2014/main" id="{2C2A62F5-6C8A-43F9-966E-0FC939915BF0}"/>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72A04179-B34A-4DAE-91D1-2A13149B8A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76807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C1476C29-A15C-45ED-A95C-0D080628A3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B240400B-AB3D-41AE-9838-68E1A79D3FE7}" type="slidenum">
              <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19</a:t>
            </a:fld>
            <a:endParaRPr kumimoji="0" lang="en-US" altLang="en-US" sz="13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14691" name="Rectangle 2">
            <a:extLst>
              <a:ext uri="{FF2B5EF4-FFF2-40B4-BE49-F238E27FC236}">
                <a16:creationId xmlns:a16="http://schemas.microsoft.com/office/drawing/2014/main" id="{BBA479FF-3AC6-4444-A4A9-094F2A5D5DF1}"/>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5D612050-7FD2-4429-9725-90CF647625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074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F5A7988B-18A6-4E89-B7A3-02CD5A8BA5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0CD13F24-5BFF-454F-A8F8-2726B16156DD}"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0243" name="Rectangle 2">
            <a:extLst>
              <a:ext uri="{FF2B5EF4-FFF2-40B4-BE49-F238E27FC236}">
                <a16:creationId xmlns:a16="http://schemas.microsoft.com/office/drawing/2014/main" id="{93A39C31-73EB-4715-B4B8-68D4B837F1C6}"/>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385F3768-7479-497E-B124-A7E267648831}"/>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71957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77682520-0B29-4E2C-B8EF-EF500DD163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DD4282C8-423F-4181-AE0E-76D77C441D47}"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4339" name="Rectangle 2">
            <a:extLst>
              <a:ext uri="{FF2B5EF4-FFF2-40B4-BE49-F238E27FC236}">
                <a16:creationId xmlns:a16="http://schemas.microsoft.com/office/drawing/2014/main" id="{B3871E10-70A6-45E0-910F-25235378732A}"/>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A5941599-5110-4A37-8FEC-F97D85E09353}"/>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87939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6879A709-AA35-4A6D-9BE7-88A1C74F4B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8D36EA57-3AEE-45DA-8B41-1ABDFD322964}"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6387" name="Rectangle 2">
            <a:extLst>
              <a:ext uri="{FF2B5EF4-FFF2-40B4-BE49-F238E27FC236}">
                <a16:creationId xmlns:a16="http://schemas.microsoft.com/office/drawing/2014/main" id="{BBA83F35-444C-4933-A1C1-4CC1BA88256A}"/>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3691D86C-4522-4521-AEF2-79F8224DB480}"/>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90268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CC37B962-6721-4CB2-BF2F-A4994C84C2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74B49C02-3301-417A-946C-48DBBC639D36}"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8435" name="Rectangle 2">
            <a:extLst>
              <a:ext uri="{FF2B5EF4-FFF2-40B4-BE49-F238E27FC236}">
                <a16:creationId xmlns:a16="http://schemas.microsoft.com/office/drawing/2014/main" id="{58B57A18-7C07-4567-AFE0-C16DB8E58A81}"/>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6A712ECB-F40C-4324-82FD-AB0F331C22DF}"/>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44500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D3682090-4C7F-4BBF-B210-69B6532E81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96B3E72A-CBD0-4A8B-906B-5F408CB939CB}"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20483" name="Rectangle 2">
            <a:extLst>
              <a:ext uri="{FF2B5EF4-FFF2-40B4-BE49-F238E27FC236}">
                <a16:creationId xmlns:a16="http://schemas.microsoft.com/office/drawing/2014/main" id="{CC675BEA-E819-45DB-9D5B-FCC7D29962ED}"/>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E6245AE6-F975-4CB6-A6FD-9F8E48BBA4F8}"/>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37711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994C62E2-AFD2-4FBB-8598-15205348FB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8EC6A394-E874-4EE6-A573-E94510DFC5D6}"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22531" name="Rectangle 2">
            <a:extLst>
              <a:ext uri="{FF2B5EF4-FFF2-40B4-BE49-F238E27FC236}">
                <a16:creationId xmlns:a16="http://schemas.microsoft.com/office/drawing/2014/main" id="{7CFC8D8E-E673-4821-A709-6157065E4CDA}"/>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AC43F747-DB06-4B73-9E6F-9FE6A13AC2B7}"/>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346052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849C3F0A-D3BE-431D-8731-738A67BF79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72EC7B4E-2CDE-43FC-862B-874E947E3B53}"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24579" name="Rectangle 2">
            <a:extLst>
              <a:ext uri="{FF2B5EF4-FFF2-40B4-BE49-F238E27FC236}">
                <a16:creationId xmlns:a16="http://schemas.microsoft.com/office/drawing/2014/main" id="{BCF0DBB6-F167-40B1-BD30-66A89FB25342}"/>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D5648EE5-B87E-4EDB-BA16-A97C7157303B}"/>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32999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4086FC41-E2AE-4EAC-9688-53E3C91407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6EE25011-1670-4CE3-BA67-0AA254803E9B}"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26627" name="Rectangle 2">
            <a:extLst>
              <a:ext uri="{FF2B5EF4-FFF2-40B4-BE49-F238E27FC236}">
                <a16:creationId xmlns:a16="http://schemas.microsoft.com/office/drawing/2014/main" id="{06BB9046-C372-4B9F-A730-72AEAB6F4A4F}"/>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1BEC3E14-3FBD-489B-9D20-6FF1575AC576}"/>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47858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89A2C9D5-37F8-46BF-A4B2-B8B3BEA4B2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825E3FF6-A043-4717-ACA2-A42D20435F2A}"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38915" name="Rectangle 2">
            <a:extLst>
              <a:ext uri="{FF2B5EF4-FFF2-40B4-BE49-F238E27FC236}">
                <a16:creationId xmlns:a16="http://schemas.microsoft.com/office/drawing/2014/main" id="{8E26EBCF-CCF9-49D6-9BC9-0B42E960DB4F}"/>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20239E20-9258-406C-ABA4-4100B448CB17}"/>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024414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1DBA71E5-18EF-43E7-93DD-CA6F880BF7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133DC68A-4FDB-4EB8-B0A0-36C89B51C904}"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41987" name="Rectangle 2">
            <a:extLst>
              <a:ext uri="{FF2B5EF4-FFF2-40B4-BE49-F238E27FC236}">
                <a16:creationId xmlns:a16="http://schemas.microsoft.com/office/drawing/2014/main" id="{0EFA33CB-C944-4E9D-B3A5-D032771D16B7}"/>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C2307F3D-2E4B-472D-8C41-D1FFB2107163}"/>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49773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3D93A8BB-72D5-40E9-B777-4CC9355B40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50FDFC39-5922-4703-9593-C8F577919411}"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44035" name="Rectangle 2">
            <a:extLst>
              <a:ext uri="{FF2B5EF4-FFF2-40B4-BE49-F238E27FC236}">
                <a16:creationId xmlns:a16="http://schemas.microsoft.com/office/drawing/2014/main" id="{C8CCF976-4F51-4193-AF19-DEA748741E65}"/>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F6FF947C-4F92-49A0-8338-0BEA886FAC09}"/>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17381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68D50FF3-548E-49DD-BF1B-5A9FCEB953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6C993EA4-DB1C-4EB9-9D70-9176870586F2}"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46083" name="Rectangle 2">
            <a:extLst>
              <a:ext uri="{FF2B5EF4-FFF2-40B4-BE49-F238E27FC236}">
                <a16:creationId xmlns:a16="http://schemas.microsoft.com/office/drawing/2014/main" id="{20225422-21CC-4388-95E7-E7F6FAD9A3D9}"/>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550AD905-B675-4756-A7AC-ED64B5BA4CC6}"/>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19599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976FFAED-2FF8-4D66-B01E-6292648A66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B0666C75-7846-4C8C-B05F-FF2B1C433BE3}"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49155" name="Rectangle 2">
            <a:extLst>
              <a:ext uri="{FF2B5EF4-FFF2-40B4-BE49-F238E27FC236}">
                <a16:creationId xmlns:a16="http://schemas.microsoft.com/office/drawing/2014/main" id="{9CAF5A83-C0E8-4D27-B0D7-392C31305720}"/>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624F80F9-AD06-4E60-A7ED-149E7D0CD05C}"/>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69955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06DAE9B-72C6-4AB5-AA81-FA49D8E229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16CC47F2-2D23-40BE-ADC6-8BAB13C14907}"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51203" name="Rectangle 2">
            <a:extLst>
              <a:ext uri="{FF2B5EF4-FFF2-40B4-BE49-F238E27FC236}">
                <a16:creationId xmlns:a16="http://schemas.microsoft.com/office/drawing/2014/main" id="{7B075ECB-C588-48CB-B818-C27F2601E60A}"/>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FC78AF38-A0FE-4A09-B2EA-FB2B302F2555}"/>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3134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3EA2DE12-3966-42F4-825C-304D4A5968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AC85D329-9067-4A68-83D9-F2B6AA710B59}"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05475" name="Rectangle 2">
            <a:extLst>
              <a:ext uri="{FF2B5EF4-FFF2-40B4-BE49-F238E27FC236}">
                <a16:creationId xmlns:a16="http://schemas.microsoft.com/office/drawing/2014/main" id="{5FAF448C-72F2-46A5-8C6E-66D2A5F53CAC}"/>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9715321E-645F-46AB-9996-6CBC59F57360}"/>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9763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0482B077-D458-4FAC-995C-47505007E1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D3F4EA6E-0710-4E84-95DF-D2F7F14407FE}"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13667" name="Rectangle 2">
            <a:extLst>
              <a:ext uri="{FF2B5EF4-FFF2-40B4-BE49-F238E27FC236}">
                <a16:creationId xmlns:a16="http://schemas.microsoft.com/office/drawing/2014/main" id="{BF76E0DE-7A3D-4C30-9200-FDB79EFF1CE1}"/>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AAE32D91-65FE-4C77-B074-192065936B00}"/>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698243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35EDC827-0433-46FF-B248-60E96271A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AEB863BD-6C88-466F-A19A-986007653AAD}"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42</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09571" name="Rectangle 2">
            <a:extLst>
              <a:ext uri="{FF2B5EF4-FFF2-40B4-BE49-F238E27FC236}">
                <a16:creationId xmlns:a16="http://schemas.microsoft.com/office/drawing/2014/main" id="{7387C7FB-DD1F-4E99-9C0A-63A2749AE29D}"/>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FDF103F8-7FCF-4290-8AB5-759361F7492B}"/>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541542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7FEDDF69-B610-4B11-8A0E-54A5217207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299">
              <a:defRPr sz="1600">
                <a:solidFill>
                  <a:schemeClr val="tx1"/>
                </a:solidFill>
                <a:latin typeface="Helvetica" panose="020B0604020202020204" pitchFamily="34" charset="0"/>
                <a:ea typeface="MS PGothic" panose="020B0600070205080204" pitchFamily="34" charset="-128"/>
              </a:defRPr>
            </a:lvl1pPr>
            <a:lvl2pPr marL="750157" indent="-288522" defTabSz="939299">
              <a:defRPr sz="1600">
                <a:solidFill>
                  <a:schemeClr val="tx1"/>
                </a:solidFill>
                <a:latin typeface="Helvetica" panose="020B0604020202020204" pitchFamily="34" charset="0"/>
                <a:ea typeface="MS PGothic" panose="020B0600070205080204" pitchFamily="34" charset="-128"/>
              </a:defRPr>
            </a:lvl2pPr>
            <a:lvl3pPr marL="1154087" indent="-230817" defTabSz="939299">
              <a:defRPr sz="1600">
                <a:solidFill>
                  <a:schemeClr val="tx1"/>
                </a:solidFill>
                <a:latin typeface="Helvetica" panose="020B0604020202020204" pitchFamily="34" charset="0"/>
                <a:ea typeface="MS PGothic" panose="020B0600070205080204" pitchFamily="34" charset="-128"/>
              </a:defRPr>
            </a:lvl3pPr>
            <a:lvl4pPr marL="1615722" indent="-230817" defTabSz="939299">
              <a:defRPr sz="1600">
                <a:solidFill>
                  <a:schemeClr val="tx1"/>
                </a:solidFill>
                <a:latin typeface="Helvetica" panose="020B0604020202020204" pitchFamily="34" charset="0"/>
                <a:ea typeface="MS PGothic" panose="020B0600070205080204" pitchFamily="34" charset="-128"/>
              </a:defRPr>
            </a:lvl4pPr>
            <a:lvl5pPr marL="2077357" indent="-230817" defTabSz="939299">
              <a:defRPr sz="1600">
                <a:solidFill>
                  <a:schemeClr val="tx1"/>
                </a:solidFill>
                <a:latin typeface="Helvetica" panose="020B0604020202020204" pitchFamily="34" charset="0"/>
                <a:ea typeface="MS PGothic" panose="020B0600070205080204" pitchFamily="34" charset="-128"/>
              </a:defRPr>
            </a:lvl5pPr>
            <a:lvl6pPr marL="2538992"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300062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62261"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923896" indent="-230817" defTabSz="939299"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0" marR="0" lvl="0" indent="0" algn="r" defTabSz="939299" rtl="0" eaLnBrk="0" fontAlgn="base" latinLnBrk="0" hangingPunct="0">
              <a:lnSpc>
                <a:spcPct val="100000"/>
              </a:lnSpc>
              <a:spcBef>
                <a:spcPct val="0"/>
              </a:spcBef>
              <a:spcAft>
                <a:spcPct val="0"/>
              </a:spcAft>
              <a:buClrTx/>
              <a:buSzTx/>
              <a:buFontTx/>
              <a:buNone/>
              <a:tabLst/>
              <a:defRPr/>
            </a:pPr>
            <a:fld id="{C330FA4C-C655-450B-AD05-7D37AAEEDCCF}" type="slidenum">
              <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rPr>
              <a:pPr marL="0" marR="0" lvl="0" indent="0" algn="r" defTabSz="939299" rtl="0" eaLnBrk="0" fontAlgn="base" latinLnBrk="0" hangingPunct="0">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121859" name="Rectangle 2">
            <a:extLst>
              <a:ext uri="{FF2B5EF4-FFF2-40B4-BE49-F238E27FC236}">
                <a16:creationId xmlns:a16="http://schemas.microsoft.com/office/drawing/2014/main" id="{7505CEAF-F107-421E-A856-D52EE66E070C}"/>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A1FEEEF4-2A52-4BEE-BE00-E58412128B21}"/>
              </a:ext>
            </a:extLst>
          </p:cNvPr>
          <p:cNvSpPr>
            <a:spLocks noGrp="1" noChangeArrowheads="1"/>
          </p:cNvSpPr>
          <p:nvPr>
            <p:ph type="body" idx="1"/>
          </p:nvPr>
        </p:nvSpPr>
        <p:spPr>
          <a:xfrm>
            <a:off x="942434" y="4447781"/>
            <a:ext cx="5192210" cy="421242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846168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6A61727-5893-4388-9008-C2143E22BC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F81E613-5591-4D23-A0A6-D6157730738E}"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47</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243" name="Rectangle 2">
            <a:extLst>
              <a:ext uri="{FF2B5EF4-FFF2-40B4-BE49-F238E27FC236}">
                <a16:creationId xmlns:a16="http://schemas.microsoft.com/office/drawing/2014/main" id="{C8BFB265-E11E-47B2-BE6B-C8A9F6A3E1F5}"/>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F62FBC9D-FE5C-4325-9C3D-F324D70ADD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DE17B393-09EE-42C6-A794-9E1A41A497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F0C90ED3-6162-407E-8955-73C5104A025A}"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52</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4339" name="Rectangle 2">
            <a:extLst>
              <a:ext uri="{FF2B5EF4-FFF2-40B4-BE49-F238E27FC236}">
                <a16:creationId xmlns:a16="http://schemas.microsoft.com/office/drawing/2014/main" id="{35DAEE99-CE43-408C-877F-41745DB239C8}"/>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AD60ADDD-A532-4486-9CBB-71BEDF5B0C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4B95BF98-7E43-4891-90E1-9BAA59B9C3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5C56A9B6-8725-447A-9321-4854013A78C1}"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53</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6387" name="Rectangle 2">
            <a:extLst>
              <a:ext uri="{FF2B5EF4-FFF2-40B4-BE49-F238E27FC236}">
                <a16:creationId xmlns:a16="http://schemas.microsoft.com/office/drawing/2014/main" id="{FDC555F4-958C-4FD7-9960-339F2A0591F9}"/>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EB175AFF-3A9E-4C16-BE72-C67C1E34A7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B018FC6-A18B-483C-BE16-4EB57B0978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DCEE227-C4C1-4C1C-8DC1-0B7584949BF1}"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55</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8435" name="Rectangle 2">
            <a:extLst>
              <a:ext uri="{FF2B5EF4-FFF2-40B4-BE49-F238E27FC236}">
                <a16:creationId xmlns:a16="http://schemas.microsoft.com/office/drawing/2014/main" id="{DEE88452-27C0-4AD7-9B5D-2515CDDD1440}"/>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CE65C40A-9510-4842-BAD9-86FA0C417D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B018FC6-A18B-483C-BE16-4EB57B0978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DCEE227-C4C1-4C1C-8DC1-0B7584949BF1}"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56</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8435" name="Rectangle 2">
            <a:extLst>
              <a:ext uri="{FF2B5EF4-FFF2-40B4-BE49-F238E27FC236}">
                <a16:creationId xmlns:a16="http://schemas.microsoft.com/office/drawing/2014/main" id="{DEE88452-27C0-4AD7-9B5D-2515CDDD1440}"/>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CE65C40A-9510-4842-BAD9-86FA0C417D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extLst>
      <p:ext uri="{BB962C8B-B14F-4D97-AF65-F5344CB8AC3E}">
        <p14:creationId xmlns:p14="http://schemas.microsoft.com/office/powerpoint/2010/main" val="8451920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9431BE85-134C-45C2-841D-83F2DF7DEBEC}"/>
              </a:ext>
            </a:extLst>
          </p:cNvPr>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7" tIns="46514" rIns="93027" bIns="46514" anchor="b"/>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169180C-7763-4278-9D11-7BC6EC1EC517}"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57</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2531" name="Rectangle 2">
            <a:extLst>
              <a:ext uri="{FF2B5EF4-FFF2-40B4-BE49-F238E27FC236}">
                <a16:creationId xmlns:a16="http://schemas.microsoft.com/office/drawing/2014/main" id="{0BA0B7EA-541F-493F-AD5E-6A7E36288B46}"/>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80C7B06E-F917-45BD-A079-6C73087A5B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388F6301-714C-4FE8-91A7-DFAF60BA9F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5F1E2AE-1C39-46EC-B503-AA16A34FF476}"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59</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4579" name="Rectangle 2">
            <a:extLst>
              <a:ext uri="{FF2B5EF4-FFF2-40B4-BE49-F238E27FC236}">
                <a16:creationId xmlns:a16="http://schemas.microsoft.com/office/drawing/2014/main" id="{78E4A80F-EA86-483A-9CCF-9DEFC2C5BCD5}"/>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3486AFF1-D1FF-48A8-93A6-6BA573FA0D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B0B097C5-D41A-489F-BD28-B47D5FC647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616EDCCF-D6B5-458B-A937-6F50AC02D764}"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60</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6627" name="Rectangle 2">
            <a:extLst>
              <a:ext uri="{FF2B5EF4-FFF2-40B4-BE49-F238E27FC236}">
                <a16:creationId xmlns:a16="http://schemas.microsoft.com/office/drawing/2014/main" id="{B4B0AB2B-B914-46AE-945B-4F2A2597341E}"/>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C47C0904-AD6D-4E15-8AE5-8A8E9C822C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6F25-BC72-DDB7-1113-7FE364AA560F}"/>
            </a:ext>
          </a:extLst>
        </p:cNvPr>
        <p:cNvGrpSpPr/>
        <p:nvPr/>
      </p:nvGrpSpPr>
      <p:grpSpPr>
        <a:xfrm>
          <a:off x="0" y="0"/>
          <a:ext cx="0" cy="0"/>
          <a:chOff x="0" y="0"/>
          <a:chExt cx="0" cy="0"/>
        </a:xfrm>
      </p:grpSpPr>
      <p:sp>
        <p:nvSpPr>
          <p:cNvPr id="26626" name="Rectangle 7">
            <a:extLst>
              <a:ext uri="{FF2B5EF4-FFF2-40B4-BE49-F238E27FC236}">
                <a16:creationId xmlns:a16="http://schemas.microsoft.com/office/drawing/2014/main" id="{8F69EA3B-5E2E-917D-4008-5947AB8DEB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616EDCCF-D6B5-458B-A937-6F50AC02D764}"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61</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6627" name="Rectangle 2">
            <a:extLst>
              <a:ext uri="{FF2B5EF4-FFF2-40B4-BE49-F238E27FC236}">
                <a16:creationId xmlns:a16="http://schemas.microsoft.com/office/drawing/2014/main" id="{38566F84-CC60-F8B9-18A5-798A39CE013D}"/>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9EA64712-C670-6EEC-9DCE-A3C75983A7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extLst>
      <p:ext uri="{BB962C8B-B14F-4D97-AF65-F5344CB8AC3E}">
        <p14:creationId xmlns:p14="http://schemas.microsoft.com/office/powerpoint/2010/main" val="30959061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D2038342-6288-4651-9671-9D89FA2AE43F}"/>
              </a:ext>
            </a:extLst>
          </p:cNvPr>
          <p:cNvSpPr txBox="1">
            <a:spLocks noGrp="1" noChangeArrowheads="1"/>
          </p:cNvSpPr>
          <p:nvPr/>
        </p:nvSpPr>
        <p:spPr bwMode="auto">
          <a:xfrm>
            <a:off x="3965575" y="8820150"/>
            <a:ext cx="3032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3027" tIns="46514" rIns="93027" bIns="46514" anchor="b"/>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E3602458-8836-4AD1-87A4-E1AAEB3E336F}"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62</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28675" name="Rectangle 2">
            <a:extLst>
              <a:ext uri="{FF2B5EF4-FFF2-40B4-BE49-F238E27FC236}">
                <a16:creationId xmlns:a16="http://schemas.microsoft.com/office/drawing/2014/main" id="{DD5E2B09-55A3-403F-BD5D-6EECB59583B2}"/>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F307FE91-BCEE-4B69-8A93-00729E07FD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F2F1CBD7-8837-4FFA-9E6E-4349DD3C65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E2308957-54A5-4376-9A4F-A60FE6483F77}"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63</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0723" name="Rectangle 2">
            <a:extLst>
              <a:ext uri="{FF2B5EF4-FFF2-40B4-BE49-F238E27FC236}">
                <a16:creationId xmlns:a16="http://schemas.microsoft.com/office/drawing/2014/main" id="{6CC7B13C-5BC4-425A-AD43-DC98560C8661}"/>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AAD995C5-919A-47D2-B5B1-A305E128CF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304C020A-81DD-4F0E-9E1E-11E9EFBBBD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851C2DE-767C-41B7-9020-9E12854B3373}"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64</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2771" name="Rectangle 2">
            <a:extLst>
              <a:ext uri="{FF2B5EF4-FFF2-40B4-BE49-F238E27FC236}">
                <a16:creationId xmlns:a16="http://schemas.microsoft.com/office/drawing/2014/main" id="{5D1FDE96-53BB-40AB-A363-C3E2527FDFA9}"/>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C5DBAFAE-DC9F-4DE5-8A89-6D3291897A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3ECC9BF4-EEC8-47FC-B870-5C9260A27B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F200FCA9-0AFE-43A5-B670-BA67FF0B6439}"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65</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4819" name="Rectangle 2">
            <a:extLst>
              <a:ext uri="{FF2B5EF4-FFF2-40B4-BE49-F238E27FC236}">
                <a16:creationId xmlns:a16="http://schemas.microsoft.com/office/drawing/2014/main" id="{BDF1AAE9-CC1A-4AE4-BF11-36BB06A0B7BF}"/>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400FF708-9969-45FD-835E-508CFA1A88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F14EB24E-1992-449A-AD28-FF477E1F2C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3E36D8E-1942-4B6F-B492-DC8CBE44093B}"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68</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51203" name="Rectangle 2">
            <a:extLst>
              <a:ext uri="{FF2B5EF4-FFF2-40B4-BE49-F238E27FC236}">
                <a16:creationId xmlns:a16="http://schemas.microsoft.com/office/drawing/2014/main" id="{2FD7109D-2297-4F46-9A8F-16F23C6FAADF}"/>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D63074D6-C005-48DF-B89D-3BD9BDA79E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extLst>
      <p:ext uri="{BB962C8B-B14F-4D97-AF65-F5344CB8AC3E}">
        <p14:creationId xmlns:p14="http://schemas.microsoft.com/office/powerpoint/2010/main" val="35622481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F949F206-950D-48E9-A149-D64511CA3C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218B398B-457E-4D99-B1F7-A3F80D27FC0A}"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69</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53251" name="Rectangle 2">
            <a:extLst>
              <a:ext uri="{FF2B5EF4-FFF2-40B4-BE49-F238E27FC236}">
                <a16:creationId xmlns:a16="http://schemas.microsoft.com/office/drawing/2014/main" id="{D0B54FF7-6A74-49C7-BED8-B43DFD708D36}"/>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EF36A1EB-50EB-4DF7-BA49-AB53A82631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9C51CAF2-9CEA-43E4-9F13-33B4816150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FFA7D35-4712-41D8-B665-A94477D35433}"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70</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55299" name="Rectangle 2">
            <a:extLst>
              <a:ext uri="{FF2B5EF4-FFF2-40B4-BE49-F238E27FC236}">
                <a16:creationId xmlns:a16="http://schemas.microsoft.com/office/drawing/2014/main" id="{5E9F84F8-5007-4AFA-B1CA-32DECFCAE355}"/>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DC503CC5-3C73-48F3-94C8-DD3EE462B5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A73E5832-2ABE-4BFE-BB50-28F915EA88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ACB8EA5F-502C-43A9-830F-42CE989F4625}"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72</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61443" name="Rectangle 2">
            <a:extLst>
              <a:ext uri="{FF2B5EF4-FFF2-40B4-BE49-F238E27FC236}">
                <a16:creationId xmlns:a16="http://schemas.microsoft.com/office/drawing/2014/main" id="{9902172E-A11B-4483-A0E5-C19110049EC9}"/>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D621418C-DB3C-4B2B-8C64-6143806C6F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24C0E946-5AD3-45F8-ACED-33EBCE4BF1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9AC1C478-0C20-4F9F-8BF1-079F4453B4F1}"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73</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36867" name="Rectangle 2">
            <a:extLst>
              <a:ext uri="{FF2B5EF4-FFF2-40B4-BE49-F238E27FC236}">
                <a16:creationId xmlns:a16="http://schemas.microsoft.com/office/drawing/2014/main" id="{1D3F2765-981A-499E-95AC-CF3808A73CA0}"/>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E41FBC5B-83A2-4A9A-A1B0-28128EFEA8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56A1349-140A-4CD0-8290-0C85EC64B2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428B150-66F0-48B2-8723-F0B4B4E21AD8}"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75</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65539" name="Rectangle 2">
            <a:extLst>
              <a:ext uri="{FF2B5EF4-FFF2-40B4-BE49-F238E27FC236}">
                <a16:creationId xmlns:a16="http://schemas.microsoft.com/office/drawing/2014/main" id="{DC72631A-11CF-4A9F-9276-90C504DE0948}"/>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C41B2CCA-6AB4-45BC-A730-EE771BA6C6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extLst>
      <p:ext uri="{BB962C8B-B14F-4D97-AF65-F5344CB8AC3E}">
        <p14:creationId xmlns:p14="http://schemas.microsoft.com/office/powerpoint/2010/main" val="3141308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02A0F754-33C5-4C0A-B518-576CF71D45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1CA34F9-AEED-4B4E-B7D2-FBF59CD7A95A}"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76</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67587" name="Rectangle 2">
            <a:extLst>
              <a:ext uri="{FF2B5EF4-FFF2-40B4-BE49-F238E27FC236}">
                <a16:creationId xmlns:a16="http://schemas.microsoft.com/office/drawing/2014/main" id="{FC6D0380-CE7D-4DCC-A871-D153A3DC612E}"/>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26D12600-61F5-4F10-A72D-B27075AD72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AA579BEF-3A24-4B50-889B-A595EFD451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8A463BFB-5BAE-446A-BC00-D651D93EA269}"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77</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69635" name="Rectangle 2">
            <a:extLst>
              <a:ext uri="{FF2B5EF4-FFF2-40B4-BE49-F238E27FC236}">
                <a16:creationId xmlns:a16="http://schemas.microsoft.com/office/drawing/2014/main" id="{63F9ACA6-3F1E-4CEC-B741-656C2F9A5172}"/>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459FC99F-9019-4083-A1D8-FA9D7FC91D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851F700A-7B2B-4836-88B1-F9CACD8E5A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7D2A4DCB-5A1D-4D5C-82F2-DF14D924F197}"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78</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1683" name="Rectangle 2">
            <a:extLst>
              <a:ext uri="{FF2B5EF4-FFF2-40B4-BE49-F238E27FC236}">
                <a16:creationId xmlns:a16="http://schemas.microsoft.com/office/drawing/2014/main" id="{CB231B14-6D7F-47FC-8278-5EDCD36CE62A}"/>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B5287FC9-2084-42BE-9146-A9C0EAD44E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0661E089-8628-442E-ACBE-9D54FD07AA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D3E82FC5-DED1-4F9E-A1AD-02661FDD5AAB}"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79</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3731" name="Rectangle 2">
            <a:extLst>
              <a:ext uri="{FF2B5EF4-FFF2-40B4-BE49-F238E27FC236}">
                <a16:creationId xmlns:a16="http://schemas.microsoft.com/office/drawing/2014/main" id="{1349231C-8B31-41F8-897F-ABC2DFA651C6}"/>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AB9608B6-72A7-4DBD-9892-0B47392016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916D6A6B-3D6A-4502-86D4-1C5C10FE96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151F64DF-0F73-4F11-A473-987EDFB7EBD7}"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80</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5779" name="Rectangle 2">
            <a:extLst>
              <a:ext uri="{FF2B5EF4-FFF2-40B4-BE49-F238E27FC236}">
                <a16:creationId xmlns:a16="http://schemas.microsoft.com/office/drawing/2014/main" id="{4489731F-BC84-422E-B581-3B4768EC5725}"/>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13066965-8C02-4467-BCC4-3BB0E0A026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36A39A31-1CC5-4EEF-B14A-A3A6474251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28DAD197-26E9-4498-9B31-5B905F4B37DB}"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81</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77827" name="Rectangle 2">
            <a:extLst>
              <a:ext uri="{FF2B5EF4-FFF2-40B4-BE49-F238E27FC236}">
                <a16:creationId xmlns:a16="http://schemas.microsoft.com/office/drawing/2014/main" id="{16C85EC2-1C14-4D55-8F48-98B0119F3038}"/>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B5456B7D-F458-49BC-BEE4-37E1A290D2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C0FE7339-DC65-49D2-A655-B3EDFE070B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2877F1E5-9A6B-46E3-9126-D4752AF9E700}"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83</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90115" name="Rectangle 2">
            <a:extLst>
              <a:ext uri="{FF2B5EF4-FFF2-40B4-BE49-F238E27FC236}">
                <a16:creationId xmlns:a16="http://schemas.microsoft.com/office/drawing/2014/main" id="{F888EA74-F32C-4E49-A95D-3091B2086665}"/>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AD886AE4-BDE3-40CF-A981-1D1FE4BAAB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86EA7C32-3CD6-4A7B-8313-39AF8B8470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317758C1-1925-4887-847D-E1170C9BEA4A}"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84</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92163" name="Rectangle 2">
            <a:extLst>
              <a:ext uri="{FF2B5EF4-FFF2-40B4-BE49-F238E27FC236}">
                <a16:creationId xmlns:a16="http://schemas.microsoft.com/office/drawing/2014/main" id="{E3526EB3-5356-43D9-9E8E-C62C6257E803}"/>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71B7110A-8059-4AF8-9431-3AF6F8F336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F794B59E-23F9-4AF1-87EC-4AAEF380C6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FBD636F-715A-4B25-A681-97DEEED8DD2F}"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86</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1379" name="Rectangle 2">
            <a:extLst>
              <a:ext uri="{FF2B5EF4-FFF2-40B4-BE49-F238E27FC236}">
                <a16:creationId xmlns:a16="http://schemas.microsoft.com/office/drawing/2014/main" id="{1F8D85A2-D5DE-4B5C-842A-4ED3B9385DD0}"/>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ADE88C13-5FDC-4080-B024-79E0712BC6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9C31A9A-21DA-4EBE-B19A-8621513DC4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EED8CD4-9F16-4E96-8301-190BFE224299}"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87</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3427" name="Rectangle 2">
            <a:extLst>
              <a:ext uri="{FF2B5EF4-FFF2-40B4-BE49-F238E27FC236}">
                <a16:creationId xmlns:a16="http://schemas.microsoft.com/office/drawing/2014/main" id="{4E27E3FF-FE69-461B-A41B-ED037C499465}"/>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396EEB19-736D-49D7-907E-7285BCB7CA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411A0C94-7116-4D9F-B032-0B7D5CAEFD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CA087AEF-BCD3-4E14-90AC-36F21F61B7CD}"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88</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5475" name="Rectangle 2">
            <a:extLst>
              <a:ext uri="{FF2B5EF4-FFF2-40B4-BE49-F238E27FC236}">
                <a16:creationId xmlns:a16="http://schemas.microsoft.com/office/drawing/2014/main" id="{5A1EACEC-D3BA-440B-B162-960DEBF63F41}"/>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65FC041A-1CDA-4E0D-899C-36B41A2D1B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EB4A74A6-6BAE-48D5-887A-08ECE2B9DE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42CF5737-26BD-43D3-AD5F-CA57BF00685E}"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89</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7523" name="Rectangle 2">
            <a:extLst>
              <a:ext uri="{FF2B5EF4-FFF2-40B4-BE49-F238E27FC236}">
                <a16:creationId xmlns:a16="http://schemas.microsoft.com/office/drawing/2014/main" id="{1A2D4F9E-523D-4D83-9CCA-0A0A3EDC3C9F}"/>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4C17232C-71C3-4C8F-94CC-B46F85BCC0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9537D33B-516E-4E1D-8155-1BB8818AF6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65C4ADFA-7B9A-45C2-ACE0-D65735EC0894}"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90</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09571" name="Rectangle 2">
            <a:extLst>
              <a:ext uri="{FF2B5EF4-FFF2-40B4-BE49-F238E27FC236}">
                <a16:creationId xmlns:a16="http://schemas.microsoft.com/office/drawing/2014/main" id="{DD97AD53-BD51-4766-B4CC-07042C973C96}"/>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1F53E999-D5D9-4EE0-BF00-9FF2703BFF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42110E80-B291-467E-B6C9-4151025D1D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defTabSz="930275">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defTabSz="930275">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84694927-76E6-4EA2-BC0D-83CC70E039BB}" type="slidenum">
              <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91</a:t>
            </a:fld>
            <a:endParaRPr kumimoji="0" lang="en-US" altLang="en-US" sz="13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111619" name="Rectangle 2">
            <a:extLst>
              <a:ext uri="{FF2B5EF4-FFF2-40B4-BE49-F238E27FC236}">
                <a16:creationId xmlns:a16="http://schemas.microsoft.com/office/drawing/2014/main" id="{263D960F-547C-4311-9DFB-F0B9B7184DE1}"/>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B4D7C663-09D8-4E58-BD41-5E440BEEA8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MS PGothic"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db-book.com/" TargetMode="External"/><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db-book.com/" TargetMode="External"/><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db-book.com/" TargetMode="External"/><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db-book.com/" TargetMode="External"/><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26876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9264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6FD92-00CE-D1D2-2F1A-393EB4A36E37}"/>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635744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EBD271-7661-5FB7-2172-7BA137660E55}"/>
              </a:ext>
            </a:extLst>
          </p:cNvPr>
          <p:cNvSpPr/>
          <p:nvPr userDrawn="1"/>
        </p:nvSpPr>
        <p:spPr>
          <a:xfrm>
            <a:off x="0" y="438150"/>
            <a:ext cx="9144000" cy="4267200"/>
          </a:xfrm>
          <a:prstGeom prst="rect">
            <a:avLst/>
          </a:prstGeom>
          <a:solidFill>
            <a:srgbClr val="1A2C6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dirty="0"/>
          </a:p>
        </p:txBody>
      </p:sp>
      <p:sp>
        <p:nvSpPr>
          <p:cNvPr id="2" name="Content Placeholder 2">
            <a:extLst>
              <a:ext uri="{FF2B5EF4-FFF2-40B4-BE49-F238E27FC236}">
                <a16:creationId xmlns:a16="http://schemas.microsoft.com/office/drawing/2014/main" id="{F05663CE-81C5-76F1-F1C7-8341F3979EC6}"/>
              </a:ext>
            </a:extLst>
          </p:cNvPr>
          <p:cNvSpPr>
            <a:spLocks noGrp="1"/>
          </p:cNvSpPr>
          <p:nvPr>
            <p:ph idx="1"/>
          </p:nvPr>
        </p:nvSpPr>
        <p:spPr>
          <a:xfrm>
            <a:off x="152400" y="2266950"/>
            <a:ext cx="8839200" cy="523220"/>
          </a:xfrm>
          <a:prstGeom prst="rect">
            <a:avLst/>
          </a:prstGeom>
        </p:spPr>
        <p:txBody>
          <a:bodyPr>
            <a:spAutoFit/>
          </a:bodyPr>
          <a:lstStyle>
            <a:lvl1pPr marL="0" indent="0" algn="ctr">
              <a:buNone/>
              <a:defRPr sz="2800">
                <a:solidFill>
                  <a:schemeClr val="bg1"/>
                </a:solidFill>
              </a:defRPr>
            </a:lvl1pPr>
            <a:lvl2pPr>
              <a:defRPr sz="1800"/>
            </a:lvl2pPr>
            <a:lvl3pPr>
              <a:defRPr sz="1600"/>
            </a:lvl3pPr>
            <a:lvl4pPr>
              <a:defRPr sz="1400"/>
            </a:lvl4pPr>
            <a:lvl5pPr>
              <a:defRPr sz="1400"/>
            </a:lvl5pPr>
          </a:lstStyle>
          <a:p>
            <a:pPr lvl="0"/>
            <a:r>
              <a:rPr lang="en-US" dirty="0"/>
              <a:t>Click to edit Master text styles</a:t>
            </a:r>
          </a:p>
        </p:txBody>
      </p:sp>
    </p:spTree>
    <p:extLst>
      <p:ext uri="{BB962C8B-B14F-4D97-AF65-F5344CB8AC3E}">
        <p14:creationId xmlns:p14="http://schemas.microsoft.com/office/powerpoint/2010/main" val="1637048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EBD271-7661-5FB7-2172-7BA137660E55}"/>
              </a:ext>
            </a:extLst>
          </p:cNvPr>
          <p:cNvSpPr/>
          <p:nvPr userDrawn="1"/>
        </p:nvSpPr>
        <p:spPr>
          <a:xfrm>
            <a:off x="0" y="438150"/>
            <a:ext cx="9144000" cy="4267200"/>
          </a:xfrm>
          <a:prstGeom prst="rect">
            <a:avLst/>
          </a:prstGeom>
          <a:solidFill>
            <a:schemeClr val="bg1">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dirty="0">
              <a:solidFill>
                <a:schemeClr val="tx1"/>
              </a:solidFill>
            </a:endParaRPr>
          </a:p>
        </p:txBody>
      </p:sp>
      <p:sp>
        <p:nvSpPr>
          <p:cNvPr id="4" name="Content Placeholder 2">
            <a:extLst>
              <a:ext uri="{FF2B5EF4-FFF2-40B4-BE49-F238E27FC236}">
                <a16:creationId xmlns:a16="http://schemas.microsoft.com/office/drawing/2014/main" id="{A141E127-DB9C-E313-DBE5-8A80AEC8C19C}"/>
              </a:ext>
            </a:extLst>
          </p:cNvPr>
          <p:cNvSpPr>
            <a:spLocks noGrp="1"/>
          </p:cNvSpPr>
          <p:nvPr>
            <p:ph idx="1"/>
          </p:nvPr>
        </p:nvSpPr>
        <p:spPr>
          <a:xfrm>
            <a:off x="152400" y="2266950"/>
            <a:ext cx="8839200" cy="523220"/>
          </a:xfrm>
          <a:prstGeom prst="rect">
            <a:avLst/>
          </a:prstGeom>
        </p:spPr>
        <p:txBody>
          <a:bodyPr>
            <a:spAutoFit/>
          </a:bodyPr>
          <a:lstStyle>
            <a:lvl1pPr marL="0" indent="0" algn="ctr">
              <a:buNone/>
              <a:defRPr sz="2800">
                <a:solidFill>
                  <a:schemeClr val="bg1"/>
                </a:solidFill>
              </a:defRPr>
            </a:lvl1pPr>
            <a:lvl2pPr>
              <a:defRPr sz="1800"/>
            </a:lvl2pPr>
            <a:lvl3pPr>
              <a:defRPr sz="1600"/>
            </a:lvl3pPr>
            <a:lvl4pPr>
              <a:defRPr sz="1400"/>
            </a:lvl4pPr>
            <a:lvl5pPr>
              <a:defRPr sz="1400"/>
            </a:lvl5pPr>
          </a:lstStyle>
          <a:p>
            <a:pPr lvl="0"/>
            <a:r>
              <a:rPr lang="en-US" dirty="0"/>
              <a:t>Click to edit Master text styles</a:t>
            </a:r>
          </a:p>
        </p:txBody>
      </p:sp>
    </p:spTree>
    <p:extLst>
      <p:ext uri="{BB962C8B-B14F-4D97-AF65-F5344CB8AC3E}">
        <p14:creationId xmlns:p14="http://schemas.microsoft.com/office/powerpoint/2010/main" val="4101403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Page" preserve="1">
  <p:cSld name="Title Page">
    <p:spTree>
      <p:nvGrpSpPr>
        <p:cNvPr id="1" name="Shape 15"/>
        <p:cNvGrpSpPr/>
        <p:nvPr/>
      </p:nvGrpSpPr>
      <p:grpSpPr>
        <a:xfrm>
          <a:off x="0" y="0"/>
          <a:ext cx="0" cy="0"/>
          <a:chOff x="0" y="0"/>
          <a:chExt cx="0" cy="0"/>
        </a:xfrm>
      </p:grpSpPr>
      <p:sp>
        <p:nvSpPr>
          <p:cNvPr id="16" name="Google Shape;16;p2"/>
          <p:cNvSpPr/>
          <p:nvPr/>
        </p:nvSpPr>
        <p:spPr>
          <a:xfrm>
            <a:off x="0" y="-712"/>
            <a:ext cx="4610250" cy="5143500"/>
          </a:xfrm>
          <a:prstGeom prst="rect">
            <a:avLst/>
          </a:prstGeom>
          <a:solidFill>
            <a:srgbClr val="B9D8EB"/>
          </a:solidFill>
          <a:ln>
            <a:noFill/>
          </a:ln>
        </p:spPr>
        <p:txBody>
          <a:bodyPr spcFirstLastPara="1" wrap="square" lIns="68569" tIns="68569" rIns="68569" bIns="68569" anchor="ctr" anchorCtr="0">
            <a:noAutofit/>
          </a:bodyPr>
          <a:lstStyle/>
          <a:p>
            <a:pPr marL="0" lvl="0" indent="0" algn="l" rtl="0">
              <a:spcBef>
                <a:spcPts val="0"/>
              </a:spcBef>
              <a:spcAft>
                <a:spcPts val="0"/>
              </a:spcAft>
              <a:buNone/>
            </a:pPr>
            <a:endParaRPr/>
          </a:p>
        </p:txBody>
      </p:sp>
      <p:pic>
        <p:nvPicPr>
          <p:cNvPr id="17" name="Google Shape;17;p2"/>
          <p:cNvPicPr preferRelativeResize="0"/>
          <p:nvPr/>
        </p:nvPicPr>
        <p:blipFill rotWithShape="1">
          <a:blip r:embed="rId2">
            <a:alphaModFix/>
          </a:blip>
          <a:srcRect l="49588" t="20071" r="11021" b="437"/>
          <a:stretch/>
        </p:blipFill>
        <p:spPr>
          <a:xfrm>
            <a:off x="4584825" y="-1200"/>
            <a:ext cx="4559177" cy="5175195"/>
          </a:xfrm>
          <a:prstGeom prst="rect">
            <a:avLst/>
          </a:prstGeom>
          <a:noFill/>
          <a:ln>
            <a:noFill/>
          </a:ln>
        </p:spPr>
      </p:pic>
      <p:sp>
        <p:nvSpPr>
          <p:cNvPr id="18" name="Google Shape;18;p2"/>
          <p:cNvSpPr txBox="1">
            <a:spLocks noGrp="1"/>
          </p:cNvSpPr>
          <p:nvPr>
            <p:ph type="title"/>
          </p:nvPr>
        </p:nvSpPr>
        <p:spPr>
          <a:xfrm>
            <a:off x="616800" y="1099875"/>
            <a:ext cx="3331575" cy="402075"/>
          </a:xfrm>
          <a:prstGeom prst="rect">
            <a:avLst/>
          </a:prstGeom>
          <a:noFill/>
          <a:ln>
            <a:noFill/>
          </a:ln>
        </p:spPr>
        <p:txBody>
          <a:bodyPr spcFirstLastPara="1" wrap="square" lIns="91425" tIns="45700" rIns="91425" bIns="45700" anchor="t" anchorCtr="0">
            <a:noAutofit/>
          </a:bodyPr>
          <a:lstStyle>
            <a:lvl1pPr lvl="0" algn="l" rtl="0">
              <a:lnSpc>
                <a:spcPct val="90000"/>
              </a:lnSpc>
              <a:spcBef>
                <a:spcPts val="0"/>
              </a:spcBef>
              <a:spcAft>
                <a:spcPts val="0"/>
              </a:spcAft>
              <a:buClr>
                <a:srgbClr val="000D74"/>
              </a:buClr>
              <a:buSzPts val="3000"/>
              <a:buNone/>
              <a:defRPr sz="1800">
                <a:solidFill>
                  <a:srgbClr val="000D74"/>
                </a:solidFill>
              </a:defRPr>
            </a:lvl1pPr>
            <a:lvl2pPr lvl="1" rtl="0">
              <a:spcBef>
                <a:spcPts val="0"/>
              </a:spcBef>
              <a:spcAft>
                <a:spcPts val="0"/>
              </a:spcAft>
              <a:buClr>
                <a:srgbClr val="000D74"/>
              </a:buClr>
              <a:buSzPts val="1400"/>
              <a:buNone/>
              <a:defRPr>
                <a:solidFill>
                  <a:srgbClr val="000D74"/>
                </a:solidFill>
              </a:defRPr>
            </a:lvl2pPr>
            <a:lvl3pPr lvl="2" rtl="0">
              <a:spcBef>
                <a:spcPts val="0"/>
              </a:spcBef>
              <a:spcAft>
                <a:spcPts val="0"/>
              </a:spcAft>
              <a:buClr>
                <a:srgbClr val="000D74"/>
              </a:buClr>
              <a:buSzPts val="1400"/>
              <a:buNone/>
              <a:defRPr>
                <a:solidFill>
                  <a:srgbClr val="000D74"/>
                </a:solidFill>
              </a:defRPr>
            </a:lvl3pPr>
            <a:lvl4pPr lvl="3" rtl="0">
              <a:spcBef>
                <a:spcPts val="0"/>
              </a:spcBef>
              <a:spcAft>
                <a:spcPts val="0"/>
              </a:spcAft>
              <a:buClr>
                <a:srgbClr val="000D74"/>
              </a:buClr>
              <a:buSzPts val="1400"/>
              <a:buNone/>
              <a:defRPr>
                <a:solidFill>
                  <a:srgbClr val="000D74"/>
                </a:solidFill>
              </a:defRPr>
            </a:lvl4pPr>
            <a:lvl5pPr lvl="4" rtl="0">
              <a:spcBef>
                <a:spcPts val="0"/>
              </a:spcBef>
              <a:spcAft>
                <a:spcPts val="0"/>
              </a:spcAft>
              <a:buClr>
                <a:srgbClr val="000D74"/>
              </a:buClr>
              <a:buSzPts val="1400"/>
              <a:buNone/>
              <a:defRPr>
                <a:solidFill>
                  <a:srgbClr val="000D74"/>
                </a:solidFill>
              </a:defRPr>
            </a:lvl5pPr>
            <a:lvl6pPr lvl="5" rtl="0">
              <a:spcBef>
                <a:spcPts val="0"/>
              </a:spcBef>
              <a:spcAft>
                <a:spcPts val="0"/>
              </a:spcAft>
              <a:buClr>
                <a:srgbClr val="000D74"/>
              </a:buClr>
              <a:buSzPts val="1400"/>
              <a:buNone/>
              <a:defRPr>
                <a:solidFill>
                  <a:srgbClr val="000D74"/>
                </a:solidFill>
              </a:defRPr>
            </a:lvl6pPr>
            <a:lvl7pPr lvl="6" rtl="0">
              <a:spcBef>
                <a:spcPts val="0"/>
              </a:spcBef>
              <a:spcAft>
                <a:spcPts val="0"/>
              </a:spcAft>
              <a:buClr>
                <a:srgbClr val="000D74"/>
              </a:buClr>
              <a:buSzPts val="1400"/>
              <a:buNone/>
              <a:defRPr>
                <a:solidFill>
                  <a:srgbClr val="000D74"/>
                </a:solidFill>
              </a:defRPr>
            </a:lvl7pPr>
            <a:lvl8pPr lvl="7" rtl="0">
              <a:spcBef>
                <a:spcPts val="0"/>
              </a:spcBef>
              <a:spcAft>
                <a:spcPts val="0"/>
              </a:spcAft>
              <a:buClr>
                <a:srgbClr val="000D74"/>
              </a:buClr>
              <a:buSzPts val="1400"/>
              <a:buNone/>
              <a:defRPr>
                <a:solidFill>
                  <a:srgbClr val="000D74"/>
                </a:solidFill>
              </a:defRPr>
            </a:lvl8pPr>
            <a:lvl9pPr lvl="8" rtl="0">
              <a:spcBef>
                <a:spcPts val="0"/>
              </a:spcBef>
              <a:spcAft>
                <a:spcPts val="0"/>
              </a:spcAft>
              <a:buClr>
                <a:srgbClr val="000D74"/>
              </a:buClr>
              <a:buSzPts val="1400"/>
              <a:buNone/>
              <a:defRPr>
                <a:solidFill>
                  <a:srgbClr val="000D74"/>
                </a:solidFill>
              </a:defRPr>
            </a:lvl9pPr>
          </a:lstStyle>
          <a:p>
            <a:endParaRPr/>
          </a:p>
        </p:txBody>
      </p:sp>
      <p:sp>
        <p:nvSpPr>
          <p:cNvPr id="19" name="Google Shape;19;p2"/>
          <p:cNvSpPr txBox="1">
            <a:spLocks noGrp="1"/>
          </p:cNvSpPr>
          <p:nvPr>
            <p:ph type="subTitle" idx="1"/>
          </p:nvPr>
        </p:nvSpPr>
        <p:spPr>
          <a:xfrm>
            <a:off x="598163" y="1501950"/>
            <a:ext cx="3413925" cy="862425"/>
          </a:xfrm>
          <a:prstGeom prst="rect">
            <a:avLst/>
          </a:prstGeom>
        </p:spPr>
        <p:txBody>
          <a:bodyPr spcFirstLastPara="1" wrap="square" lIns="91425" tIns="91425" rIns="91425" bIns="91425" anchor="t" anchorCtr="0">
            <a:noAutofit/>
          </a:bodyPr>
          <a:lstStyle>
            <a:lvl1pPr lvl="0" algn="l" rtl="0">
              <a:spcBef>
                <a:spcPts val="0"/>
              </a:spcBef>
              <a:spcAft>
                <a:spcPts val="0"/>
              </a:spcAft>
              <a:buNone/>
              <a:defRPr sz="2700">
                <a:solidFill>
                  <a:srgbClr val="000D74"/>
                </a:solidFill>
                <a:latin typeface="Inter SemiBold"/>
                <a:ea typeface="Inter SemiBold"/>
                <a:cs typeface="Inter SemiBold"/>
                <a:sym typeface="Inter SemiBold"/>
              </a:defRPr>
            </a:lvl1pPr>
            <a:lvl2pPr lvl="1" algn="ctr" rtl="0">
              <a:spcBef>
                <a:spcPts val="0"/>
              </a:spcBef>
              <a:spcAft>
                <a:spcPts val="0"/>
              </a:spcAft>
              <a:buNone/>
              <a:defRPr sz="2550">
                <a:solidFill>
                  <a:srgbClr val="000D74"/>
                </a:solidFill>
              </a:defRPr>
            </a:lvl2pPr>
            <a:lvl3pPr lvl="2" algn="ctr" rtl="0">
              <a:spcBef>
                <a:spcPts val="0"/>
              </a:spcBef>
              <a:spcAft>
                <a:spcPts val="0"/>
              </a:spcAft>
              <a:buNone/>
              <a:defRPr sz="2550">
                <a:solidFill>
                  <a:srgbClr val="000D74"/>
                </a:solidFill>
              </a:defRPr>
            </a:lvl3pPr>
            <a:lvl4pPr lvl="3" algn="ctr" rtl="0">
              <a:spcBef>
                <a:spcPts val="0"/>
              </a:spcBef>
              <a:spcAft>
                <a:spcPts val="0"/>
              </a:spcAft>
              <a:buNone/>
              <a:defRPr sz="2550">
                <a:solidFill>
                  <a:srgbClr val="000D74"/>
                </a:solidFill>
              </a:defRPr>
            </a:lvl4pPr>
            <a:lvl5pPr lvl="4" algn="ctr" rtl="0">
              <a:spcBef>
                <a:spcPts val="0"/>
              </a:spcBef>
              <a:spcAft>
                <a:spcPts val="0"/>
              </a:spcAft>
              <a:buNone/>
              <a:defRPr sz="2550">
                <a:solidFill>
                  <a:srgbClr val="000D74"/>
                </a:solidFill>
              </a:defRPr>
            </a:lvl5pPr>
            <a:lvl6pPr lvl="5" algn="ctr" rtl="0">
              <a:spcBef>
                <a:spcPts val="0"/>
              </a:spcBef>
              <a:spcAft>
                <a:spcPts val="0"/>
              </a:spcAft>
              <a:buNone/>
              <a:defRPr sz="2550">
                <a:solidFill>
                  <a:srgbClr val="000D74"/>
                </a:solidFill>
              </a:defRPr>
            </a:lvl6pPr>
            <a:lvl7pPr lvl="6" algn="ctr" rtl="0">
              <a:spcBef>
                <a:spcPts val="0"/>
              </a:spcBef>
              <a:spcAft>
                <a:spcPts val="0"/>
              </a:spcAft>
              <a:buNone/>
              <a:defRPr sz="2550">
                <a:solidFill>
                  <a:srgbClr val="000D74"/>
                </a:solidFill>
              </a:defRPr>
            </a:lvl7pPr>
            <a:lvl8pPr lvl="7" algn="ctr" rtl="0">
              <a:spcBef>
                <a:spcPts val="0"/>
              </a:spcBef>
              <a:spcAft>
                <a:spcPts val="0"/>
              </a:spcAft>
              <a:buNone/>
              <a:defRPr sz="2550">
                <a:solidFill>
                  <a:srgbClr val="000D74"/>
                </a:solidFill>
              </a:defRPr>
            </a:lvl8pPr>
            <a:lvl9pPr lvl="8" algn="ctr" rtl="0">
              <a:spcBef>
                <a:spcPts val="0"/>
              </a:spcBef>
              <a:spcAft>
                <a:spcPts val="0"/>
              </a:spcAft>
              <a:buNone/>
              <a:defRPr sz="2550">
                <a:solidFill>
                  <a:srgbClr val="000D74"/>
                </a:solidFill>
              </a:defRPr>
            </a:lvl9pPr>
          </a:lstStyle>
          <a:p>
            <a:endParaRPr/>
          </a:p>
        </p:txBody>
      </p:sp>
      <p:sp>
        <p:nvSpPr>
          <p:cNvPr id="20" name="Google Shape;20;p2"/>
          <p:cNvSpPr txBox="1">
            <a:spLocks noGrp="1"/>
          </p:cNvSpPr>
          <p:nvPr>
            <p:ph type="body" idx="2"/>
          </p:nvPr>
        </p:nvSpPr>
        <p:spPr>
          <a:xfrm>
            <a:off x="689344" y="2415244"/>
            <a:ext cx="3259125" cy="1746000"/>
          </a:xfrm>
          <a:prstGeom prst="rect">
            <a:avLst/>
          </a:prstGeom>
        </p:spPr>
        <p:txBody>
          <a:bodyPr spcFirstLastPara="1" wrap="square" lIns="91425" tIns="45700" rIns="91425" bIns="45700" anchor="t" anchorCtr="0">
            <a:noAutofit/>
          </a:bodyPr>
          <a:lstStyle>
            <a:lvl1pPr marL="342900" lvl="0" indent="-247650">
              <a:spcBef>
                <a:spcPts val="750"/>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1pPr>
            <a:lvl2pPr marL="685800" lvl="1" indent="-238125">
              <a:spcBef>
                <a:spcPts val="375"/>
              </a:spcBef>
              <a:spcAft>
                <a:spcPts val="0"/>
              </a:spcAft>
              <a:buClr>
                <a:srgbClr val="000D74"/>
              </a:buClr>
              <a:buSzPts val="1400"/>
              <a:buFont typeface="Montserrat"/>
              <a:buChar char="o"/>
              <a:defRPr>
                <a:solidFill>
                  <a:srgbClr val="000D74"/>
                </a:solidFill>
                <a:latin typeface="Montserrat"/>
                <a:ea typeface="Montserrat"/>
                <a:cs typeface="Montserrat"/>
                <a:sym typeface="Montserrat"/>
              </a:defRPr>
            </a:lvl2pPr>
            <a:lvl3pPr marL="1028700" lvl="2"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3pPr>
            <a:lvl4pPr marL="1371600" lvl="3"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4pPr>
            <a:lvl5pPr marL="1714500" lvl="4"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5pPr>
            <a:lvl6pPr marL="2057400" lvl="5"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6pPr>
            <a:lvl7pPr marL="2400300" lvl="6"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7pPr>
            <a:lvl8pPr marL="2743200" lvl="7"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8pPr>
            <a:lvl9pPr marL="3086100" lvl="8" indent="-247650">
              <a:spcBef>
                <a:spcPts val="375"/>
              </a:spcBef>
              <a:spcAft>
                <a:spcPts val="0"/>
              </a:spcAft>
              <a:buClr>
                <a:srgbClr val="000D74"/>
              </a:buClr>
              <a:buSzPts val="1600"/>
              <a:buFont typeface="Montserrat"/>
              <a:buChar char="•"/>
              <a:defRPr sz="1200">
                <a:solidFill>
                  <a:srgbClr val="000D74"/>
                </a:solidFill>
                <a:latin typeface="Montserrat"/>
                <a:ea typeface="Montserrat"/>
                <a:cs typeface="Montserrat"/>
                <a:sym typeface="Montserrat"/>
              </a:defRPr>
            </a:lvl9pPr>
          </a:lstStyle>
          <a:p>
            <a:endParaRPr/>
          </a:p>
        </p:txBody>
      </p:sp>
      <p:pic>
        <p:nvPicPr>
          <p:cNvPr id="21" name="Google Shape;21;p2"/>
          <p:cNvPicPr preferRelativeResize="0"/>
          <p:nvPr/>
        </p:nvPicPr>
        <p:blipFill>
          <a:blip r:embed="rId3">
            <a:alphaModFix/>
          </a:blip>
          <a:stretch>
            <a:fillRect/>
          </a:stretch>
        </p:blipFill>
        <p:spPr>
          <a:xfrm>
            <a:off x="162178" y="3545044"/>
            <a:ext cx="4084220" cy="1615350"/>
          </a:xfrm>
          <a:prstGeom prst="rect">
            <a:avLst/>
          </a:prstGeom>
          <a:noFill/>
          <a:ln>
            <a:noFill/>
          </a:ln>
        </p:spPr>
      </p:pic>
    </p:spTree>
    <p:extLst>
      <p:ext uri="{BB962C8B-B14F-4D97-AF65-F5344CB8AC3E}">
        <p14:creationId xmlns:p14="http://schemas.microsoft.com/office/powerpoint/2010/main" val="2019953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Page 1" preserve="1">
  <p:cSld name="Title Page 1">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1284525" y="1512842"/>
            <a:ext cx="6574950" cy="557775"/>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SzPts val="36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 name="Google Shape;24;p3"/>
          <p:cNvSpPr txBox="1">
            <a:spLocks noGrp="1"/>
          </p:cNvSpPr>
          <p:nvPr>
            <p:ph type="subTitle" idx="1"/>
          </p:nvPr>
        </p:nvSpPr>
        <p:spPr>
          <a:xfrm>
            <a:off x="1284525" y="2070619"/>
            <a:ext cx="6574950" cy="2027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1800">
                <a:solidFill>
                  <a:srgbClr val="6CADDF"/>
                </a:solidFill>
                <a:latin typeface="Inter SemiBold"/>
                <a:ea typeface="Inter SemiBold"/>
                <a:cs typeface="Inter SemiBold"/>
                <a:sym typeface="Inter SemiBold"/>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25" name="Google Shape;25;p3"/>
          <p:cNvSpPr txBox="1">
            <a:spLocks noGrp="1"/>
          </p:cNvSpPr>
          <p:nvPr>
            <p:ph type="subTitle" idx="2"/>
          </p:nvPr>
        </p:nvSpPr>
        <p:spPr>
          <a:xfrm>
            <a:off x="4051119" y="4738069"/>
            <a:ext cx="4460625" cy="437850"/>
          </a:xfrm>
          <a:prstGeom prst="rect">
            <a:avLst/>
          </a:prstGeom>
        </p:spPr>
        <p:txBody>
          <a:bodyPr spcFirstLastPara="1" wrap="square" lIns="91425" tIns="91425" rIns="91425" bIns="91425" anchor="ctr" anchorCtr="0">
            <a:noAutofit/>
          </a:bodyPr>
          <a:lstStyle>
            <a:lvl1pPr lvl="0" rtl="0">
              <a:spcBef>
                <a:spcPts val="0"/>
              </a:spcBef>
              <a:spcAft>
                <a:spcPts val="0"/>
              </a:spcAft>
              <a:buNone/>
              <a:defRPr>
                <a:solidFill>
                  <a:srgbClr val="000D74"/>
                </a:solidFill>
              </a:defRPr>
            </a:lvl1pPr>
            <a:lvl2pPr lvl="1" rtl="0">
              <a:spcBef>
                <a:spcPts val="0"/>
              </a:spcBef>
              <a:spcAft>
                <a:spcPts val="0"/>
              </a:spcAft>
              <a:buNone/>
              <a:defRPr>
                <a:solidFill>
                  <a:srgbClr val="000D74"/>
                </a:solidFill>
              </a:defRPr>
            </a:lvl2pPr>
            <a:lvl3pPr lvl="2" rtl="0">
              <a:spcBef>
                <a:spcPts val="0"/>
              </a:spcBef>
              <a:spcAft>
                <a:spcPts val="0"/>
              </a:spcAft>
              <a:buNone/>
              <a:defRPr>
                <a:solidFill>
                  <a:srgbClr val="000D74"/>
                </a:solidFill>
              </a:defRPr>
            </a:lvl3pPr>
            <a:lvl4pPr lvl="3" rtl="0">
              <a:spcBef>
                <a:spcPts val="0"/>
              </a:spcBef>
              <a:spcAft>
                <a:spcPts val="0"/>
              </a:spcAft>
              <a:buNone/>
              <a:defRPr>
                <a:solidFill>
                  <a:srgbClr val="000D74"/>
                </a:solidFill>
              </a:defRPr>
            </a:lvl4pPr>
            <a:lvl5pPr lvl="4" rtl="0">
              <a:spcBef>
                <a:spcPts val="0"/>
              </a:spcBef>
              <a:spcAft>
                <a:spcPts val="0"/>
              </a:spcAft>
              <a:buNone/>
              <a:defRPr>
                <a:solidFill>
                  <a:srgbClr val="000D74"/>
                </a:solidFill>
              </a:defRPr>
            </a:lvl5pPr>
            <a:lvl6pPr lvl="5" rtl="0">
              <a:spcBef>
                <a:spcPts val="0"/>
              </a:spcBef>
              <a:spcAft>
                <a:spcPts val="0"/>
              </a:spcAft>
              <a:buNone/>
              <a:defRPr>
                <a:solidFill>
                  <a:srgbClr val="000D74"/>
                </a:solidFill>
              </a:defRPr>
            </a:lvl6pPr>
            <a:lvl7pPr lvl="6" rtl="0">
              <a:spcBef>
                <a:spcPts val="0"/>
              </a:spcBef>
              <a:spcAft>
                <a:spcPts val="0"/>
              </a:spcAft>
              <a:buNone/>
              <a:defRPr>
                <a:solidFill>
                  <a:srgbClr val="000D74"/>
                </a:solidFill>
              </a:defRPr>
            </a:lvl7pPr>
            <a:lvl8pPr lvl="7" rtl="0">
              <a:spcBef>
                <a:spcPts val="0"/>
              </a:spcBef>
              <a:spcAft>
                <a:spcPts val="0"/>
              </a:spcAft>
              <a:buNone/>
              <a:defRPr>
                <a:solidFill>
                  <a:srgbClr val="000D74"/>
                </a:solidFill>
              </a:defRPr>
            </a:lvl8pPr>
            <a:lvl9pPr lvl="8" rtl="0">
              <a:spcBef>
                <a:spcPts val="0"/>
              </a:spcBef>
              <a:spcAft>
                <a:spcPts val="0"/>
              </a:spcAft>
              <a:buNone/>
              <a:defRPr>
                <a:solidFill>
                  <a:srgbClr val="000D74"/>
                </a:solidFill>
              </a:defRPr>
            </a:lvl9pPr>
          </a:lstStyle>
          <a:p>
            <a:endParaRPr/>
          </a:p>
        </p:txBody>
      </p:sp>
      <p:sp>
        <p:nvSpPr>
          <p:cNvPr id="26" name="Google Shape;26;p3"/>
          <p:cNvSpPr txBox="1">
            <a:spLocks noGrp="1"/>
          </p:cNvSpPr>
          <p:nvPr>
            <p:ph type="title" idx="3"/>
          </p:nvPr>
        </p:nvSpPr>
        <p:spPr>
          <a:xfrm>
            <a:off x="629175" y="0"/>
            <a:ext cx="8511750" cy="688950"/>
          </a:xfrm>
          <a:prstGeom prst="rect">
            <a:avLst/>
          </a:prstGeom>
        </p:spPr>
        <p:txBody>
          <a:bodyPr spcFirstLastPara="1" wrap="square" lIns="91425" tIns="91425" rIns="91425" bIns="91425" anchor="b" anchorCtr="0">
            <a:noAutofit/>
          </a:bodyPr>
          <a:lstStyle>
            <a:lvl1pPr lvl="0" algn="l" rtl="0">
              <a:spcBef>
                <a:spcPts val="0"/>
              </a:spcBef>
              <a:spcAft>
                <a:spcPts val="0"/>
              </a:spcAft>
              <a:buNone/>
              <a:defRPr sz="2250">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cxnSp>
        <p:nvCxnSpPr>
          <p:cNvPr id="27" name="Google Shape;27;p3"/>
          <p:cNvCxnSpPr/>
          <p:nvPr/>
        </p:nvCxnSpPr>
        <p:spPr>
          <a:xfrm>
            <a:off x="630769" y="758041"/>
            <a:ext cx="8511750" cy="0"/>
          </a:xfrm>
          <a:prstGeom prst="straightConnector1">
            <a:avLst/>
          </a:prstGeom>
          <a:noFill/>
          <a:ln w="28575" cap="flat" cmpd="sng">
            <a:solidFill>
              <a:srgbClr val="B9D8EB"/>
            </a:solidFill>
            <a:prstDash val="solid"/>
            <a:round/>
            <a:headEnd type="none" w="med" len="med"/>
            <a:tailEnd type="none" w="med" len="med"/>
          </a:ln>
        </p:spPr>
      </p:cxnSp>
    </p:spTree>
    <p:extLst>
      <p:ext uri="{BB962C8B-B14F-4D97-AF65-F5344CB8AC3E}">
        <p14:creationId xmlns:p14="http://schemas.microsoft.com/office/powerpoint/2010/main" val="1045145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Red Background_Blank" preserve="1">
  <p:cSld name="Red Background_Blank">
    <p:spTree>
      <p:nvGrpSpPr>
        <p:cNvPr id="1" name="Shape 70"/>
        <p:cNvGrpSpPr/>
        <p:nvPr/>
      </p:nvGrpSpPr>
      <p:grpSpPr>
        <a:xfrm>
          <a:off x="0" y="0"/>
          <a:ext cx="0" cy="0"/>
          <a:chOff x="0" y="0"/>
          <a:chExt cx="0" cy="0"/>
        </a:xfrm>
      </p:grpSpPr>
      <p:sp>
        <p:nvSpPr>
          <p:cNvPr id="71" name="Google Shape;71;p8"/>
          <p:cNvSpPr txBox="1">
            <a:spLocks noGrp="1"/>
          </p:cNvSpPr>
          <p:nvPr>
            <p:ph type="title"/>
          </p:nvPr>
        </p:nvSpPr>
        <p:spPr>
          <a:xfrm>
            <a:off x="1212413" y="1827806"/>
            <a:ext cx="6719175" cy="685350"/>
          </a:xfrm>
          <a:prstGeom prst="rect">
            <a:avLst/>
          </a:prstGeom>
        </p:spPr>
        <p:txBody>
          <a:bodyPr spcFirstLastPara="1" wrap="square" lIns="91425" tIns="45700" rIns="91425" bIns="45700" anchor="t" anchorCtr="0">
            <a:noAutofit/>
          </a:bodyPr>
          <a:lstStyle>
            <a:lvl1pPr lvl="0" algn="ctr" rtl="0">
              <a:spcBef>
                <a:spcPts val="0"/>
              </a:spcBef>
              <a:spcAft>
                <a:spcPts val="0"/>
              </a:spcAft>
              <a:buNone/>
              <a:defRPr sz="2700">
                <a:solidFill>
                  <a:srgbClr val="FFFFFF"/>
                </a:solidFill>
              </a:defRPr>
            </a:lvl1pPr>
            <a:lvl2pPr lvl="1" rtl="0">
              <a:spcBef>
                <a:spcPts val="0"/>
              </a:spcBef>
              <a:spcAft>
                <a:spcPts val="0"/>
              </a:spcAft>
              <a:buNone/>
              <a:defRPr>
                <a:latin typeface="Arial"/>
                <a:ea typeface="Arial"/>
                <a:cs typeface="Arial"/>
                <a:sym typeface="Arial"/>
              </a:defRPr>
            </a:lvl2pPr>
            <a:lvl3pPr lvl="2" rtl="0">
              <a:spcBef>
                <a:spcPts val="0"/>
              </a:spcBef>
              <a:spcAft>
                <a:spcPts val="0"/>
              </a:spcAft>
              <a:buNone/>
              <a:defRPr>
                <a:latin typeface="Arial"/>
                <a:ea typeface="Arial"/>
                <a:cs typeface="Arial"/>
                <a:sym typeface="Arial"/>
              </a:defRPr>
            </a:lvl3pPr>
            <a:lvl4pPr lvl="3" rtl="0">
              <a:spcBef>
                <a:spcPts val="0"/>
              </a:spcBef>
              <a:spcAft>
                <a:spcPts val="0"/>
              </a:spcAft>
              <a:buNone/>
              <a:defRPr>
                <a:latin typeface="Arial"/>
                <a:ea typeface="Arial"/>
                <a:cs typeface="Arial"/>
                <a:sym typeface="Arial"/>
              </a:defRPr>
            </a:lvl4pPr>
            <a:lvl5pPr lvl="4" rtl="0">
              <a:spcBef>
                <a:spcPts val="0"/>
              </a:spcBef>
              <a:spcAft>
                <a:spcPts val="0"/>
              </a:spcAft>
              <a:buNone/>
              <a:defRPr>
                <a:latin typeface="Arial"/>
                <a:ea typeface="Arial"/>
                <a:cs typeface="Arial"/>
                <a:sym typeface="Arial"/>
              </a:defRPr>
            </a:lvl5pPr>
            <a:lvl6pPr lvl="5" rtl="0">
              <a:spcBef>
                <a:spcPts val="0"/>
              </a:spcBef>
              <a:spcAft>
                <a:spcPts val="0"/>
              </a:spcAft>
              <a:buNone/>
              <a:defRPr>
                <a:latin typeface="Arial"/>
                <a:ea typeface="Arial"/>
                <a:cs typeface="Arial"/>
                <a:sym typeface="Arial"/>
              </a:defRPr>
            </a:lvl6pPr>
            <a:lvl7pPr lvl="6" rtl="0">
              <a:spcBef>
                <a:spcPts val="0"/>
              </a:spcBef>
              <a:spcAft>
                <a:spcPts val="0"/>
              </a:spcAft>
              <a:buNone/>
              <a:defRPr>
                <a:latin typeface="Arial"/>
                <a:ea typeface="Arial"/>
                <a:cs typeface="Arial"/>
                <a:sym typeface="Arial"/>
              </a:defRPr>
            </a:lvl7pPr>
            <a:lvl8pPr lvl="7" rtl="0">
              <a:spcBef>
                <a:spcPts val="0"/>
              </a:spcBef>
              <a:spcAft>
                <a:spcPts val="0"/>
              </a:spcAft>
              <a:buNone/>
              <a:defRPr>
                <a:latin typeface="Arial"/>
                <a:ea typeface="Arial"/>
                <a:cs typeface="Arial"/>
                <a:sym typeface="Arial"/>
              </a:defRPr>
            </a:lvl8pPr>
            <a:lvl9pPr lvl="8" rtl="0">
              <a:spcBef>
                <a:spcPts val="0"/>
              </a:spcBef>
              <a:spcAft>
                <a:spcPts val="0"/>
              </a:spcAft>
              <a:buNone/>
              <a:defRPr>
                <a:latin typeface="Arial"/>
                <a:ea typeface="Arial"/>
                <a:cs typeface="Arial"/>
                <a:sym typeface="Arial"/>
              </a:defRPr>
            </a:lvl9pPr>
          </a:lstStyle>
          <a:p>
            <a:endParaRPr/>
          </a:p>
        </p:txBody>
      </p:sp>
      <p:sp>
        <p:nvSpPr>
          <p:cNvPr id="72" name="Google Shape;72;p8"/>
          <p:cNvSpPr txBox="1">
            <a:spLocks noGrp="1"/>
          </p:cNvSpPr>
          <p:nvPr>
            <p:ph type="subTitle" idx="1"/>
          </p:nvPr>
        </p:nvSpPr>
        <p:spPr>
          <a:xfrm>
            <a:off x="4051119" y="4738069"/>
            <a:ext cx="4460625" cy="437850"/>
          </a:xfrm>
          <a:prstGeom prst="rect">
            <a:avLst/>
          </a:prstGeom>
        </p:spPr>
        <p:txBody>
          <a:bodyPr spcFirstLastPara="1" wrap="square" lIns="91425" tIns="91425" rIns="91425" bIns="91425" anchor="ctr" anchorCtr="0">
            <a:noAutofit/>
          </a:bodyPr>
          <a:lstStyle>
            <a:lvl1pPr lvl="0" rtl="0">
              <a:spcBef>
                <a:spcPts val="0"/>
              </a:spcBef>
              <a:spcAft>
                <a:spcPts val="0"/>
              </a:spcAft>
              <a:buNone/>
              <a:defRPr>
                <a:solidFill>
                  <a:srgbClr val="000D74"/>
                </a:solidFill>
              </a:defRPr>
            </a:lvl1pPr>
            <a:lvl2pPr lvl="1" rtl="0">
              <a:spcBef>
                <a:spcPts val="0"/>
              </a:spcBef>
              <a:spcAft>
                <a:spcPts val="0"/>
              </a:spcAft>
              <a:buNone/>
              <a:defRPr>
                <a:solidFill>
                  <a:srgbClr val="000D74"/>
                </a:solidFill>
                <a:latin typeface="Didact Gothic"/>
                <a:ea typeface="Didact Gothic"/>
                <a:cs typeface="Didact Gothic"/>
                <a:sym typeface="Didact Gothic"/>
              </a:defRPr>
            </a:lvl2pPr>
            <a:lvl3pPr lvl="2" rtl="0">
              <a:spcBef>
                <a:spcPts val="0"/>
              </a:spcBef>
              <a:spcAft>
                <a:spcPts val="0"/>
              </a:spcAft>
              <a:buNone/>
              <a:defRPr>
                <a:solidFill>
                  <a:srgbClr val="000D74"/>
                </a:solidFill>
                <a:latin typeface="Didact Gothic"/>
                <a:ea typeface="Didact Gothic"/>
                <a:cs typeface="Didact Gothic"/>
                <a:sym typeface="Didact Gothic"/>
              </a:defRPr>
            </a:lvl3pPr>
            <a:lvl4pPr lvl="3" rtl="0">
              <a:spcBef>
                <a:spcPts val="0"/>
              </a:spcBef>
              <a:spcAft>
                <a:spcPts val="0"/>
              </a:spcAft>
              <a:buNone/>
              <a:defRPr>
                <a:solidFill>
                  <a:srgbClr val="000D74"/>
                </a:solidFill>
                <a:latin typeface="Didact Gothic"/>
                <a:ea typeface="Didact Gothic"/>
                <a:cs typeface="Didact Gothic"/>
                <a:sym typeface="Didact Gothic"/>
              </a:defRPr>
            </a:lvl4pPr>
            <a:lvl5pPr lvl="4" rtl="0">
              <a:spcBef>
                <a:spcPts val="0"/>
              </a:spcBef>
              <a:spcAft>
                <a:spcPts val="0"/>
              </a:spcAft>
              <a:buNone/>
              <a:defRPr>
                <a:solidFill>
                  <a:srgbClr val="000D74"/>
                </a:solidFill>
                <a:latin typeface="Didact Gothic"/>
                <a:ea typeface="Didact Gothic"/>
                <a:cs typeface="Didact Gothic"/>
                <a:sym typeface="Didact Gothic"/>
              </a:defRPr>
            </a:lvl5pPr>
            <a:lvl6pPr lvl="5" rtl="0">
              <a:spcBef>
                <a:spcPts val="0"/>
              </a:spcBef>
              <a:spcAft>
                <a:spcPts val="0"/>
              </a:spcAft>
              <a:buNone/>
              <a:defRPr>
                <a:solidFill>
                  <a:srgbClr val="000D74"/>
                </a:solidFill>
                <a:latin typeface="Didact Gothic"/>
                <a:ea typeface="Didact Gothic"/>
                <a:cs typeface="Didact Gothic"/>
                <a:sym typeface="Didact Gothic"/>
              </a:defRPr>
            </a:lvl6pPr>
            <a:lvl7pPr lvl="6" rtl="0">
              <a:spcBef>
                <a:spcPts val="0"/>
              </a:spcBef>
              <a:spcAft>
                <a:spcPts val="0"/>
              </a:spcAft>
              <a:buNone/>
              <a:defRPr>
                <a:solidFill>
                  <a:srgbClr val="000D74"/>
                </a:solidFill>
                <a:latin typeface="Didact Gothic"/>
                <a:ea typeface="Didact Gothic"/>
                <a:cs typeface="Didact Gothic"/>
                <a:sym typeface="Didact Gothic"/>
              </a:defRPr>
            </a:lvl7pPr>
            <a:lvl8pPr lvl="7" rtl="0">
              <a:spcBef>
                <a:spcPts val="0"/>
              </a:spcBef>
              <a:spcAft>
                <a:spcPts val="0"/>
              </a:spcAft>
              <a:buNone/>
              <a:defRPr>
                <a:solidFill>
                  <a:srgbClr val="000D74"/>
                </a:solidFill>
                <a:latin typeface="Didact Gothic"/>
                <a:ea typeface="Didact Gothic"/>
                <a:cs typeface="Didact Gothic"/>
                <a:sym typeface="Didact Gothic"/>
              </a:defRPr>
            </a:lvl8pPr>
            <a:lvl9pPr lvl="8" rtl="0">
              <a:spcBef>
                <a:spcPts val="0"/>
              </a:spcBef>
              <a:spcAft>
                <a:spcPts val="0"/>
              </a:spcAft>
              <a:buNone/>
              <a:defRPr>
                <a:solidFill>
                  <a:srgbClr val="000D74"/>
                </a:solidFill>
                <a:latin typeface="Didact Gothic"/>
                <a:ea typeface="Didact Gothic"/>
                <a:cs typeface="Didact Gothic"/>
                <a:sym typeface="Didact Gothic"/>
              </a:defRPr>
            </a:lvl9pPr>
          </a:lstStyle>
          <a:p>
            <a:endParaRPr/>
          </a:p>
        </p:txBody>
      </p:sp>
      <p:sp>
        <p:nvSpPr>
          <p:cNvPr id="73" name="Google Shape;73;p8"/>
          <p:cNvSpPr txBox="1">
            <a:spLocks noGrp="1"/>
          </p:cNvSpPr>
          <p:nvPr>
            <p:ph type="title" idx="2"/>
          </p:nvPr>
        </p:nvSpPr>
        <p:spPr>
          <a:xfrm>
            <a:off x="629175" y="27544"/>
            <a:ext cx="6457275" cy="688950"/>
          </a:xfrm>
          <a:prstGeom prst="rect">
            <a:avLst/>
          </a:prstGeom>
        </p:spPr>
        <p:txBody>
          <a:bodyPr spcFirstLastPara="1" wrap="square" lIns="91425" tIns="45700" rIns="91425" bIns="45700" anchor="b" anchorCtr="0">
            <a:noAutofit/>
          </a:bodyPr>
          <a:lstStyle>
            <a:lvl1pPr lvl="0" algn="l" rtl="0">
              <a:spcBef>
                <a:spcPts val="0"/>
              </a:spcBef>
              <a:spcAft>
                <a:spcPts val="0"/>
              </a:spcAft>
              <a:buNone/>
              <a:defRPr sz="2250">
                <a:solidFill>
                  <a:schemeClr val="lt1"/>
                </a:solidFill>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cxnSp>
        <p:nvCxnSpPr>
          <p:cNvPr id="74" name="Google Shape;74;p8"/>
          <p:cNvCxnSpPr/>
          <p:nvPr/>
        </p:nvCxnSpPr>
        <p:spPr>
          <a:xfrm>
            <a:off x="630769" y="758041"/>
            <a:ext cx="8511750" cy="0"/>
          </a:xfrm>
          <a:prstGeom prst="straightConnector1">
            <a:avLst/>
          </a:prstGeom>
          <a:noFill/>
          <a:ln w="28575" cap="flat" cmpd="sng">
            <a:solidFill>
              <a:srgbClr val="0072CE"/>
            </a:solidFill>
            <a:prstDash val="solid"/>
            <a:round/>
            <a:headEnd type="none" w="med" len="med"/>
            <a:tailEnd type="none" w="med" len="med"/>
          </a:ln>
        </p:spPr>
      </p:cxnSp>
    </p:spTree>
    <p:extLst>
      <p:ext uri="{BB962C8B-B14F-4D97-AF65-F5344CB8AC3E}">
        <p14:creationId xmlns:p14="http://schemas.microsoft.com/office/powerpoint/2010/main" val="141271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Section Header 1" preserve="1">
  <p:cSld name="11_Section Header 1">
    <p:spTree>
      <p:nvGrpSpPr>
        <p:cNvPr id="1" name="Shape 166"/>
        <p:cNvGrpSpPr/>
        <p:nvPr/>
      </p:nvGrpSpPr>
      <p:grpSpPr>
        <a:xfrm>
          <a:off x="0" y="0"/>
          <a:ext cx="0" cy="0"/>
          <a:chOff x="0" y="0"/>
          <a:chExt cx="0" cy="0"/>
        </a:xfrm>
      </p:grpSpPr>
      <p:sp>
        <p:nvSpPr>
          <p:cNvPr id="167" name="Google Shape;167;p18"/>
          <p:cNvSpPr/>
          <p:nvPr/>
        </p:nvSpPr>
        <p:spPr>
          <a:xfrm>
            <a:off x="-9131" y="0"/>
            <a:ext cx="9165825" cy="2526075"/>
          </a:xfrm>
          <a:prstGeom prst="rect">
            <a:avLst/>
          </a:prstGeom>
          <a:solidFill>
            <a:srgbClr val="000D74"/>
          </a:solidFill>
          <a:ln>
            <a:noFill/>
          </a:ln>
        </p:spPr>
        <p:txBody>
          <a:bodyPr spcFirstLastPara="1" wrap="square" lIns="68569" tIns="68569" rIns="68569" bIns="68569" anchor="t" anchorCtr="0">
            <a:noAutofit/>
          </a:bodyPr>
          <a:lstStyle/>
          <a:p>
            <a:pPr marL="0" lvl="0" indent="0" algn="l" rtl="0">
              <a:spcBef>
                <a:spcPts val="0"/>
              </a:spcBef>
              <a:spcAft>
                <a:spcPts val="0"/>
              </a:spcAft>
              <a:buNone/>
            </a:pPr>
            <a:endParaRPr/>
          </a:p>
        </p:txBody>
      </p:sp>
      <p:sp>
        <p:nvSpPr>
          <p:cNvPr id="168" name="Google Shape;168;p18"/>
          <p:cNvSpPr txBox="1">
            <a:spLocks noGrp="1"/>
          </p:cNvSpPr>
          <p:nvPr>
            <p:ph type="subTitle" idx="1"/>
          </p:nvPr>
        </p:nvSpPr>
        <p:spPr>
          <a:xfrm>
            <a:off x="4051119" y="4738069"/>
            <a:ext cx="4460625" cy="437850"/>
          </a:xfrm>
          <a:prstGeom prst="rect">
            <a:avLst/>
          </a:prstGeom>
        </p:spPr>
        <p:txBody>
          <a:bodyPr spcFirstLastPara="1" wrap="square" lIns="91425" tIns="91425" rIns="91425" bIns="91425" anchor="ctr" anchorCtr="0">
            <a:noAutofit/>
          </a:bodyPr>
          <a:lstStyle>
            <a:lvl1pPr lvl="0" rtl="0">
              <a:spcBef>
                <a:spcPts val="0"/>
              </a:spcBef>
              <a:spcAft>
                <a:spcPts val="0"/>
              </a:spcAft>
              <a:buNone/>
              <a:defRPr>
                <a:solidFill>
                  <a:srgbClr val="000D74"/>
                </a:solidFill>
              </a:defRPr>
            </a:lvl1pPr>
            <a:lvl2pPr lvl="1" algn="r" rtl="0">
              <a:spcBef>
                <a:spcPts val="0"/>
              </a:spcBef>
              <a:spcAft>
                <a:spcPts val="0"/>
              </a:spcAft>
              <a:buNone/>
              <a:defRPr>
                <a:solidFill>
                  <a:srgbClr val="000D74"/>
                </a:solidFill>
                <a:latin typeface="Didact Gothic"/>
                <a:ea typeface="Didact Gothic"/>
                <a:cs typeface="Didact Gothic"/>
                <a:sym typeface="Didact Gothic"/>
              </a:defRPr>
            </a:lvl2pPr>
            <a:lvl3pPr lvl="2" algn="r" rtl="0">
              <a:spcBef>
                <a:spcPts val="0"/>
              </a:spcBef>
              <a:spcAft>
                <a:spcPts val="0"/>
              </a:spcAft>
              <a:buNone/>
              <a:defRPr>
                <a:solidFill>
                  <a:srgbClr val="000D74"/>
                </a:solidFill>
                <a:latin typeface="Didact Gothic"/>
                <a:ea typeface="Didact Gothic"/>
                <a:cs typeface="Didact Gothic"/>
                <a:sym typeface="Didact Gothic"/>
              </a:defRPr>
            </a:lvl3pPr>
            <a:lvl4pPr lvl="3" algn="r" rtl="0">
              <a:spcBef>
                <a:spcPts val="0"/>
              </a:spcBef>
              <a:spcAft>
                <a:spcPts val="0"/>
              </a:spcAft>
              <a:buNone/>
              <a:defRPr>
                <a:solidFill>
                  <a:srgbClr val="000D74"/>
                </a:solidFill>
                <a:latin typeface="Didact Gothic"/>
                <a:ea typeface="Didact Gothic"/>
                <a:cs typeface="Didact Gothic"/>
                <a:sym typeface="Didact Gothic"/>
              </a:defRPr>
            </a:lvl4pPr>
            <a:lvl5pPr lvl="4" algn="r" rtl="0">
              <a:spcBef>
                <a:spcPts val="0"/>
              </a:spcBef>
              <a:spcAft>
                <a:spcPts val="0"/>
              </a:spcAft>
              <a:buNone/>
              <a:defRPr>
                <a:solidFill>
                  <a:srgbClr val="000D74"/>
                </a:solidFill>
                <a:latin typeface="Didact Gothic"/>
                <a:ea typeface="Didact Gothic"/>
                <a:cs typeface="Didact Gothic"/>
                <a:sym typeface="Didact Gothic"/>
              </a:defRPr>
            </a:lvl5pPr>
            <a:lvl6pPr lvl="5" algn="r" rtl="0">
              <a:spcBef>
                <a:spcPts val="0"/>
              </a:spcBef>
              <a:spcAft>
                <a:spcPts val="0"/>
              </a:spcAft>
              <a:buNone/>
              <a:defRPr>
                <a:solidFill>
                  <a:srgbClr val="000D74"/>
                </a:solidFill>
                <a:latin typeface="Didact Gothic"/>
                <a:ea typeface="Didact Gothic"/>
                <a:cs typeface="Didact Gothic"/>
                <a:sym typeface="Didact Gothic"/>
              </a:defRPr>
            </a:lvl6pPr>
            <a:lvl7pPr lvl="6" algn="r" rtl="0">
              <a:spcBef>
                <a:spcPts val="0"/>
              </a:spcBef>
              <a:spcAft>
                <a:spcPts val="0"/>
              </a:spcAft>
              <a:buNone/>
              <a:defRPr>
                <a:solidFill>
                  <a:srgbClr val="000D74"/>
                </a:solidFill>
                <a:latin typeface="Didact Gothic"/>
                <a:ea typeface="Didact Gothic"/>
                <a:cs typeface="Didact Gothic"/>
                <a:sym typeface="Didact Gothic"/>
              </a:defRPr>
            </a:lvl7pPr>
            <a:lvl8pPr lvl="7" algn="r" rtl="0">
              <a:spcBef>
                <a:spcPts val="0"/>
              </a:spcBef>
              <a:spcAft>
                <a:spcPts val="0"/>
              </a:spcAft>
              <a:buNone/>
              <a:defRPr>
                <a:solidFill>
                  <a:srgbClr val="000D74"/>
                </a:solidFill>
                <a:latin typeface="Didact Gothic"/>
                <a:ea typeface="Didact Gothic"/>
                <a:cs typeface="Didact Gothic"/>
                <a:sym typeface="Didact Gothic"/>
              </a:defRPr>
            </a:lvl8pPr>
            <a:lvl9pPr lvl="8" algn="r" rtl="0">
              <a:spcBef>
                <a:spcPts val="0"/>
              </a:spcBef>
              <a:spcAft>
                <a:spcPts val="0"/>
              </a:spcAft>
              <a:buNone/>
              <a:defRPr>
                <a:solidFill>
                  <a:srgbClr val="000D74"/>
                </a:solidFill>
                <a:latin typeface="Didact Gothic"/>
                <a:ea typeface="Didact Gothic"/>
                <a:cs typeface="Didact Gothic"/>
                <a:sym typeface="Didact Gothic"/>
              </a:defRPr>
            </a:lvl9pPr>
          </a:lstStyle>
          <a:p>
            <a:endParaRPr/>
          </a:p>
        </p:txBody>
      </p:sp>
      <p:sp>
        <p:nvSpPr>
          <p:cNvPr id="169" name="Google Shape;169;p18"/>
          <p:cNvSpPr txBox="1">
            <a:spLocks noGrp="1"/>
          </p:cNvSpPr>
          <p:nvPr>
            <p:ph type="body" idx="2"/>
          </p:nvPr>
        </p:nvSpPr>
        <p:spPr>
          <a:xfrm>
            <a:off x="1451027" y="2771194"/>
            <a:ext cx="6408450" cy="2951550"/>
          </a:xfrm>
          <a:prstGeom prst="rect">
            <a:avLst/>
          </a:prstGeom>
          <a:noFill/>
          <a:ln>
            <a:noFill/>
          </a:ln>
        </p:spPr>
        <p:txBody>
          <a:bodyPr spcFirstLastPara="1" wrap="square" lIns="91425" tIns="45700" rIns="91425" bIns="45700" anchor="t" anchorCtr="0">
            <a:noAutofit/>
          </a:bodyPr>
          <a:lstStyle>
            <a:lvl1pPr marL="342900" lvl="0" indent="-257175" algn="ctr" rtl="0">
              <a:lnSpc>
                <a:spcPct val="90000"/>
              </a:lnSpc>
              <a:spcBef>
                <a:spcPts val="750"/>
              </a:spcBef>
              <a:spcAft>
                <a:spcPts val="0"/>
              </a:spcAft>
              <a:buSzPts val="1800"/>
              <a:buFont typeface="Inter ExtraLight"/>
              <a:buChar char="•"/>
              <a:defRPr>
                <a:latin typeface="Inter ExtraLight"/>
                <a:ea typeface="Inter ExtraLight"/>
                <a:cs typeface="Inter ExtraLight"/>
                <a:sym typeface="Inter ExtraLight"/>
              </a:defRPr>
            </a:lvl1pPr>
            <a:lvl2pPr marL="685800" lvl="1" indent="-257175" algn="ctr" rtl="0">
              <a:lnSpc>
                <a:spcPct val="90000"/>
              </a:lnSpc>
              <a:spcBef>
                <a:spcPts val="375"/>
              </a:spcBef>
              <a:spcAft>
                <a:spcPts val="0"/>
              </a:spcAft>
              <a:buSzPts val="1800"/>
              <a:buFont typeface="Inter ExtraLight"/>
              <a:buChar char="o"/>
              <a:defRPr>
                <a:latin typeface="Inter ExtraLight"/>
                <a:ea typeface="Inter ExtraLight"/>
                <a:cs typeface="Inter ExtraLight"/>
                <a:sym typeface="Inter ExtraLight"/>
              </a:defRPr>
            </a:lvl2pPr>
            <a:lvl3pPr marL="1028700" lvl="2"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3pPr>
            <a:lvl4pPr marL="1371600" lvl="3"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4pPr>
            <a:lvl5pPr marL="1714500" lvl="4"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5pPr>
            <a:lvl6pPr marL="2057400" lvl="5"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6pPr>
            <a:lvl7pPr marL="2400300" lvl="6"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7pPr>
            <a:lvl8pPr marL="2743200" lvl="7"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8pPr>
            <a:lvl9pPr marL="3086100" lvl="8" indent="-257175" algn="ctr" rtl="0">
              <a:lnSpc>
                <a:spcPct val="90000"/>
              </a:lnSpc>
              <a:spcBef>
                <a:spcPts val="375"/>
              </a:spcBef>
              <a:spcAft>
                <a:spcPts val="0"/>
              </a:spcAft>
              <a:buSzPts val="1800"/>
              <a:buFont typeface="Inter ExtraLight"/>
              <a:buChar char="•"/>
              <a:defRPr>
                <a:latin typeface="Inter ExtraLight"/>
                <a:ea typeface="Inter ExtraLight"/>
                <a:cs typeface="Inter ExtraLight"/>
                <a:sym typeface="Inter ExtraLight"/>
              </a:defRPr>
            </a:lvl9pPr>
          </a:lstStyle>
          <a:p>
            <a:endParaRPr/>
          </a:p>
        </p:txBody>
      </p:sp>
      <p:sp>
        <p:nvSpPr>
          <p:cNvPr id="170" name="Google Shape;170;p18"/>
          <p:cNvSpPr txBox="1">
            <a:spLocks noGrp="1"/>
          </p:cNvSpPr>
          <p:nvPr>
            <p:ph type="title"/>
          </p:nvPr>
        </p:nvSpPr>
        <p:spPr>
          <a:xfrm>
            <a:off x="1426613" y="686663"/>
            <a:ext cx="6457275" cy="688950"/>
          </a:xfrm>
          <a:prstGeom prst="rect">
            <a:avLst/>
          </a:prstGeom>
        </p:spPr>
        <p:txBody>
          <a:bodyPr spcFirstLastPara="1" wrap="square" lIns="91425" tIns="45700" rIns="91425" bIns="45700" anchor="b" anchorCtr="0">
            <a:noAutofit/>
          </a:bodyPr>
          <a:lstStyle>
            <a:lvl1pPr lvl="0" rtl="0">
              <a:spcBef>
                <a:spcPts val="0"/>
              </a:spcBef>
              <a:spcAft>
                <a:spcPts val="0"/>
              </a:spcAft>
              <a:buNone/>
              <a:defRPr sz="2250">
                <a:solidFill>
                  <a:schemeClr val="lt1"/>
                </a:solidFill>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sp>
        <p:nvSpPr>
          <p:cNvPr id="171" name="Google Shape;171;p18"/>
          <p:cNvSpPr txBox="1">
            <a:spLocks noGrp="1"/>
          </p:cNvSpPr>
          <p:nvPr>
            <p:ph type="subTitle" idx="3"/>
          </p:nvPr>
        </p:nvSpPr>
        <p:spPr>
          <a:xfrm>
            <a:off x="2955938" y="1401563"/>
            <a:ext cx="3398625" cy="43785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B9D8EB"/>
              </a:buClr>
              <a:buSzPts val="2300"/>
              <a:buFont typeface="Inter"/>
              <a:buNone/>
              <a:defRPr sz="1575" b="1">
                <a:solidFill>
                  <a:srgbClr val="B9D8EB"/>
                </a:solidFill>
                <a:latin typeface="Inter"/>
                <a:ea typeface="Inter"/>
                <a:cs typeface="Inter"/>
                <a:sym typeface="Inter"/>
              </a:defRPr>
            </a:lvl1pPr>
            <a:lvl2pPr lvl="1" algn="ctr" rtl="0">
              <a:spcBef>
                <a:spcPts val="0"/>
              </a:spcBef>
              <a:spcAft>
                <a:spcPts val="0"/>
              </a:spcAft>
              <a:buSzPts val="1400"/>
              <a:buNone/>
              <a:defRPr>
                <a:latin typeface="Inter Light"/>
                <a:ea typeface="Inter Light"/>
                <a:cs typeface="Inter Light"/>
                <a:sym typeface="Inter Light"/>
              </a:defRPr>
            </a:lvl2pPr>
            <a:lvl3pPr lvl="2" algn="ctr" rtl="0">
              <a:spcBef>
                <a:spcPts val="0"/>
              </a:spcBef>
              <a:spcAft>
                <a:spcPts val="0"/>
              </a:spcAft>
              <a:buSzPts val="1400"/>
              <a:buNone/>
              <a:defRPr>
                <a:latin typeface="Inter Light"/>
                <a:ea typeface="Inter Light"/>
                <a:cs typeface="Inter Light"/>
                <a:sym typeface="Inter Light"/>
              </a:defRPr>
            </a:lvl3pPr>
            <a:lvl4pPr lvl="3" algn="ctr" rtl="0">
              <a:spcBef>
                <a:spcPts val="0"/>
              </a:spcBef>
              <a:spcAft>
                <a:spcPts val="0"/>
              </a:spcAft>
              <a:buSzPts val="1400"/>
              <a:buNone/>
              <a:defRPr>
                <a:latin typeface="Inter Light"/>
                <a:ea typeface="Inter Light"/>
                <a:cs typeface="Inter Light"/>
                <a:sym typeface="Inter Light"/>
              </a:defRPr>
            </a:lvl4pPr>
            <a:lvl5pPr lvl="4" algn="ctr" rtl="0">
              <a:spcBef>
                <a:spcPts val="0"/>
              </a:spcBef>
              <a:spcAft>
                <a:spcPts val="0"/>
              </a:spcAft>
              <a:buSzPts val="1400"/>
              <a:buNone/>
              <a:defRPr>
                <a:latin typeface="Inter Light"/>
                <a:ea typeface="Inter Light"/>
                <a:cs typeface="Inter Light"/>
                <a:sym typeface="Inter Light"/>
              </a:defRPr>
            </a:lvl5pPr>
            <a:lvl6pPr lvl="5" algn="ctr" rtl="0">
              <a:spcBef>
                <a:spcPts val="0"/>
              </a:spcBef>
              <a:spcAft>
                <a:spcPts val="0"/>
              </a:spcAft>
              <a:buSzPts val="1400"/>
              <a:buNone/>
              <a:defRPr>
                <a:latin typeface="Inter Light"/>
                <a:ea typeface="Inter Light"/>
                <a:cs typeface="Inter Light"/>
                <a:sym typeface="Inter Light"/>
              </a:defRPr>
            </a:lvl6pPr>
            <a:lvl7pPr lvl="6" algn="ctr" rtl="0">
              <a:spcBef>
                <a:spcPts val="0"/>
              </a:spcBef>
              <a:spcAft>
                <a:spcPts val="0"/>
              </a:spcAft>
              <a:buSzPts val="1400"/>
              <a:buNone/>
              <a:defRPr>
                <a:latin typeface="Inter Light"/>
                <a:ea typeface="Inter Light"/>
                <a:cs typeface="Inter Light"/>
                <a:sym typeface="Inter Light"/>
              </a:defRPr>
            </a:lvl7pPr>
            <a:lvl8pPr lvl="7" algn="ctr" rtl="0">
              <a:spcBef>
                <a:spcPts val="0"/>
              </a:spcBef>
              <a:spcAft>
                <a:spcPts val="0"/>
              </a:spcAft>
              <a:buSzPts val="1400"/>
              <a:buNone/>
              <a:defRPr>
                <a:latin typeface="Inter Light"/>
                <a:ea typeface="Inter Light"/>
                <a:cs typeface="Inter Light"/>
                <a:sym typeface="Inter Light"/>
              </a:defRPr>
            </a:lvl8pPr>
            <a:lvl9pPr lvl="8" algn="ctr" rtl="0">
              <a:spcBef>
                <a:spcPts val="0"/>
              </a:spcBef>
              <a:spcAft>
                <a:spcPts val="0"/>
              </a:spcAft>
              <a:buSzPts val="1400"/>
              <a:buNone/>
              <a:defRPr>
                <a:latin typeface="Inter Light"/>
                <a:ea typeface="Inter Light"/>
                <a:cs typeface="Inter Light"/>
                <a:sym typeface="Inter Light"/>
              </a:defRPr>
            </a:lvl9pPr>
          </a:lstStyle>
          <a:p>
            <a:endParaRPr/>
          </a:p>
        </p:txBody>
      </p:sp>
    </p:spTree>
    <p:extLst>
      <p:ext uri="{BB962C8B-B14F-4D97-AF65-F5344CB8AC3E}">
        <p14:creationId xmlns:p14="http://schemas.microsoft.com/office/powerpoint/2010/main" val="58318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preserve="1" userDrawn="1">
  <p:cSld name="1_Blank">
    <p:spTree>
      <p:nvGrpSpPr>
        <p:cNvPr id="1" name="Shape 172"/>
        <p:cNvGrpSpPr/>
        <p:nvPr/>
      </p:nvGrpSpPr>
      <p:grpSpPr>
        <a:xfrm>
          <a:off x="0" y="0"/>
          <a:ext cx="0" cy="0"/>
          <a:chOff x="0" y="0"/>
          <a:chExt cx="0" cy="0"/>
        </a:xfrm>
      </p:grpSpPr>
      <p:sp>
        <p:nvSpPr>
          <p:cNvPr id="173" name="Google Shape;173;p19"/>
          <p:cNvSpPr/>
          <p:nvPr/>
        </p:nvSpPr>
        <p:spPr>
          <a:xfrm>
            <a:off x="0" y="0"/>
            <a:ext cx="9144000" cy="4731075"/>
          </a:xfrm>
          <a:prstGeom prst="rect">
            <a:avLst/>
          </a:prstGeom>
          <a:solidFill>
            <a:srgbClr val="B9D8EB"/>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cxnSp>
        <p:nvCxnSpPr>
          <p:cNvPr id="176" name="Google Shape;176;p19"/>
          <p:cNvCxnSpPr/>
          <p:nvPr/>
        </p:nvCxnSpPr>
        <p:spPr>
          <a:xfrm>
            <a:off x="630769" y="730497"/>
            <a:ext cx="8511750" cy="0"/>
          </a:xfrm>
          <a:prstGeom prst="straightConnector1">
            <a:avLst/>
          </a:prstGeom>
          <a:noFill/>
          <a:ln w="28575" cap="flat" cmpd="sng">
            <a:solidFill>
              <a:schemeClr val="lt1"/>
            </a:solidFill>
            <a:prstDash val="solid"/>
            <a:round/>
            <a:headEnd type="none" w="med" len="med"/>
            <a:tailEnd type="none" w="med" len="med"/>
          </a:ln>
        </p:spPr>
      </p:cxnSp>
      <p:sp>
        <p:nvSpPr>
          <p:cNvPr id="177" name="Google Shape;177;p19"/>
          <p:cNvSpPr txBox="1">
            <a:spLocks noGrp="1"/>
          </p:cNvSpPr>
          <p:nvPr>
            <p:ph type="title"/>
          </p:nvPr>
        </p:nvSpPr>
        <p:spPr>
          <a:xfrm>
            <a:off x="629175" y="0"/>
            <a:ext cx="8514900" cy="688950"/>
          </a:xfrm>
          <a:prstGeom prst="rect">
            <a:avLst/>
          </a:prstGeom>
        </p:spPr>
        <p:txBody>
          <a:bodyPr spcFirstLastPara="1" wrap="square" lIns="91425" tIns="45700" rIns="91425" bIns="45700" anchor="b" anchorCtr="0">
            <a:noAutofit/>
          </a:bodyPr>
          <a:lstStyle>
            <a:lvl1pPr lvl="0" algn="l" rtl="0">
              <a:spcBef>
                <a:spcPts val="0"/>
              </a:spcBef>
              <a:spcAft>
                <a:spcPts val="0"/>
              </a:spcAft>
              <a:buNone/>
              <a:defRPr sz="2250">
                <a:solidFill>
                  <a:srgbClr val="000D74"/>
                </a:solidFill>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sp>
        <p:nvSpPr>
          <p:cNvPr id="179" name="Google Shape;179;p19"/>
          <p:cNvSpPr txBox="1">
            <a:spLocks noGrp="1"/>
          </p:cNvSpPr>
          <p:nvPr>
            <p:ph type="body" idx="3"/>
          </p:nvPr>
        </p:nvSpPr>
        <p:spPr>
          <a:xfrm>
            <a:off x="630769" y="971552"/>
            <a:ext cx="7914375" cy="3581379"/>
          </a:xfrm>
          <a:prstGeom prst="rect">
            <a:avLst/>
          </a:prstGeom>
          <a:noFill/>
          <a:ln>
            <a:noFill/>
          </a:ln>
        </p:spPr>
        <p:txBody>
          <a:bodyPr spcFirstLastPara="1" wrap="square" lIns="91425" tIns="45700" rIns="91425" bIns="45700" anchor="t" anchorCtr="0">
            <a:noAutofit/>
          </a:bodyPr>
          <a:lstStyle>
            <a:lvl1pPr marL="342900" lvl="0" indent="-257175" algn="l" rtl="0">
              <a:lnSpc>
                <a:spcPct val="90000"/>
              </a:lnSpc>
              <a:spcBef>
                <a:spcPts val="750"/>
              </a:spcBef>
              <a:spcAft>
                <a:spcPts val="0"/>
              </a:spcAft>
              <a:buClr>
                <a:schemeClr val="dk1"/>
              </a:buClr>
              <a:buSzPts val="1800"/>
              <a:buChar char="•"/>
              <a:defRPr>
                <a:solidFill>
                  <a:schemeClr val="dk1"/>
                </a:solidFill>
              </a:defRPr>
            </a:lvl1pPr>
            <a:lvl2pPr marL="685800" lvl="1" indent="-257175" algn="l" rtl="0">
              <a:lnSpc>
                <a:spcPct val="90000"/>
              </a:lnSpc>
              <a:spcBef>
                <a:spcPts val="375"/>
              </a:spcBef>
              <a:spcAft>
                <a:spcPts val="0"/>
              </a:spcAft>
              <a:buClr>
                <a:schemeClr val="dk1"/>
              </a:buClr>
              <a:buSzPts val="1800"/>
              <a:buChar char="o"/>
              <a:defRPr>
                <a:solidFill>
                  <a:schemeClr val="dk1"/>
                </a:solidFill>
              </a:defRPr>
            </a:lvl2pPr>
            <a:lvl3pPr marL="1028700" lvl="2" indent="-257175" algn="l" rtl="0">
              <a:lnSpc>
                <a:spcPct val="90000"/>
              </a:lnSpc>
              <a:spcBef>
                <a:spcPts val="375"/>
              </a:spcBef>
              <a:spcAft>
                <a:spcPts val="0"/>
              </a:spcAft>
              <a:buClr>
                <a:schemeClr val="dk1"/>
              </a:buClr>
              <a:buSzPts val="1800"/>
              <a:buChar char="—"/>
              <a:defRPr>
                <a:solidFill>
                  <a:schemeClr val="dk1"/>
                </a:solidFill>
              </a:defRPr>
            </a:lvl3pPr>
            <a:lvl4pPr marL="1371600" lvl="3" indent="-257175" algn="l" rtl="0">
              <a:lnSpc>
                <a:spcPct val="90000"/>
              </a:lnSpc>
              <a:spcBef>
                <a:spcPts val="375"/>
              </a:spcBef>
              <a:spcAft>
                <a:spcPts val="0"/>
              </a:spcAft>
              <a:buClr>
                <a:schemeClr val="dk1"/>
              </a:buClr>
              <a:buSzPts val="1800"/>
              <a:buChar char="•"/>
              <a:defRPr>
                <a:solidFill>
                  <a:schemeClr val="dk1"/>
                </a:solidFill>
              </a:defRPr>
            </a:lvl4pPr>
            <a:lvl5pPr marL="1714500" lvl="4" indent="-257175" algn="l" rtl="0">
              <a:lnSpc>
                <a:spcPct val="90000"/>
              </a:lnSpc>
              <a:spcBef>
                <a:spcPts val="375"/>
              </a:spcBef>
              <a:spcAft>
                <a:spcPts val="0"/>
              </a:spcAft>
              <a:buClr>
                <a:schemeClr val="dk1"/>
              </a:buClr>
              <a:buSzPts val="1800"/>
              <a:buChar char="•"/>
              <a:defRPr>
                <a:solidFill>
                  <a:schemeClr val="dk1"/>
                </a:solidFill>
              </a:defRPr>
            </a:lvl5pPr>
            <a:lvl6pPr marL="2057400" lvl="5" indent="-257175" algn="l" rtl="0">
              <a:lnSpc>
                <a:spcPct val="90000"/>
              </a:lnSpc>
              <a:spcBef>
                <a:spcPts val="375"/>
              </a:spcBef>
              <a:spcAft>
                <a:spcPts val="0"/>
              </a:spcAft>
              <a:buSzPts val="1800"/>
              <a:buChar char="•"/>
              <a:defRPr/>
            </a:lvl6pPr>
            <a:lvl7pPr marL="2400300" lvl="6" indent="-257175" algn="l" rtl="0">
              <a:lnSpc>
                <a:spcPct val="90000"/>
              </a:lnSpc>
              <a:spcBef>
                <a:spcPts val="375"/>
              </a:spcBef>
              <a:spcAft>
                <a:spcPts val="0"/>
              </a:spcAft>
              <a:buSzPts val="1800"/>
              <a:buChar char="•"/>
              <a:defRPr/>
            </a:lvl7pPr>
            <a:lvl8pPr marL="2743200" lvl="7" indent="-257175" algn="l" rtl="0">
              <a:lnSpc>
                <a:spcPct val="90000"/>
              </a:lnSpc>
              <a:spcBef>
                <a:spcPts val="375"/>
              </a:spcBef>
              <a:spcAft>
                <a:spcPts val="0"/>
              </a:spcAft>
              <a:buSzPts val="1800"/>
              <a:buChar char="•"/>
              <a:defRPr/>
            </a:lvl8pPr>
            <a:lvl9pPr marL="3086100" lvl="8" indent="-257175" algn="l" rtl="0">
              <a:lnSpc>
                <a:spcPct val="90000"/>
              </a:lnSpc>
              <a:spcBef>
                <a:spcPts val="375"/>
              </a:spcBef>
              <a:spcAft>
                <a:spcPts val="0"/>
              </a:spcAft>
              <a:buSzPts val="1800"/>
              <a:buChar char="•"/>
              <a:defRPr/>
            </a:lvl9pPr>
          </a:lstStyle>
          <a:p>
            <a:endParaRPr dirty="0"/>
          </a:p>
        </p:txBody>
      </p:sp>
    </p:spTree>
    <p:extLst>
      <p:ext uri="{BB962C8B-B14F-4D97-AF65-F5344CB8AC3E}">
        <p14:creationId xmlns:p14="http://schemas.microsoft.com/office/powerpoint/2010/main" val="182253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Blank" preserve="1">
  <p:cSld name="2_Blank">
    <p:spTree>
      <p:nvGrpSpPr>
        <p:cNvPr id="1" name="Shape 172"/>
        <p:cNvGrpSpPr/>
        <p:nvPr/>
      </p:nvGrpSpPr>
      <p:grpSpPr>
        <a:xfrm>
          <a:off x="0" y="0"/>
          <a:ext cx="0" cy="0"/>
          <a:chOff x="0" y="0"/>
          <a:chExt cx="0" cy="0"/>
        </a:xfrm>
      </p:grpSpPr>
      <p:sp>
        <p:nvSpPr>
          <p:cNvPr id="173" name="Google Shape;173;p19"/>
          <p:cNvSpPr/>
          <p:nvPr/>
        </p:nvSpPr>
        <p:spPr>
          <a:xfrm>
            <a:off x="0" y="0"/>
            <a:ext cx="9144000" cy="4731075"/>
          </a:xfrm>
          <a:prstGeom prst="rect">
            <a:avLst/>
          </a:prstGeom>
          <a:solidFill>
            <a:srgbClr val="B9D8EB"/>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75" name="Google Shape;175;p19"/>
          <p:cNvSpPr txBox="1">
            <a:spLocks noGrp="1"/>
          </p:cNvSpPr>
          <p:nvPr>
            <p:ph type="subTitle" idx="1"/>
          </p:nvPr>
        </p:nvSpPr>
        <p:spPr>
          <a:xfrm>
            <a:off x="7467600" y="4723276"/>
            <a:ext cx="1501344" cy="437850"/>
          </a:xfrm>
          <a:prstGeom prst="rect">
            <a:avLst/>
          </a:prstGeom>
        </p:spPr>
        <p:txBody>
          <a:bodyPr spcFirstLastPara="1" wrap="square" lIns="91425" tIns="91425" rIns="91425" bIns="91425" anchor="ctr" anchorCtr="0">
            <a:noAutofit/>
          </a:bodyPr>
          <a:lstStyle>
            <a:lvl1pPr lvl="0" algn="r" rtl="0">
              <a:spcBef>
                <a:spcPts val="0"/>
              </a:spcBef>
              <a:spcAft>
                <a:spcPts val="0"/>
              </a:spcAft>
              <a:buNone/>
              <a:defRPr sz="900">
                <a:solidFill>
                  <a:srgbClr val="000D74"/>
                </a:solidFill>
                <a:latin typeface="Inter SemiBold"/>
                <a:ea typeface="Inter SemiBold"/>
                <a:cs typeface="Inter SemiBold"/>
                <a:sym typeface="Inter SemiBold"/>
              </a:defRPr>
            </a:lvl1pPr>
            <a:lvl2pPr lvl="1" algn="r" rtl="0">
              <a:spcBef>
                <a:spcPts val="0"/>
              </a:spcBef>
              <a:spcAft>
                <a:spcPts val="0"/>
              </a:spcAft>
              <a:buNone/>
              <a:defRPr>
                <a:solidFill>
                  <a:srgbClr val="000D74"/>
                </a:solidFill>
                <a:latin typeface="Didact Gothic"/>
                <a:ea typeface="Didact Gothic"/>
                <a:cs typeface="Didact Gothic"/>
                <a:sym typeface="Didact Gothic"/>
              </a:defRPr>
            </a:lvl2pPr>
            <a:lvl3pPr lvl="2" algn="r" rtl="0">
              <a:spcBef>
                <a:spcPts val="0"/>
              </a:spcBef>
              <a:spcAft>
                <a:spcPts val="0"/>
              </a:spcAft>
              <a:buNone/>
              <a:defRPr>
                <a:solidFill>
                  <a:srgbClr val="000D74"/>
                </a:solidFill>
                <a:latin typeface="Didact Gothic"/>
                <a:ea typeface="Didact Gothic"/>
                <a:cs typeface="Didact Gothic"/>
                <a:sym typeface="Didact Gothic"/>
              </a:defRPr>
            </a:lvl3pPr>
            <a:lvl4pPr lvl="3" algn="r" rtl="0">
              <a:spcBef>
                <a:spcPts val="0"/>
              </a:spcBef>
              <a:spcAft>
                <a:spcPts val="0"/>
              </a:spcAft>
              <a:buNone/>
              <a:defRPr>
                <a:solidFill>
                  <a:srgbClr val="000D74"/>
                </a:solidFill>
                <a:latin typeface="Didact Gothic"/>
                <a:ea typeface="Didact Gothic"/>
                <a:cs typeface="Didact Gothic"/>
                <a:sym typeface="Didact Gothic"/>
              </a:defRPr>
            </a:lvl4pPr>
            <a:lvl5pPr lvl="4" algn="r" rtl="0">
              <a:spcBef>
                <a:spcPts val="0"/>
              </a:spcBef>
              <a:spcAft>
                <a:spcPts val="0"/>
              </a:spcAft>
              <a:buNone/>
              <a:defRPr>
                <a:solidFill>
                  <a:srgbClr val="000D74"/>
                </a:solidFill>
                <a:latin typeface="Didact Gothic"/>
                <a:ea typeface="Didact Gothic"/>
                <a:cs typeface="Didact Gothic"/>
                <a:sym typeface="Didact Gothic"/>
              </a:defRPr>
            </a:lvl5pPr>
            <a:lvl6pPr lvl="5" algn="r" rtl="0">
              <a:spcBef>
                <a:spcPts val="0"/>
              </a:spcBef>
              <a:spcAft>
                <a:spcPts val="0"/>
              </a:spcAft>
              <a:buNone/>
              <a:defRPr>
                <a:solidFill>
                  <a:srgbClr val="000D74"/>
                </a:solidFill>
                <a:latin typeface="Didact Gothic"/>
                <a:ea typeface="Didact Gothic"/>
                <a:cs typeface="Didact Gothic"/>
                <a:sym typeface="Didact Gothic"/>
              </a:defRPr>
            </a:lvl6pPr>
            <a:lvl7pPr lvl="6" algn="r" rtl="0">
              <a:spcBef>
                <a:spcPts val="0"/>
              </a:spcBef>
              <a:spcAft>
                <a:spcPts val="0"/>
              </a:spcAft>
              <a:buNone/>
              <a:defRPr>
                <a:solidFill>
                  <a:srgbClr val="000D74"/>
                </a:solidFill>
                <a:latin typeface="Didact Gothic"/>
                <a:ea typeface="Didact Gothic"/>
                <a:cs typeface="Didact Gothic"/>
                <a:sym typeface="Didact Gothic"/>
              </a:defRPr>
            </a:lvl7pPr>
            <a:lvl8pPr lvl="7" algn="r" rtl="0">
              <a:spcBef>
                <a:spcPts val="0"/>
              </a:spcBef>
              <a:spcAft>
                <a:spcPts val="0"/>
              </a:spcAft>
              <a:buNone/>
              <a:defRPr>
                <a:solidFill>
                  <a:srgbClr val="000D74"/>
                </a:solidFill>
                <a:latin typeface="Didact Gothic"/>
                <a:ea typeface="Didact Gothic"/>
                <a:cs typeface="Didact Gothic"/>
                <a:sym typeface="Didact Gothic"/>
              </a:defRPr>
            </a:lvl8pPr>
            <a:lvl9pPr lvl="8" algn="r" rtl="0">
              <a:spcBef>
                <a:spcPts val="0"/>
              </a:spcBef>
              <a:spcAft>
                <a:spcPts val="0"/>
              </a:spcAft>
              <a:buNone/>
              <a:defRPr>
                <a:solidFill>
                  <a:srgbClr val="000D74"/>
                </a:solidFill>
                <a:latin typeface="Didact Gothic"/>
                <a:ea typeface="Didact Gothic"/>
                <a:cs typeface="Didact Gothic"/>
                <a:sym typeface="Didact Gothic"/>
              </a:defRPr>
            </a:lvl9pPr>
          </a:lstStyle>
          <a:p>
            <a:endParaRPr dirty="0"/>
          </a:p>
        </p:txBody>
      </p:sp>
      <p:cxnSp>
        <p:nvCxnSpPr>
          <p:cNvPr id="176" name="Google Shape;176;p19"/>
          <p:cNvCxnSpPr/>
          <p:nvPr/>
        </p:nvCxnSpPr>
        <p:spPr>
          <a:xfrm>
            <a:off x="630769" y="730497"/>
            <a:ext cx="8511750" cy="0"/>
          </a:xfrm>
          <a:prstGeom prst="straightConnector1">
            <a:avLst/>
          </a:prstGeom>
          <a:noFill/>
          <a:ln w="28575" cap="flat" cmpd="sng">
            <a:solidFill>
              <a:schemeClr val="lt1"/>
            </a:solidFill>
            <a:prstDash val="solid"/>
            <a:round/>
            <a:headEnd type="none" w="med" len="med"/>
            <a:tailEnd type="none" w="med" len="med"/>
          </a:ln>
        </p:spPr>
      </p:cxnSp>
      <p:sp>
        <p:nvSpPr>
          <p:cNvPr id="177" name="Google Shape;177;p19"/>
          <p:cNvSpPr txBox="1">
            <a:spLocks noGrp="1"/>
          </p:cNvSpPr>
          <p:nvPr>
            <p:ph type="title"/>
          </p:nvPr>
        </p:nvSpPr>
        <p:spPr>
          <a:xfrm>
            <a:off x="629175" y="0"/>
            <a:ext cx="8514900" cy="688950"/>
          </a:xfrm>
          <a:prstGeom prst="rect">
            <a:avLst/>
          </a:prstGeom>
        </p:spPr>
        <p:txBody>
          <a:bodyPr spcFirstLastPara="1" wrap="square" lIns="91425" tIns="45700" rIns="91425" bIns="45700" anchor="b" anchorCtr="0">
            <a:noAutofit/>
          </a:bodyPr>
          <a:lstStyle>
            <a:lvl1pPr lvl="0" algn="l" rtl="0">
              <a:spcBef>
                <a:spcPts val="0"/>
              </a:spcBef>
              <a:spcAft>
                <a:spcPts val="0"/>
              </a:spcAft>
              <a:buNone/>
              <a:defRPr sz="2250">
                <a:solidFill>
                  <a:srgbClr val="000D74"/>
                </a:solidFill>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sp>
        <p:nvSpPr>
          <p:cNvPr id="178" name="Google Shape;178;p19"/>
          <p:cNvSpPr txBox="1">
            <a:spLocks noGrp="1"/>
          </p:cNvSpPr>
          <p:nvPr>
            <p:ph type="subTitle" idx="2"/>
          </p:nvPr>
        </p:nvSpPr>
        <p:spPr>
          <a:xfrm>
            <a:off x="630769" y="714900"/>
            <a:ext cx="3398625" cy="437850"/>
          </a:xfrm>
          <a:prstGeom prst="rect">
            <a:avLst/>
          </a:prstGeom>
        </p:spPr>
        <p:txBody>
          <a:bodyPr spcFirstLastPara="1" wrap="square" lIns="91425" tIns="91425" rIns="91425" bIns="91425" anchor="t" anchorCtr="0">
            <a:noAutofit/>
          </a:bodyPr>
          <a:lstStyle>
            <a:lvl1pPr lvl="0" algn="l" rtl="0">
              <a:spcBef>
                <a:spcPts val="0"/>
              </a:spcBef>
              <a:spcAft>
                <a:spcPts val="0"/>
              </a:spcAft>
              <a:buClr>
                <a:srgbClr val="0072CE"/>
              </a:buClr>
              <a:buSzPts val="2300"/>
              <a:buFont typeface="Inter"/>
              <a:buNone/>
              <a:defRPr sz="1575" b="1">
                <a:solidFill>
                  <a:srgbClr val="0072CE"/>
                </a:solidFill>
                <a:latin typeface="Inter"/>
                <a:ea typeface="Inter"/>
                <a:cs typeface="Inter"/>
                <a:sym typeface="Inter"/>
              </a:defRPr>
            </a:lvl1pPr>
            <a:lvl2pPr lvl="1" algn="l" rtl="0">
              <a:spcBef>
                <a:spcPts val="0"/>
              </a:spcBef>
              <a:spcAft>
                <a:spcPts val="0"/>
              </a:spcAft>
              <a:buSzPts val="1400"/>
              <a:buNone/>
              <a:defRPr>
                <a:latin typeface="Inter Light"/>
                <a:ea typeface="Inter Light"/>
                <a:cs typeface="Inter Light"/>
                <a:sym typeface="Inter Light"/>
              </a:defRPr>
            </a:lvl2pPr>
            <a:lvl3pPr lvl="2" algn="l" rtl="0">
              <a:spcBef>
                <a:spcPts val="0"/>
              </a:spcBef>
              <a:spcAft>
                <a:spcPts val="0"/>
              </a:spcAft>
              <a:buSzPts val="1400"/>
              <a:buNone/>
              <a:defRPr>
                <a:latin typeface="Inter Light"/>
                <a:ea typeface="Inter Light"/>
                <a:cs typeface="Inter Light"/>
                <a:sym typeface="Inter Light"/>
              </a:defRPr>
            </a:lvl3pPr>
            <a:lvl4pPr lvl="3" algn="l" rtl="0">
              <a:spcBef>
                <a:spcPts val="0"/>
              </a:spcBef>
              <a:spcAft>
                <a:spcPts val="0"/>
              </a:spcAft>
              <a:buSzPts val="1400"/>
              <a:buNone/>
              <a:defRPr>
                <a:latin typeface="Inter Light"/>
                <a:ea typeface="Inter Light"/>
                <a:cs typeface="Inter Light"/>
                <a:sym typeface="Inter Light"/>
              </a:defRPr>
            </a:lvl4pPr>
            <a:lvl5pPr lvl="4" algn="l" rtl="0">
              <a:spcBef>
                <a:spcPts val="0"/>
              </a:spcBef>
              <a:spcAft>
                <a:spcPts val="0"/>
              </a:spcAft>
              <a:buSzPts val="1400"/>
              <a:buNone/>
              <a:defRPr>
                <a:latin typeface="Inter Light"/>
                <a:ea typeface="Inter Light"/>
                <a:cs typeface="Inter Light"/>
                <a:sym typeface="Inter Light"/>
              </a:defRPr>
            </a:lvl5pPr>
            <a:lvl6pPr lvl="5" algn="l" rtl="0">
              <a:spcBef>
                <a:spcPts val="0"/>
              </a:spcBef>
              <a:spcAft>
                <a:spcPts val="0"/>
              </a:spcAft>
              <a:buSzPts val="1400"/>
              <a:buNone/>
              <a:defRPr>
                <a:latin typeface="Inter Light"/>
                <a:ea typeface="Inter Light"/>
                <a:cs typeface="Inter Light"/>
                <a:sym typeface="Inter Light"/>
              </a:defRPr>
            </a:lvl6pPr>
            <a:lvl7pPr lvl="6" algn="l" rtl="0">
              <a:spcBef>
                <a:spcPts val="0"/>
              </a:spcBef>
              <a:spcAft>
                <a:spcPts val="0"/>
              </a:spcAft>
              <a:buSzPts val="1400"/>
              <a:buNone/>
              <a:defRPr>
                <a:latin typeface="Inter Light"/>
                <a:ea typeface="Inter Light"/>
                <a:cs typeface="Inter Light"/>
                <a:sym typeface="Inter Light"/>
              </a:defRPr>
            </a:lvl7pPr>
            <a:lvl8pPr lvl="7" algn="l" rtl="0">
              <a:spcBef>
                <a:spcPts val="0"/>
              </a:spcBef>
              <a:spcAft>
                <a:spcPts val="0"/>
              </a:spcAft>
              <a:buSzPts val="1400"/>
              <a:buNone/>
              <a:defRPr>
                <a:latin typeface="Inter Light"/>
                <a:ea typeface="Inter Light"/>
                <a:cs typeface="Inter Light"/>
                <a:sym typeface="Inter Light"/>
              </a:defRPr>
            </a:lvl8pPr>
            <a:lvl9pPr lvl="8" algn="l" rtl="0">
              <a:spcBef>
                <a:spcPts val="0"/>
              </a:spcBef>
              <a:spcAft>
                <a:spcPts val="0"/>
              </a:spcAft>
              <a:buSzPts val="1400"/>
              <a:buNone/>
              <a:defRPr>
                <a:latin typeface="Inter Light"/>
                <a:ea typeface="Inter Light"/>
                <a:cs typeface="Inter Light"/>
                <a:sym typeface="Inter Light"/>
              </a:defRPr>
            </a:lvl9pPr>
          </a:lstStyle>
          <a:p>
            <a:endParaRPr/>
          </a:p>
        </p:txBody>
      </p:sp>
      <p:sp>
        <p:nvSpPr>
          <p:cNvPr id="179" name="Google Shape;179;p19"/>
          <p:cNvSpPr txBox="1">
            <a:spLocks noGrp="1"/>
          </p:cNvSpPr>
          <p:nvPr>
            <p:ph type="body" idx="3"/>
          </p:nvPr>
        </p:nvSpPr>
        <p:spPr>
          <a:xfrm>
            <a:off x="630769" y="1518375"/>
            <a:ext cx="7914375" cy="2676150"/>
          </a:xfrm>
          <a:prstGeom prst="rect">
            <a:avLst/>
          </a:prstGeom>
          <a:noFill/>
          <a:ln>
            <a:noFill/>
          </a:ln>
        </p:spPr>
        <p:txBody>
          <a:bodyPr spcFirstLastPara="1" wrap="square" lIns="91425" tIns="45700" rIns="91425" bIns="45700" anchor="t" anchorCtr="0">
            <a:noAutofit/>
          </a:bodyPr>
          <a:lstStyle>
            <a:lvl1pPr marL="342900" lvl="0" indent="-257175" algn="l" rtl="0">
              <a:lnSpc>
                <a:spcPct val="90000"/>
              </a:lnSpc>
              <a:spcBef>
                <a:spcPts val="750"/>
              </a:spcBef>
              <a:spcAft>
                <a:spcPts val="0"/>
              </a:spcAft>
              <a:buClr>
                <a:schemeClr val="dk1"/>
              </a:buClr>
              <a:buSzPts val="1800"/>
              <a:buChar char="•"/>
              <a:defRPr>
                <a:solidFill>
                  <a:schemeClr val="dk1"/>
                </a:solidFill>
              </a:defRPr>
            </a:lvl1pPr>
            <a:lvl2pPr marL="685800" lvl="1" indent="-257175" algn="l" rtl="0">
              <a:lnSpc>
                <a:spcPct val="90000"/>
              </a:lnSpc>
              <a:spcBef>
                <a:spcPts val="375"/>
              </a:spcBef>
              <a:spcAft>
                <a:spcPts val="0"/>
              </a:spcAft>
              <a:buClr>
                <a:schemeClr val="dk1"/>
              </a:buClr>
              <a:buSzPts val="1800"/>
              <a:buChar char="o"/>
              <a:defRPr>
                <a:solidFill>
                  <a:schemeClr val="dk1"/>
                </a:solidFill>
              </a:defRPr>
            </a:lvl2pPr>
            <a:lvl3pPr marL="1028700" lvl="2" indent="-257175" algn="l" rtl="0">
              <a:lnSpc>
                <a:spcPct val="90000"/>
              </a:lnSpc>
              <a:spcBef>
                <a:spcPts val="375"/>
              </a:spcBef>
              <a:spcAft>
                <a:spcPts val="0"/>
              </a:spcAft>
              <a:buClr>
                <a:schemeClr val="dk1"/>
              </a:buClr>
              <a:buSzPts val="1800"/>
              <a:buChar char="—"/>
              <a:defRPr>
                <a:solidFill>
                  <a:schemeClr val="dk1"/>
                </a:solidFill>
              </a:defRPr>
            </a:lvl3pPr>
            <a:lvl4pPr marL="1371600" lvl="3" indent="-257175" algn="l" rtl="0">
              <a:lnSpc>
                <a:spcPct val="90000"/>
              </a:lnSpc>
              <a:spcBef>
                <a:spcPts val="375"/>
              </a:spcBef>
              <a:spcAft>
                <a:spcPts val="0"/>
              </a:spcAft>
              <a:buClr>
                <a:schemeClr val="dk1"/>
              </a:buClr>
              <a:buSzPts val="1800"/>
              <a:buChar char="•"/>
              <a:defRPr>
                <a:solidFill>
                  <a:schemeClr val="dk1"/>
                </a:solidFill>
              </a:defRPr>
            </a:lvl4pPr>
            <a:lvl5pPr marL="1714500" lvl="4" indent="-257175" algn="l" rtl="0">
              <a:lnSpc>
                <a:spcPct val="90000"/>
              </a:lnSpc>
              <a:spcBef>
                <a:spcPts val="375"/>
              </a:spcBef>
              <a:spcAft>
                <a:spcPts val="0"/>
              </a:spcAft>
              <a:buClr>
                <a:schemeClr val="dk1"/>
              </a:buClr>
              <a:buSzPts val="1800"/>
              <a:buChar char="•"/>
              <a:defRPr>
                <a:solidFill>
                  <a:schemeClr val="dk1"/>
                </a:solidFill>
              </a:defRPr>
            </a:lvl5pPr>
            <a:lvl6pPr marL="2057400" lvl="5" indent="-257175" algn="l" rtl="0">
              <a:lnSpc>
                <a:spcPct val="90000"/>
              </a:lnSpc>
              <a:spcBef>
                <a:spcPts val="375"/>
              </a:spcBef>
              <a:spcAft>
                <a:spcPts val="0"/>
              </a:spcAft>
              <a:buSzPts val="1800"/>
              <a:buChar char="•"/>
              <a:defRPr/>
            </a:lvl6pPr>
            <a:lvl7pPr marL="2400300" lvl="6" indent="-257175" algn="l" rtl="0">
              <a:lnSpc>
                <a:spcPct val="90000"/>
              </a:lnSpc>
              <a:spcBef>
                <a:spcPts val="375"/>
              </a:spcBef>
              <a:spcAft>
                <a:spcPts val="0"/>
              </a:spcAft>
              <a:buSzPts val="1800"/>
              <a:buChar char="•"/>
              <a:defRPr/>
            </a:lvl7pPr>
            <a:lvl8pPr marL="2743200" lvl="7" indent="-257175" algn="l" rtl="0">
              <a:lnSpc>
                <a:spcPct val="90000"/>
              </a:lnSpc>
              <a:spcBef>
                <a:spcPts val="375"/>
              </a:spcBef>
              <a:spcAft>
                <a:spcPts val="0"/>
              </a:spcAft>
              <a:buSzPts val="1800"/>
              <a:buChar char="•"/>
              <a:defRPr/>
            </a:lvl8pPr>
            <a:lvl9pPr marL="3086100" lvl="8" indent="-257175" algn="l" rtl="0">
              <a:lnSpc>
                <a:spcPct val="90000"/>
              </a:lnSpc>
              <a:spcBef>
                <a:spcPts val="375"/>
              </a:spcBef>
              <a:spcAft>
                <a:spcPts val="0"/>
              </a:spcAft>
              <a:buSzPts val="1800"/>
              <a:buChar char="•"/>
              <a:defRPr/>
            </a:lvl9pPr>
          </a:lstStyle>
          <a:p>
            <a:endParaRPr/>
          </a:p>
        </p:txBody>
      </p:sp>
    </p:spTree>
    <p:extLst>
      <p:ext uri="{BB962C8B-B14F-4D97-AF65-F5344CB8AC3E}">
        <p14:creationId xmlns:p14="http://schemas.microsoft.com/office/powerpoint/2010/main" val="2025378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reserve="1">
  <p:cSld name="Custom Layout">
    <p:spTree>
      <p:nvGrpSpPr>
        <p:cNvPr id="1" name="Shape 180"/>
        <p:cNvGrpSpPr/>
        <p:nvPr/>
      </p:nvGrpSpPr>
      <p:grpSpPr>
        <a:xfrm>
          <a:off x="0" y="0"/>
          <a:ext cx="0" cy="0"/>
          <a:chOff x="0" y="0"/>
          <a:chExt cx="0" cy="0"/>
        </a:xfrm>
      </p:grpSpPr>
      <p:sp>
        <p:nvSpPr>
          <p:cNvPr id="181" name="Google Shape;181;p20"/>
          <p:cNvSpPr txBox="1">
            <a:spLocks noGrp="1"/>
          </p:cNvSpPr>
          <p:nvPr>
            <p:ph type="subTitle" idx="1"/>
          </p:nvPr>
        </p:nvSpPr>
        <p:spPr>
          <a:xfrm>
            <a:off x="4051119" y="4738069"/>
            <a:ext cx="4460625" cy="437850"/>
          </a:xfrm>
          <a:prstGeom prst="rect">
            <a:avLst/>
          </a:prstGeom>
        </p:spPr>
        <p:txBody>
          <a:bodyPr spcFirstLastPara="1" wrap="square" lIns="91425" tIns="91425" rIns="91425" bIns="91425" anchor="ctr" anchorCtr="0">
            <a:noAutofit/>
          </a:bodyPr>
          <a:lstStyle>
            <a:lvl1pPr lvl="0" rtl="0">
              <a:spcBef>
                <a:spcPts val="0"/>
              </a:spcBef>
              <a:spcAft>
                <a:spcPts val="0"/>
              </a:spcAft>
              <a:buNone/>
              <a:defRPr>
                <a:solidFill>
                  <a:srgbClr val="000D74"/>
                </a:solidFill>
              </a:defRPr>
            </a:lvl1pPr>
            <a:lvl2pPr lvl="1" algn="r" rtl="0">
              <a:spcBef>
                <a:spcPts val="0"/>
              </a:spcBef>
              <a:spcAft>
                <a:spcPts val="0"/>
              </a:spcAft>
              <a:buNone/>
              <a:defRPr>
                <a:solidFill>
                  <a:srgbClr val="000D74"/>
                </a:solidFill>
                <a:latin typeface="Didact Gothic"/>
                <a:ea typeface="Didact Gothic"/>
                <a:cs typeface="Didact Gothic"/>
                <a:sym typeface="Didact Gothic"/>
              </a:defRPr>
            </a:lvl2pPr>
            <a:lvl3pPr lvl="2" algn="r" rtl="0">
              <a:spcBef>
                <a:spcPts val="0"/>
              </a:spcBef>
              <a:spcAft>
                <a:spcPts val="0"/>
              </a:spcAft>
              <a:buNone/>
              <a:defRPr>
                <a:solidFill>
                  <a:srgbClr val="000D74"/>
                </a:solidFill>
                <a:latin typeface="Didact Gothic"/>
                <a:ea typeface="Didact Gothic"/>
                <a:cs typeface="Didact Gothic"/>
                <a:sym typeface="Didact Gothic"/>
              </a:defRPr>
            </a:lvl3pPr>
            <a:lvl4pPr lvl="3" algn="r" rtl="0">
              <a:spcBef>
                <a:spcPts val="0"/>
              </a:spcBef>
              <a:spcAft>
                <a:spcPts val="0"/>
              </a:spcAft>
              <a:buNone/>
              <a:defRPr>
                <a:solidFill>
                  <a:srgbClr val="000D74"/>
                </a:solidFill>
                <a:latin typeface="Didact Gothic"/>
                <a:ea typeface="Didact Gothic"/>
                <a:cs typeface="Didact Gothic"/>
                <a:sym typeface="Didact Gothic"/>
              </a:defRPr>
            </a:lvl4pPr>
            <a:lvl5pPr lvl="4" algn="r" rtl="0">
              <a:spcBef>
                <a:spcPts val="0"/>
              </a:spcBef>
              <a:spcAft>
                <a:spcPts val="0"/>
              </a:spcAft>
              <a:buNone/>
              <a:defRPr>
                <a:solidFill>
                  <a:srgbClr val="000D74"/>
                </a:solidFill>
                <a:latin typeface="Didact Gothic"/>
                <a:ea typeface="Didact Gothic"/>
                <a:cs typeface="Didact Gothic"/>
                <a:sym typeface="Didact Gothic"/>
              </a:defRPr>
            </a:lvl5pPr>
            <a:lvl6pPr lvl="5" algn="r" rtl="0">
              <a:spcBef>
                <a:spcPts val="0"/>
              </a:spcBef>
              <a:spcAft>
                <a:spcPts val="0"/>
              </a:spcAft>
              <a:buNone/>
              <a:defRPr>
                <a:solidFill>
                  <a:srgbClr val="000D74"/>
                </a:solidFill>
                <a:latin typeface="Didact Gothic"/>
                <a:ea typeface="Didact Gothic"/>
                <a:cs typeface="Didact Gothic"/>
                <a:sym typeface="Didact Gothic"/>
              </a:defRPr>
            </a:lvl6pPr>
            <a:lvl7pPr lvl="6" algn="r" rtl="0">
              <a:spcBef>
                <a:spcPts val="0"/>
              </a:spcBef>
              <a:spcAft>
                <a:spcPts val="0"/>
              </a:spcAft>
              <a:buNone/>
              <a:defRPr>
                <a:solidFill>
                  <a:srgbClr val="000D74"/>
                </a:solidFill>
                <a:latin typeface="Didact Gothic"/>
                <a:ea typeface="Didact Gothic"/>
                <a:cs typeface="Didact Gothic"/>
                <a:sym typeface="Didact Gothic"/>
              </a:defRPr>
            </a:lvl7pPr>
            <a:lvl8pPr lvl="7" algn="r" rtl="0">
              <a:spcBef>
                <a:spcPts val="0"/>
              </a:spcBef>
              <a:spcAft>
                <a:spcPts val="0"/>
              </a:spcAft>
              <a:buNone/>
              <a:defRPr>
                <a:solidFill>
                  <a:srgbClr val="000D74"/>
                </a:solidFill>
                <a:latin typeface="Didact Gothic"/>
                <a:ea typeface="Didact Gothic"/>
                <a:cs typeface="Didact Gothic"/>
                <a:sym typeface="Didact Gothic"/>
              </a:defRPr>
            </a:lvl8pPr>
            <a:lvl9pPr lvl="8" algn="r" rtl="0">
              <a:spcBef>
                <a:spcPts val="0"/>
              </a:spcBef>
              <a:spcAft>
                <a:spcPts val="0"/>
              </a:spcAft>
              <a:buNone/>
              <a:defRPr>
                <a:solidFill>
                  <a:srgbClr val="000D74"/>
                </a:solidFill>
                <a:latin typeface="Didact Gothic"/>
                <a:ea typeface="Didact Gothic"/>
                <a:cs typeface="Didact Gothic"/>
                <a:sym typeface="Didact Gothic"/>
              </a:defRPr>
            </a:lvl9pPr>
          </a:lstStyle>
          <a:p>
            <a:endParaRPr/>
          </a:p>
        </p:txBody>
      </p:sp>
      <p:cxnSp>
        <p:nvCxnSpPr>
          <p:cNvPr id="182" name="Google Shape;182;p20"/>
          <p:cNvCxnSpPr/>
          <p:nvPr/>
        </p:nvCxnSpPr>
        <p:spPr>
          <a:xfrm>
            <a:off x="630769" y="730497"/>
            <a:ext cx="8511750" cy="0"/>
          </a:xfrm>
          <a:prstGeom prst="straightConnector1">
            <a:avLst/>
          </a:prstGeom>
          <a:noFill/>
          <a:ln w="28575" cap="flat" cmpd="sng">
            <a:solidFill>
              <a:srgbClr val="B9D8EB"/>
            </a:solidFill>
            <a:prstDash val="solid"/>
            <a:round/>
            <a:headEnd type="none" w="med" len="med"/>
            <a:tailEnd type="none" w="med" len="med"/>
          </a:ln>
        </p:spPr>
      </p:cxnSp>
      <p:sp>
        <p:nvSpPr>
          <p:cNvPr id="183" name="Google Shape;183;p20"/>
          <p:cNvSpPr txBox="1">
            <a:spLocks noGrp="1"/>
          </p:cNvSpPr>
          <p:nvPr>
            <p:ph type="title"/>
          </p:nvPr>
        </p:nvSpPr>
        <p:spPr>
          <a:xfrm>
            <a:off x="629175" y="0"/>
            <a:ext cx="8514900" cy="688950"/>
          </a:xfrm>
          <a:prstGeom prst="rect">
            <a:avLst/>
          </a:prstGeom>
        </p:spPr>
        <p:txBody>
          <a:bodyPr spcFirstLastPara="1" wrap="square" lIns="91425" tIns="45700" rIns="91425" bIns="45700" anchor="b" anchorCtr="0">
            <a:noAutofit/>
          </a:bodyPr>
          <a:lstStyle>
            <a:lvl1pPr lvl="0" algn="l" rtl="0">
              <a:spcBef>
                <a:spcPts val="0"/>
              </a:spcBef>
              <a:spcAft>
                <a:spcPts val="0"/>
              </a:spcAft>
              <a:buNone/>
              <a:defRPr sz="2250">
                <a:solidFill>
                  <a:srgbClr val="000D74"/>
                </a:solidFill>
                <a:latin typeface="Inter ExtraLight"/>
                <a:ea typeface="Inter ExtraLight"/>
                <a:cs typeface="Inter ExtraLight"/>
                <a:sym typeface="Inter ExtraLight"/>
              </a:defRPr>
            </a:lvl1pPr>
            <a:lvl2pPr lvl="1" algn="l" rtl="0">
              <a:spcBef>
                <a:spcPts val="0"/>
              </a:spcBef>
              <a:spcAft>
                <a:spcPts val="0"/>
              </a:spcAft>
              <a:buNone/>
              <a:defRPr sz="2250"/>
            </a:lvl2pPr>
            <a:lvl3pPr lvl="2" algn="l" rtl="0">
              <a:spcBef>
                <a:spcPts val="0"/>
              </a:spcBef>
              <a:spcAft>
                <a:spcPts val="0"/>
              </a:spcAft>
              <a:buNone/>
              <a:defRPr sz="2250"/>
            </a:lvl3pPr>
            <a:lvl4pPr lvl="3" algn="l" rtl="0">
              <a:spcBef>
                <a:spcPts val="0"/>
              </a:spcBef>
              <a:spcAft>
                <a:spcPts val="0"/>
              </a:spcAft>
              <a:buNone/>
              <a:defRPr sz="2250"/>
            </a:lvl4pPr>
            <a:lvl5pPr lvl="4" algn="l" rtl="0">
              <a:spcBef>
                <a:spcPts val="0"/>
              </a:spcBef>
              <a:spcAft>
                <a:spcPts val="0"/>
              </a:spcAft>
              <a:buNone/>
              <a:defRPr sz="2250"/>
            </a:lvl5pPr>
            <a:lvl6pPr lvl="5" algn="l" rtl="0">
              <a:spcBef>
                <a:spcPts val="0"/>
              </a:spcBef>
              <a:spcAft>
                <a:spcPts val="0"/>
              </a:spcAft>
              <a:buNone/>
              <a:defRPr sz="2250"/>
            </a:lvl6pPr>
            <a:lvl7pPr lvl="6" algn="l" rtl="0">
              <a:spcBef>
                <a:spcPts val="0"/>
              </a:spcBef>
              <a:spcAft>
                <a:spcPts val="0"/>
              </a:spcAft>
              <a:buNone/>
              <a:defRPr sz="2250"/>
            </a:lvl7pPr>
            <a:lvl8pPr lvl="7" algn="l" rtl="0">
              <a:spcBef>
                <a:spcPts val="0"/>
              </a:spcBef>
              <a:spcAft>
                <a:spcPts val="0"/>
              </a:spcAft>
              <a:buNone/>
              <a:defRPr sz="2250"/>
            </a:lvl8pPr>
            <a:lvl9pPr lvl="8" algn="l" rtl="0">
              <a:spcBef>
                <a:spcPts val="0"/>
              </a:spcBef>
              <a:spcAft>
                <a:spcPts val="0"/>
              </a:spcAft>
              <a:buNone/>
              <a:defRPr sz="2250"/>
            </a:lvl9pPr>
          </a:lstStyle>
          <a:p>
            <a:endParaRPr/>
          </a:p>
        </p:txBody>
      </p:sp>
      <p:sp>
        <p:nvSpPr>
          <p:cNvPr id="184" name="Google Shape;184;p20"/>
          <p:cNvSpPr txBox="1">
            <a:spLocks noGrp="1"/>
          </p:cNvSpPr>
          <p:nvPr>
            <p:ph type="subTitle" idx="2"/>
          </p:nvPr>
        </p:nvSpPr>
        <p:spPr>
          <a:xfrm>
            <a:off x="630769" y="714900"/>
            <a:ext cx="3398625" cy="437850"/>
          </a:xfrm>
          <a:prstGeom prst="rect">
            <a:avLst/>
          </a:prstGeom>
        </p:spPr>
        <p:txBody>
          <a:bodyPr spcFirstLastPara="1" wrap="square" lIns="91425" tIns="91425" rIns="91425" bIns="91425" anchor="t" anchorCtr="0">
            <a:noAutofit/>
          </a:bodyPr>
          <a:lstStyle>
            <a:lvl1pPr lvl="0" algn="l" rtl="0">
              <a:spcBef>
                <a:spcPts val="0"/>
              </a:spcBef>
              <a:spcAft>
                <a:spcPts val="0"/>
              </a:spcAft>
              <a:buClr>
                <a:srgbClr val="0072CE"/>
              </a:buClr>
              <a:buSzPts val="2300"/>
              <a:buFont typeface="Inter"/>
              <a:buNone/>
              <a:defRPr sz="1575" b="1">
                <a:solidFill>
                  <a:srgbClr val="0072CE"/>
                </a:solidFill>
                <a:latin typeface="Inter"/>
                <a:ea typeface="Inter"/>
                <a:cs typeface="Inter"/>
                <a:sym typeface="Inter"/>
              </a:defRPr>
            </a:lvl1pPr>
            <a:lvl2pPr lvl="1" algn="l" rtl="0">
              <a:spcBef>
                <a:spcPts val="0"/>
              </a:spcBef>
              <a:spcAft>
                <a:spcPts val="0"/>
              </a:spcAft>
              <a:buSzPts val="1400"/>
              <a:buNone/>
              <a:defRPr>
                <a:latin typeface="Inter Light"/>
                <a:ea typeface="Inter Light"/>
                <a:cs typeface="Inter Light"/>
                <a:sym typeface="Inter Light"/>
              </a:defRPr>
            </a:lvl2pPr>
            <a:lvl3pPr lvl="2" algn="l" rtl="0">
              <a:spcBef>
                <a:spcPts val="0"/>
              </a:spcBef>
              <a:spcAft>
                <a:spcPts val="0"/>
              </a:spcAft>
              <a:buSzPts val="1400"/>
              <a:buNone/>
              <a:defRPr>
                <a:latin typeface="Inter Light"/>
                <a:ea typeface="Inter Light"/>
                <a:cs typeface="Inter Light"/>
                <a:sym typeface="Inter Light"/>
              </a:defRPr>
            </a:lvl3pPr>
            <a:lvl4pPr lvl="3" algn="l" rtl="0">
              <a:spcBef>
                <a:spcPts val="0"/>
              </a:spcBef>
              <a:spcAft>
                <a:spcPts val="0"/>
              </a:spcAft>
              <a:buSzPts val="1400"/>
              <a:buNone/>
              <a:defRPr>
                <a:latin typeface="Inter Light"/>
                <a:ea typeface="Inter Light"/>
                <a:cs typeface="Inter Light"/>
                <a:sym typeface="Inter Light"/>
              </a:defRPr>
            </a:lvl4pPr>
            <a:lvl5pPr lvl="4" algn="l" rtl="0">
              <a:spcBef>
                <a:spcPts val="0"/>
              </a:spcBef>
              <a:spcAft>
                <a:spcPts val="0"/>
              </a:spcAft>
              <a:buSzPts val="1400"/>
              <a:buNone/>
              <a:defRPr>
                <a:latin typeface="Inter Light"/>
                <a:ea typeface="Inter Light"/>
                <a:cs typeface="Inter Light"/>
                <a:sym typeface="Inter Light"/>
              </a:defRPr>
            </a:lvl5pPr>
            <a:lvl6pPr lvl="5" algn="l" rtl="0">
              <a:spcBef>
                <a:spcPts val="0"/>
              </a:spcBef>
              <a:spcAft>
                <a:spcPts val="0"/>
              </a:spcAft>
              <a:buSzPts val="1400"/>
              <a:buNone/>
              <a:defRPr>
                <a:latin typeface="Inter Light"/>
                <a:ea typeface="Inter Light"/>
                <a:cs typeface="Inter Light"/>
                <a:sym typeface="Inter Light"/>
              </a:defRPr>
            </a:lvl6pPr>
            <a:lvl7pPr lvl="6" algn="l" rtl="0">
              <a:spcBef>
                <a:spcPts val="0"/>
              </a:spcBef>
              <a:spcAft>
                <a:spcPts val="0"/>
              </a:spcAft>
              <a:buSzPts val="1400"/>
              <a:buNone/>
              <a:defRPr>
                <a:latin typeface="Inter Light"/>
                <a:ea typeface="Inter Light"/>
                <a:cs typeface="Inter Light"/>
                <a:sym typeface="Inter Light"/>
              </a:defRPr>
            </a:lvl7pPr>
            <a:lvl8pPr lvl="7" algn="l" rtl="0">
              <a:spcBef>
                <a:spcPts val="0"/>
              </a:spcBef>
              <a:spcAft>
                <a:spcPts val="0"/>
              </a:spcAft>
              <a:buSzPts val="1400"/>
              <a:buNone/>
              <a:defRPr>
                <a:latin typeface="Inter Light"/>
                <a:ea typeface="Inter Light"/>
                <a:cs typeface="Inter Light"/>
                <a:sym typeface="Inter Light"/>
              </a:defRPr>
            </a:lvl8pPr>
            <a:lvl9pPr lvl="8" algn="l" rtl="0">
              <a:spcBef>
                <a:spcPts val="0"/>
              </a:spcBef>
              <a:spcAft>
                <a:spcPts val="0"/>
              </a:spcAft>
              <a:buSzPts val="1400"/>
              <a:buNone/>
              <a:defRPr>
                <a:latin typeface="Inter Light"/>
                <a:ea typeface="Inter Light"/>
                <a:cs typeface="Inter Light"/>
                <a:sym typeface="Inter Light"/>
              </a:defRPr>
            </a:lvl9pPr>
          </a:lstStyle>
          <a:p>
            <a:endParaRPr/>
          </a:p>
        </p:txBody>
      </p:sp>
      <p:sp>
        <p:nvSpPr>
          <p:cNvPr id="185" name="Google Shape;185;p20"/>
          <p:cNvSpPr txBox="1">
            <a:spLocks noGrp="1"/>
          </p:cNvSpPr>
          <p:nvPr>
            <p:ph type="body" idx="3"/>
          </p:nvPr>
        </p:nvSpPr>
        <p:spPr>
          <a:xfrm>
            <a:off x="630769" y="1518375"/>
            <a:ext cx="7914375" cy="2676150"/>
          </a:xfrm>
          <a:prstGeom prst="rect">
            <a:avLst/>
          </a:prstGeom>
          <a:noFill/>
          <a:ln>
            <a:noFill/>
          </a:ln>
        </p:spPr>
        <p:txBody>
          <a:bodyPr spcFirstLastPara="1" wrap="square" lIns="91425" tIns="45700" rIns="91425" bIns="45700" anchor="t" anchorCtr="0">
            <a:noAutofit/>
          </a:bodyPr>
          <a:lstStyle>
            <a:lvl1pPr marL="342900" lvl="0" indent="-257175" algn="l" rtl="0">
              <a:lnSpc>
                <a:spcPct val="90000"/>
              </a:lnSpc>
              <a:spcBef>
                <a:spcPts val="750"/>
              </a:spcBef>
              <a:spcAft>
                <a:spcPts val="0"/>
              </a:spcAft>
              <a:buClr>
                <a:schemeClr val="dk1"/>
              </a:buClr>
              <a:buSzPts val="1800"/>
              <a:buChar char="•"/>
              <a:defRPr>
                <a:solidFill>
                  <a:schemeClr val="dk1"/>
                </a:solidFill>
              </a:defRPr>
            </a:lvl1pPr>
            <a:lvl2pPr marL="685800" lvl="1" indent="-257175" algn="l" rtl="0">
              <a:lnSpc>
                <a:spcPct val="90000"/>
              </a:lnSpc>
              <a:spcBef>
                <a:spcPts val="375"/>
              </a:spcBef>
              <a:spcAft>
                <a:spcPts val="0"/>
              </a:spcAft>
              <a:buClr>
                <a:schemeClr val="dk1"/>
              </a:buClr>
              <a:buSzPts val="1800"/>
              <a:buChar char="o"/>
              <a:defRPr>
                <a:solidFill>
                  <a:schemeClr val="dk1"/>
                </a:solidFill>
              </a:defRPr>
            </a:lvl2pPr>
            <a:lvl3pPr marL="1028700" lvl="2" indent="-257175" algn="l" rtl="0">
              <a:lnSpc>
                <a:spcPct val="90000"/>
              </a:lnSpc>
              <a:spcBef>
                <a:spcPts val="375"/>
              </a:spcBef>
              <a:spcAft>
                <a:spcPts val="0"/>
              </a:spcAft>
              <a:buClr>
                <a:schemeClr val="dk1"/>
              </a:buClr>
              <a:buSzPts val="1800"/>
              <a:buChar char="—"/>
              <a:defRPr>
                <a:solidFill>
                  <a:schemeClr val="dk1"/>
                </a:solidFill>
              </a:defRPr>
            </a:lvl3pPr>
            <a:lvl4pPr marL="1371600" lvl="3" indent="-257175" algn="l" rtl="0">
              <a:lnSpc>
                <a:spcPct val="90000"/>
              </a:lnSpc>
              <a:spcBef>
                <a:spcPts val="375"/>
              </a:spcBef>
              <a:spcAft>
                <a:spcPts val="0"/>
              </a:spcAft>
              <a:buClr>
                <a:schemeClr val="dk1"/>
              </a:buClr>
              <a:buSzPts val="1800"/>
              <a:buChar char="•"/>
              <a:defRPr>
                <a:solidFill>
                  <a:schemeClr val="dk1"/>
                </a:solidFill>
              </a:defRPr>
            </a:lvl4pPr>
            <a:lvl5pPr marL="1714500" lvl="4" indent="-257175" algn="l" rtl="0">
              <a:lnSpc>
                <a:spcPct val="90000"/>
              </a:lnSpc>
              <a:spcBef>
                <a:spcPts val="375"/>
              </a:spcBef>
              <a:spcAft>
                <a:spcPts val="0"/>
              </a:spcAft>
              <a:buClr>
                <a:schemeClr val="dk1"/>
              </a:buClr>
              <a:buSzPts val="1800"/>
              <a:buChar char="•"/>
              <a:defRPr>
                <a:solidFill>
                  <a:schemeClr val="dk1"/>
                </a:solidFill>
              </a:defRPr>
            </a:lvl5pPr>
            <a:lvl6pPr marL="2057400" lvl="5" indent="-257175" algn="l" rtl="0">
              <a:lnSpc>
                <a:spcPct val="90000"/>
              </a:lnSpc>
              <a:spcBef>
                <a:spcPts val="375"/>
              </a:spcBef>
              <a:spcAft>
                <a:spcPts val="0"/>
              </a:spcAft>
              <a:buSzPts val="1800"/>
              <a:buChar char="•"/>
              <a:defRPr/>
            </a:lvl6pPr>
            <a:lvl7pPr marL="2400300" lvl="6" indent="-257175" algn="l" rtl="0">
              <a:lnSpc>
                <a:spcPct val="90000"/>
              </a:lnSpc>
              <a:spcBef>
                <a:spcPts val="375"/>
              </a:spcBef>
              <a:spcAft>
                <a:spcPts val="0"/>
              </a:spcAft>
              <a:buSzPts val="1800"/>
              <a:buChar char="•"/>
              <a:defRPr/>
            </a:lvl7pPr>
            <a:lvl8pPr marL="2743200" lvl="7" indent="-257175" algn="l" rtl="0">
              <a:lnSpc>
                <a:spcPct val="90000"/>
              </a:lnSpc>
              <a:spcBef>
                <a:spcPts val="375"/>
              </a:spcBef>
              <a:spcAft>
                <a:spcPts val="0"/>
              </a:spcAft>
              <a:buSzPts val="1800"/>
              <a:buChar char="•"/>
              <a:defRPr/>
            </a:lvl8pPr>
            <a:lvl9pPr marL="3086100" lvl="8" indent="-257175" algn="l" rtl="0">
              <a:lnSpc>
                <a:spcPct val="90000"/>
              </a:lnSpc>
              <a:spcBef>
                <a:spcPts val="375"/>
              </a:spcBef>
              <a:spcAft>
                <a:spcPts val="0"/>
              </a:spcAft>
              <a:buSzPts val="1800"/>
              <a:buChar char="•"/>
              <a:defRPr/>
            </a:lvl9pPr>
          </a:lstStyle>
          <a:p>
            <a:endParaRPr/>
          </a:p>
        </p:txBody>
      </p:sp>
    </p:spTree>
    <p:extLst>
      <p:ext uri="{BB962C8B-B14F-4D97-AF65-F5344CB8AC3E}">
        <p14:creationId xmlns:p14="http://schemas.microsoft.com/office/powerpoint/2010/main" val="26972450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FE4AA2B4-1FA6-4C6A-BBB5-ECD85F1DBCB4}"/>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Korth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513026"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DD1855DD-42F7-4673-8C8A-FABC1C3C1B43}"/>
              </a:ext>
            </a:extLst>
          </p:cNvPr>
          <p:cNvSpPr>
            <a:spLocks noGrp="1" noChangeArrowheads="1"/>
          </p:cNvSpPr>
          <p:nvPr>
            <p:ph type="sldNum" sz="quarter" idx="11"/>
          </p:nvPr>
        </p:nvSpPr>
        <p:spPr>
          <a:xfrm>
            <a:off x="6596063" y="4663679"/>
            <a:ext cx="1905000" cy="342900"/>
          </a:xfrm>
        </p:spPr>
        <p:txBody>
          <a:bodyPr/>
          <a:lstStyle>
            <a:lvl1pPr>
              <a:defRPr>
                <a:solidFill>
                  <a:srgbClr val="578963"/>
                </a:solidFill>
              </a:defRPr>
            </a:lvl1pPr>
          </a:lstStyle>
          <a:p>
            <a:pPr>
              <a:defRPr/>
            </a:pPr>
            <a:fld id="{AC49C3D8-E326-414D-BA9C-243E694C011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4156" y="0"/>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8017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257175" indent="-257175">
              <a:buSzPct val="120000"/>
              <a:buFont typeface="Wingdings" panose="05000000000000000000" pitchFamily="2" charset="2"/>
              <a:buChar char="§"/>
              <a:defRPr/>
            </a:lvl1pPr>
            <a:lvl2pPr marL="600075" indent="-257175">
              <a:buSzPct val="110000"/>
              <a:buFont typeface="Arial" panose="020B0604020202020204" pitchFamily="34" charset="0"/>
              <a:buChar char="•"/>
              <a:defRPr/>
            </a:lvl2pPr>
            <a:lvl3pPr marL="814388" indent="-171450">
              <a:buFont typeface="Wingdings" panose="05000000000000000000" pitchFamily="2" charset="2"/>
              <a:buChar char="§"/>
              <a:defRPr/>
            </a:lvl3pPr>
            <a:lvl4pPr marL="1071563" indent="-171450">
              <a:buFont typeface="Arial" panose="020B0604020202020204" pitchFamily="34" charset="0"/>
              <a:buChar char="•"/>
              <a:defRPr/>
            </a:lvl4pPr>
            <a:lvl5pPr marL="1328738" indent="-17145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0FE2AF77-2F8F-413B-811B-93BB032E7234}"/>
              </a:ext>
            </a:extLst>
          </p:cNvPr>
          <p:cNvSpPr>
            <a:spLocks noGrp="1" noChangeArrowheads="1"/>
          </p:cNvSpPr>
          <p:nvPr>
            <p:ph type="sldNum" sz="quarter" idx="10"/>
          </p:nvPr>
        </p:nvSpPr>
        <p:spPr>
          <a:xfrm>
            <a:off x="6570663" y="4692899"/>
            <a:ext cx="1905000" cy="342900"/>
          </a:xfrm>
          <a:ln/>
        </p:spPr>
        <p:txBody>
          <a:bodyPr/>
          <a:lstStyle>
            <a:lvl1pPr>
              <a:defRPr/>
            </a:lvl1pPr>
          </a:lstStyle>
          <a:p>
            <a:pPr>
              <a:defRPr/>
            </a:pPr>
            <a:fld id="{CED84508-4F00-4F0B-AACD-78A429CB4E5F}" type="slidenum">
              <a:rPr lang="en-US" altLang="en-US"/>
              <a:pPr>
                <a:defRPr/>
              </a:pPr>
              <a:t>‹#›</a:t>
            </a:fld>
            <a:endParaRPr lang="en-US" altLang="en-US"/>
          </a:p>
        </p:txBody>
      </p:sp>
    </p:spTree>
    <p:extLst>
      <p:ext uri="{BB962C8B-B14F-4D97-AF65-F5344CB8AC3E}">
        <p14:creationId xmlns:p14="http://schemas.microsoft.com/office/powerpoint/2010/main" val="3758641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3">
            <a:extLst>
              <a:ext uri="{FF2B5EF4-FFF2-40B4-BE49-F238E27FC236}">
                <a16:creationId xmlns:a16="http://schemas.microsoft.com/office/drawing/2014/main" id="{A5E12E5A-52A0-49A3-90D9-67F6A8904EB6}"/>
              </a:ext>
            </a:extLst>
          </p:cNvPr>
          <p:cNvSpPr>
            <a:spLocks noGrp="1" noChangeArrowheads="1"/>
          </p:cNvSpPr>
          <p:nvPr>
            <p:ph type="sldNum" sz="quarter" idx="10"/>
          </p:nvPr>
        </p:nvSpPr>
        <p:spPr>
          <a:ln/>
        </p:spPr>
        <p:txBody>
          <a:bodyPr/>
          <a:lstStyle>
            <a:lvl1pPr>
              <a:defRPr/>
            </a:lvl1pPr>
          </a:lstStyle>
          <a:p>
            <a:pPr>
              <a:defRPr/>
            </a:pPr>
            <a:fld id="{0E9D96D1-8274-4B5D-8DFC-F883A6F14658}" type="slidenum">
              <a:rPr lang="en-US" altLang="en-US"/>
              <a:pPr>
                <a:defRPr/>
              </a:pPr>
              <a:t>‹#›</a:t>
            </a:fld>
            <a:endParaRPr lang="en-US" altLang="en-US"/>
          </a:p>
        </p:txBody>
      </p:sp>
    </p:spTree>
    <p:extLst>
      <p:ext uri="{BB962C8B-B14F-4D97-AF65-F5344CB8AC3E}">
        <p14:creationId xmlns:p14="http://schemas.microsoft.com/office/powerpoint/2010/main" val="4828312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14389" y="820342"/>
            <a:ext cx="3754437" cy="3677840"/>
          </a:xfrm>
        </p:spPr>
        <p:txBody>
          <a:bodyPr/>
          <a:lstStyle>
            <a:lvl1pPr>
              <a:defRPr sz="1275"/>
            </a:lvl1pPr>
            <a:lvl2pPr>
              <a:defRPr sz="1275"/>
            </a:lvl2pPr>
            <a:lvl3pPr>
              <a:defRPr sz="1275"/>
            </a:lvl3pPr>
            <a:lvl4pPr>
              <a:defRPr sz="1275"/>
            </a:lvl4pPr>
            <a:lvl5pPr>
              <a:defRPr sz="1275"/>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820342"/>
            <a:ext cx="3754438" cy="3677840"/>
          </a:xfrm>
        </p:spPr>
        <p:txBody>
          <a:bodyPr/>
          <a:lstStyle>
            <a:lvl1pPr>
              <a:defRPr sz="1275"/>
            </a:lvl1pPr>
            <a:lvl2pPr>
              <a:defRPr sz="1275"/>
            </a:lvl2pPr>
            <a:lvl3pPr>
              <a:defRPr sz="1275"/>
            </a:lvl3pPr>
            <a:lvl4pPr>
              <a:defRPr sz="1275"/>
            </a:lvl4pPr>
            <a:lvl5pPr>
              <a:defRPr sz="1275"/>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59F38EDD-F66A-45D6-8FD3-616B47D50948}"/>
              </a:ext>
            </a:extLst>
          </p:cNvPr>
          <p:cNvSpPr>
            <a:spLocks noGrp="1" noChangeArrowheads="1"/>
          </p:cNvSpPr>
          <p:nvPr>
            <p:ph type="sldNum" sz="quarter" idx="10"/>
          </p:nvPr>
        </p:nvSpPr>
        <p:spPr>
          <a:ln/>
        </p:spPr>
        <p:txBody>
          <a:bodyPr/>
          <a:lstStyle>
            <a:lvl1pPr>
              <a:defRPr/>
            </a:lvl1pPr>
          </a:lstStyle>
          <a:p>
            <a:pPr>
              <a:defRPr/>
            </a:pPr>
            <a:fld id="{11AFD2D0-2B20-464D-B9A5-A4F8EFBB301A}" type="slidenum">
              <a:rPr lang="en-US" altLang="en-US"/>
              <a:pPr>
                <a:defRPr/>
              </a:pPr>
              <a:t>‹#›</a:t>
            </a:fld>
            <a:endParaRPr lang="en-US" altLang="en-US"/>
          </a:p>
        </p:txBody>
      </p:sp>
    </p:spTree>
    <p:extLst>
      <p:ext uri="{BB962C8B-B14F-4D97-AF65-F5344CB8AC3E}">
        <p14:creationId xmlns:p14="http://schemas.microsoft.com/office/powerpoint/2010/main" val="1696967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C9AEAD15-CC4E-4DDB-BCB4-BFD6B09414E4}"/>
              </a:ext>
            </a:extLst>
          </p:cNvPr>
          <p:cNvSpPr>
            <a:spLocks noGrp="1" noChangeArrowheads="1"/>
          </p:cNvSpPr>
          <p:nvPr>
            <p:ph type="sldNum" sz="quarter" idx="10"/>
          </p:nvPr>
        </p:nvSpPr>
        <p:spPr>
          <a:ln/>
        </p:spPr>
        <p:txBody>
          <a:bodyPr/>
          <a:lstStyle>
            <a:lvl1pPr>
              <a:defRPr/>
            </a:lvl1pPr>
          </a:lstStyle>
          <a:p>
            <a:pPr>
              <a:defRPr/>
            </a:pPr>
            <a:fld id="{CC32850B-7953-43C3-84E7-6C4CDDE3446E}" type="slidenum">
              <a:rPr lang="en-US" altLang="en-US"/>
              <a:pPr>
                <a:defRPr/>
              </a:pPr>
              <a:t>‹#›</a:t>
            </a:fld>
            <a:endParaRPr lang="en-US" altLang="en-US"/>
          </a:p>
        </p:txBody>
      </p:sp>
    </p:spTree>
    <p:extLst>
      <p:ext uri="{BB962C8B-B14F-4D97-AF65-F5344CB8AC3E}">
        <p14:creationId xmlns:p14="http://schemas.microsoft.com/office/powerpoint/2010/main" val="13091014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6290DBB-0BCD-459F-8E4F-FA120878EA0D}"/>
              </a:ext>
            </a:extLst>
          </p:cNvPr>
          <p:cNvSpPr>
            <a:spLocks noGrp="1" noChangeArrowheads="1"/>
          </p:cNvSpPr>
          <p:nvPr>
            <p:ph type="sldNum" sz="quarter" idx="10"/>
          </p:nvPr>
        </p:nvSpPr>
        <p:spPr>
          <a:ln/>
        </p:spPr>
        <p:txBody>
          <a:bodyPr/>
          <a:lstStyle>
            <a:lvl1pPr>
              <a:defRPr/>
            </a:lvl1pPr>
          </a:lstStyle>
          <a:p>
            <a:pPr>
              <a:defRPr/>
            </a:pPr>
            <a:fld id="{B6589094-62D5-4D43-96BD-D3CB3B0121DA}" type="slidenum">
              <a:rPr lang="en-US" altLang="en-US"/>
              <a:pPr>
                <a:defRPr/>
              </a:pPr>
              <a:t>‹#›</a:t>
            </a:fld>
            <a:endParaRPr lang="en-US" altLang="en-US"/>
          </a:p>
        </p:txBody>
      </p:sp>
    </p:spTree>
    <p:extLst>
      <p:ext uri="{BB962C8B-B14F-4D97-AF65-F5344CB8AC3E}">
        <p14:creationId xmlns:p14="http://schemas.microsoft.com/office/powerpoint/2010/main" val="78173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FEF0AAB0-38F5-434C-B2C0-AABEF56E6D3C}"/>
              </a:ext>
            </a:extLst>
          </p:cNvPr>
          <p:cNvSpPr>
            <a:spLocks noGrp="1" noChangeArrowheads="1"/>
          </p:cNvSpPr>
          <p:nvPr>
            <p:ph type="sldNum" sz="quarter" idx="10"/>
          </p:nvPr>
        </p:nvSpPr>
        <p:spPr>
          <a:ln/>
        </p:spPr>
        <p:txBody>
          <a:bodyPr/>
          <a:lstStyle>
            <a:lvl1pPr>
              <a:defRPr/>
            </a:lvl1pPr>
          </a:lstStyle>
          <a:p>
            <a:pPr>
              <a:defRPr/>
            </a:pPr>
            <a:fld id="{B580F6F2-DE47-4EBC-8416-864F9C93A553}" type="slidenum">
              <a:rPr lang="en-US" altLang="en-US"/>
              <a:pPr>
                <a:defRPr/>
              </a:pPr>
              <a:t>‹#›</a:t>
            </a:fld>
            <a:endParaRPr lang="en-US" altLang="en-US"/>
          </a:p>
        </p:txBody>
      </p:sp>
    </p:spTree>
    <p:extLst>
      <p:ext uri="{BB962C8B-B14F-4D97-AF65-F5344CB8AC3E}">
        <p14:creationId xmlns:p14="http://schemas.microsoft.com/office/powerpoint/2010/main" val="33377642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275"/>
            </a:lvl1pPr>
            <a:lvl2pPr>
              <a:defRPr sz="1275"/>
            </a:lvl2pPr>
            <a:lvl3pPr>
              <a:defRPr sz="1275"/>
            </a:lvl3pPr>
            <a:lvl4pPr>
              <a:defRPr sz="1275"/>
            </a:lvl4pPr>
            <a:lvl5pPr>
              <a:defRPr sz="127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3">
            <a:extLst>
              <a:ext uri="{FF2B5EF4-FFF2-40B4-BE49-F238E27FC236}">
                <a16:creationId xmlns:a16="http://schemas.microsoft.com/office/drawing/2014/main" id="{C219F498-DC72-46C9-809D-A3E9B9733C90}"/>
              </a:ext>
            </a:extLst>
          </p:cNvPr>
          <p:cNvSpPr>
            <a:spLocks noGrp="1" noChangeArrowheads="1"/>
          </p:cNvSpPr>
          <p:nvPr>
            <p:ph type="sldNum" sz="quarter" idx="10"/>
          </p:nvPr>
        </p:nvSpPr>
        <p:spPr>
          <a:ln/>
        </p:spPr>
        <p:txBody>
          <a:bodyPr/>
          <a:lstStyle>
            <a:lvl1pPr>
              <a:defRPr/>
            </a:lvl1pPr>
          </a:lstStyle>
          <a:p>
            <a:pPr>
              <a:defRPr/>
            </a:pPr>
            <a:fld id="{B0BC50A1-0700-4943-9F0D-0C1C7AD36C56}" type="slidenum">
              <a:rPr lang="en-US" altLang="en-US"/>
              <a:pPr>
                <a:defRPr/>
              </a:pPr>
              <a:t>‹#›</a:t>
            </a:fld>
            <a:endParaRPr lang="en-US" altLang="en-US"/>
          </a:p>
        </p:txBody>
      </p:sp>
    </p:spTree>
    <p:extLst>
      <p:ext uri="{BB962C8B-B14F-4D97-AF65-F5344CB8AC3E}">
        <p14:creationId xmlns:p14="http://schemas.microsoft.com/office/powerpoint/2010/main" val="32828737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3">
            <a:extLst>
              <a:ext uri="{FF2B5EF4-FFF2-40B4-BE49-F238E27FC236}">
                <a16:creationId xmlns:a16="http://schemas.microsoft.com/office/drawing/2014/main" id="{14A3BEA6-AB75-48BD-9865-B5CCFF6E4725}"/>
              </a:ext>
            </a:extLst>
          </p:cNvPr>
          <p:cNvSpPr>
            <a:spLocks noGrp="1" noChangeArrowheads="1"/>
          </p:cNvSpPr>
          <p:nvPr>
            <p:ph type="sldNum" sz="quarter" idx="10"/>
          </p:nvPr>
        </p:nvSpPr>
        <p:spPr>
          <a:ln/>
        </p:spPr>
        <p:txBody>
          <a:bodyPr/>
          <a:lstStyle>
            <a:lvl1pPr>
              <a:defRPr/>
            </a:lvl1pPr>
          </a:lstStyle>
          <a:p>
            <a:pPr>
              <a:defRPr/>
            </a:pPr>
            <a:fld id="{72C02FA7-47FF-4F4C-9EE7-33C697A225AB}" type="slidenum">
              <a:rPr lang="en-US" altLang="en-US"/>
              <a:pPr>
                <a:defRPr/>
              </a:pPr>
              <a:t>‹#›</a:t>
            </a:fld>
            <a:endParaRPr lang="en-US" altLang="en-US"/>
          </a:p>
        </p:txBody>
      </p:sp>
    </p:spTree>
    <p:extLst>
      <p:ext uri="{BB962C8B-B14F-4D97-AF65-F5344CB8AC3E}">
        <p14:creationId xmlns:p14="http://schemas.microsoft.com/office/powerpoint/2010/main" val="4513700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5D59350B-1AE9-4A98-9789-0A3801BD2D02}"/>
              </a:ext>
            </a:extLst>
          </p:cNvPr>
          <p:cNvSpPr>
            <a:spLocks noGrp="1" noChangeArrowheads="1"/>
          </p:cNvSpPr>
          <p:nvPr>
            <p:ph type="sldNum" sz="quarter" idx="10"/>
          </p:nvPr>
        </p:nvSpPr>
        <p:spPr>
          <a:ln/>
        </p:spPr>
        <p:txBody>
          <a:bodyPr/>
          <a:lstStyle>
            <a:lvl1pPr>
              <a:defRPr/>
            </a:lvl1pPr>
          </a:lstStyle>
          <a:p>
            <a:pPr>
              <a:defRPr/>
            </a:pPr>
            <a:fld id="{3B8A592D-06D1-4335-9885-C76101E98296}" type="slidenum">
              <a:rPr lang="en-US" altLang="en-US"/>
              <a:pPr>
                <a:defRPr/>
              </a:pPr>
              <a:t>‹#›</a:t>
            </a:fld>
            <a:endParaRPr lang="en-US" altLang="en-US"/>
          </a:p>
        </p:txBody>
      </p:sp>
    </p:spTree>
    <p:extLst>
      <p:ext uri="{BB962C8B-B14F-4D97-AF65-F5344CB8AC3E}">
        <p14:creationId xmlns:p14="http://schemas.microsoft.com/office/powerpoint/2010/main" val="10931299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88106"/>
            <a:ext cx="2019300" cy="44100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88106"/>
            <a:ext cx="5905500" cy="44100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04B28524-8AC4-4458-AAD1-C4223972BCE3}"/>
              </a:ext>
            </a:extLst>
          </p:cNvPr>
          <p:cNvSpPr>
            <a:spLocks noGrp="1" noChangeArrowheads="1"/>
          </p:cNvSpPr>
          <p:nvPr>
            <p:ph type="sldNum" sz="quarter" idx="10"/>
          </p:nvPr>
        </p:nvSpPr>
        <p:spPr>
          <a:ln/>
        </p:spPr>
        <p:txBody>
          <a:bodyPr/>
          <a:lstStyle>
            <a:lvl1pPr>
              <a:defRPr/>
            </a:lvl1pPr>
          </a:lstStyle>
          <a:p>
            <a:pPr>
              <a:defRPr/>
            </a:pPr>
            <a:fld id="{A7C5E8B3-FD31-41B6-9315-34F8ECD716C8}" type="slidenum">
              <a:rPr lang="en-US" altLang="en-US"/>
              <a:pPr>
                <a:defRPr/>
              </a:pPr>
              <a:t>‹#›</a:t>
            </a:fld>
            <a:endParaRPr lang="en-US" altLang="en-US"/>
          </a:p>
        </p:txBody>
      </p:sp>
    </p:spTree>
    <p:extLst>
      <p:ext uri="{BB962C8B-B14F-4D97-AF65-F5344CB8AC3E}">
        <p14:creationId xmlns:p14="http://schemas.microsoft.com/office/powerpoint/2010/main" val="28208228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12F6940A-5EB3-4E43-837D-85F46C6F6DE5}"/>
              </a:ext>
            </a:extLst>
          </p:cNvPr>
          <p:cNvSpPr>
            <a:spLocks noGrp="1" noChangeArrowheads="1"/>
          </p:cNvSpPr>
          <p:nvPr>
            <p:ph type="sldNum" sz="quarter" idx="10"/>
          </p:nvPr>
        </p:nvSpPr>
        <p:spPr>
          <a:ln/>
        </p:spPr>
        <p:txBody>
          <a:bodyPr/>
          <a:lstStyle>
            <a:lvl1pPr>
              <a:defRPr/>
            </a:lvl1pPr>
          </a:lstStyle>
          <a:p>
            <a:pPr>
              <a:defRPr/>
            </a:pPr>
            <a:fld id="{9204979C-6AB0-44D1-9772-4F19E45F1086}" type="slidenum">
              <a:rPr lang="en-US" altLang="en-US"/>
              <a:pPr>
                <a:defRPr/>
              </a:pPr>
              <a:t>‹#›</a:t>
            </a:fld>
            <a:endParaRPr lang="en-US" altLang="en-US"/>
          </a:p>
        </p:txBody>
      </p:sp>
    </p:spTree>
    <p:extLst>
      <p:ext uri="{BB962C8B-B14F-4D97-AF65-F5344CB8AC3E}">
        <p14:creationId xmlns:p14="http://schemas.microsoft.com/office/powerpoint/2010/main" val="12842942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768350" y="88106"/>
            <a:ext cx="8077200" cy="457200"/>
          </a:xfrm>
        </p:spPr>
        <p:txBody>
          <a:bodyPr/>
          <a:lstStyle/>
          <a:p>
            <a:r>
              <a:rPr lang="en-US"/>
              <a:t>Click to edit Master title style</a:t>
            </a:r>
          </a:p>
        </p:txBody>
      </p:sp>
      <p:sp>
        <p:nvSpPr>
          <p:cNvPr id="3" name="Content Placeholder 2"/>
          <p:cNvSpPr>
            <a:spLocks noGrp="1"/>
          </p:cNvSpPr>
          <p:nvPr>
            <p:ph sz="half" idx="1"/>
          </p:nvPr>
        </p:nvSpPr>
        <p:spPr>
          <a:xfrm>
            <a:off x="814389" y="820341"/>
            <a:ext cx="7661275" cy="1781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14389" y="2715817"/>
            <a:ext cx="7661275" cy="1782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04D526BE-0226-4133-88E4-C4A29BE0FD4E}"/>
              </a:ext>
            </a:extLst>
          </p:cNvPr>
          <p:cNvSpPr>
            <a:spLocks noGrp="1" noChangeArrowheads="1"/>
          </p:cNvSpPr>
          <p:nvPr>
            <p:ph type="sldNum" sz="quarter" idx="10"/>
          </p:nvPr>
        </p:nvSpPr>
        <p:spPr>
          <a:ln/>
        </p:spPr>
        <p:txBody>
          <a:bodyPr/>
          <a:lstStyle>
            <a:lvl1pPr>
              <a:defRPr/>
            </a:lvl1pPr>
          </a:lstStyle>
          <a:p>
            <a:pPr marL="0" marR="0" lvl="0" indent="0" algn="r" defTabSz="457200" rtl="0" eaLnBrk="1" fontAlgn="base" latinLnBrk="0" hangingPunct="1">
              <a:lnSpc>
                <a:spcPct val="100000"/>
              </a:lnSpc>
              <a:spcBef>
                <a:spcPct val="50000"/>
              </a:spcBef>
              <a:spcAft>
                <a:spcPct val="0"/>
              </a:spcAft>
              <a:buClrTx/>
              <a:buSzTx/>
              <a:buFontTx/>
              <a:buNone/>
              <a:tabLst/>
              <a:defRPr/>
            </a:pPr>
            <a:fld id="{27154210-18DD-438C-A438-474022748B37}" type="slidenum">
              <a:rPr kumimoji="0" lang="en-US" altLang="en-US" sz="1050" b="0" i="0" u="none" strike="noStrike" kern="1200" cap="none" spc="0" normalizeH="0" baseline="0" noProof="0">
                <a:ln>
                  <a:noFill/>
                </a:ln>
                <a:solidFill>
                  <a:srgbClr val="666699"/>
                </a:solidFill>
                <a:effectLst/>
                <a:uLnTx/>
                <a:uFillTx/>
                <a:latin typeface="Times New Roman" panose="02020603050405020304" pitchFamily="18" charset="0"/>
                <a:ea typeface="ＭＳ Ｐゴシック" charset="-128"/>
                <a:cs typeface="+mn-cs"/>
              </a:rPr>
              <a:pPr marL="0" marR="0" lvl="0" indent="0" algn="r" defTabSz="457200" rtl="0" eaLnBrk="1" fontAlgn="base" latinLnBrk="0" hangingPunct="1">
                <a:lnSpc>
                  <a:spcPct val="100000"/>
                </a:lnSpc>
                <a:spcBef>
                  <a:spcPct val="50000"/>
                </a:spcBef>
                <a:spcAft>
                  <a:spcPct val="0"/>
                </a:spcAft>
                <a:buClrTx/>
                <a:buSzTx/>
                <a:buFontTx/>
                <a:buNone/>
                <a:tabLst/>
                <a:defRPr/>
              </a:pPr>
              <a:t>‹#›</a:t>
            </a:fld>
            <a:endParaRPr kumimoji="0" lang="en-US" altLang="en-US" sz="1050" b="0" i="0" u="none" strike="noStrike" kern="1200" cap="none" spc="0" normalizeH="0" baseline="0" noProof="0">
              <a:ln>
                <a:noFill/>
              </a:ln>
              <a:solidFill>
                <a:srgbClr val="666699"/>
              </a:solidFill>
              <a:effectLst/>
              <a:uLnTx/>
              <a:uFillTx/>
              <a:latin typeface="Times New Roman" panose="02020603050405020304" pitchFamily="18" charset="0"/>
              <a:ea typeface="ＭＳ Ｐゴシック" charset="-128"/>
              <a:cs typeface="+mn-cs"/>
            </a:endParaRPr>
          </a:p>
        </p:txBody>
      </p:sp>
    </p:spTree>
    <p:extLst>
      <p:ext uri="{BB962C8B-B14F-4D97-AF65-F5344CB8AC3E}">
        <p14:creationId xmlns:p14="http://schemas.microsoft.com/office/powerpoint/2010/main" val="29525873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15194923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14646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999207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3/25/26</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15329373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3/25/26</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37854107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3/25/26</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8058218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3/25/26</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32428240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0"/>
            <a:ext cx="8229600" cy="3394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7BBC359C-8B98-904F-955B-7B675E601B13}" type="datetimeFigureOut">
              <a:rPr lang="en-US" altLang="en-US"/>
              <a:pPr/>
              <a:t>3/25/26</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9A8E8E7-A6E1-1A4E-BFDF-C30BFEC4FA62}" type="slidenum">
              <a:rPr lang="en-US" altLang="en-US"/>
              <a:pPr/>
              <a:t>‹#›</a:t>
            </a:fld>
            <a:endParaRPr lang="en-US" altLang="en-US"/>
          </a:p>
        </p:txBody>
      </p:sp>
    </p:spTree>
    <p:extLst>
      <p:ext uri="{BB962C8B-B14F-4D97-AF65-F5344CB8AC3E}">
        <p14:creationId xmlns:p14="http://schemas.microsoft.com/office/powerpoint/2010/main" val="1073707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0550"/>
            <a:ext cx="8839200" cy="403860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F05F4A72-606B-984B-907B-5BEA9B53E5C0}"/>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Tree>
    <p:extLst>
      <p:ext uri="{BB962C8B-B14F-4D97-AF65-F5344CB8AC3E}">
        <p14:creationId xmlns:p14="http://schemas.microsoft.com/office/powerpoint/2010/main" val="1014165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a">
    <p:spTree>
      <p:nvGrpSpPr>
        <p:cNvPr id="1" name=""/>
        <p:cNvGrpSpPr/>
        <p:nvPr/>
      </p:nvGrpSpPr>
      <p:grpSpPr>
        <a:xfrm>
          <a:off x="0" y="0"/>
          <a:ext cx="0" cy="0"/>
          <a:chOff x="0" y="0"/>
          <a:chExt cx="0" cy="0"/>
        </a:xfrm>
      </p:grpSpPr>
      <p:sp>
        <p:nvSpPr>
          <p:cNvPr id="7" name="Title 1"/>
          <p:cNvSpPr txBox="1">
            <a:spLocks/>
          </p:cNvSpPr>
          <p:nvPr userDrawn="1"/>
        </p:nvSpPr>
        <p:spPr>
          <a:xfrm>
            <a:off x="152400" y="895350"/>
            <a:ext cx="6934200" cy="457200"/>
          </a:xfrm>
          <a:prstGeom prst="rect">
            <a:avLst/>
          </a:prstGeom>
        </p:spPr>
        <p:txBody>
          <a:bodyPr/>
          <a:lst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a:lstStyle>
          <a:p>
            <a:pPr algn="l"/>
            <a:r>
              <a:rPr lang="en-US" sz="2800" dirty="0">
                <a:solidFill>
                  <a:schemeClr val="bg1"/>
                </a:solidFill>
              </a:rPr>
              <a:t>Click to edit Master title style</a:t>
            </a:r>
          </a:p>
        </p:txBody>
      </p:sp>
      <p:sp>
        <p:nvSpPr>
          <p:cNvPr id="3" name="Title 1">
            <a:extLst>
              <a:ext uri="{FF2B5EF4-FFF2-40B4-BE49-F238E27FC236}">
                <a16:creationId xmlns:a16="http://schemas.microsoft.com/office/drawing/2014/main" id="{FFB43658-48CD-764C-86BF-302575415EF4}"/>
              </a:ext>
            </a:extLst>
          </p:cNvPr>
          <p:cNvSpPr>
            <a:spLocks noGrp="1"/>
          </p:cNvSpPr>
          <p:nvPr>
            <p:ph type="title" hasCustomPrompt="1"/>
          </p:nvPr>
        </p:nvSpPr>
        <p:spPr>
          <a:xfrm>
            <a:off x="172570" y="1121"/>
            <a:ext cx="8666629" cy="443198"/>
          </a:xfrm>
          <a:prstGeom prst="rect">
            <a:avLst/>
          </a:prstGeom>
        </p:spPr>
        <p:txBody>
          <a:bodyPr wrap="square" anchor="t"/>
          <a:lstStyle>
            <a:lvl1pPr algn="l">
              <a:lnSpc>
                <a:spcPct val="90000"/>
              </a:lnSpc>
              <a:defRPr sz="3200" b="0">
                <a:solidFill>
                  <a:schemeClr val="bg1"/>
                </a:solidFill>
                <a:latin typeface="Museo For Dell" pitchFamily="2" charset="0"/>
              </a:defRPr>
            </a:lvl1pPr>
          </a:lstStyle>
          <a:p>
            <a:r>
              <a:rPr lang="en-US" dirty="0"/>
              <a:t>Click to edit master title</a:t>
            </a:r>
          </a:p>
        </p:txBody>
      </p:sp>
      <p:sp>
        <p:nvSpPr>
          <p:cNvPr id="4" name="Content Placeholder 2">
            <a:extLst>
              <a:ext uri="{FF2B5EF4-FFF2-40B4-BE49-F238E27FC236}">
                <a16:creationId xmlns:a16="http://schemas.microsoft.com/office/drawing/2014/main" id="{FF6F2A81-D24A-A44F-8915-B9DC7FC2AE67}"/>
              </a:ext>
            </a:extLst>
          </p:cNvPr>
          <p:cNvSpPr>
            <a:spLocks noGrp="1"/>
          </p:cNvSpPr>
          <p:nvPr>
            <p:ph idx="1"/>
          </p:nvPr>
        </p:nvSpPr>
        <p:spPr>
          <a:xfrm>
            <a:off x="152400"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0D255CA6-4B6D-7842-85B8-A423C0C60A30}"/>
              </a:ext>
            </a:extLst>
          </p:cNvPr>
          <p:cNvSpPr>
            <a:spLocks noGrp="1"/>
          </p:cNvSpPr>
          <p:nvPr>
            <p:ph idx="10"/>
          </p:nvPr>
        </p:nvSpPr>
        <p:spPr>
          <a:xfrm>
            <a:off x="4606103" y="552450"/>
            <a:ext cx="4191000" cy="4038600"/>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12387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8101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4637"/>
          </a:xfrm>
          <a:prstGeom prst="rect">
            <a:avLst/>
          </a:prstGeom>
        </p:spPr>
        <p:txBody>
          <a:bodyPr/>
          <a:lstStyle>
            <a:lvl1pPr>
              <a:defRPr/>
            </a:lvl1pPr>
          </a:lstStyle>
          <a:p>
            <a:fld id="{80CC6A0C-5777-6141-8161-40A51E54DA25}" type="datetimeFigureOut">
              <a:rPr lang="en-US" altLang="en-US"/>
              <a:pPr/>
              <a:t>3/25/26</a:t>
            </a:fld>
            <a:endParaRPr lang="en-US" altLang="en-US"/>
          </a:p>
        </p:txBody>
      </p:sp>
      <p:sp>
        <p:nvSpPr>
          <p:cNvPr id="6" name="Footer Placeholder 5"/>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4767263"/>
            <a:ext cx="2133600" cy="274637"/>
          </a:xfrm>
          <a:prstGeom prst="rect">
            <a:avLst/>
          </a:prstGeom>
        </p:spPr>
        <p:txBody>
          <a:bodyPr/>
          <a:lstStyle>
            <a:lvl1pPr>
              <a:defRPr/>
            </a:lvl1pPr>
          </a:lstStyle>
          <a:p>
            <a:fld id="{BB1B0572-E7E6-434E-BFB5-5CD3555E83A4}" type="slidenum">
              <a:rPr lang="en-US" altLang="en-US"/>
              <a:pPr/>
              <a:t>‹#›</a:t>
            </a:fld>
            <a:endParaRPr lang="en-US" altLang="en-US">
              <a:solidFill>
                <a:srgbClr val="88A44D"/>
              </a:solidFill>
            </a:endParaRPr>
          </a:p>
        </p:txBody>
      </p:sp>
    </p:spTree>
    <p:extLst>
      <p:ext uri="{BB962C8B-B14F-4D97-AF65-F5344CB8AC3E}">
        <p14:creationId xmlns:p14="http://schemas.microsoft.com/office/powerpoint/2010/main" val="40829649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01FA5FD1-732F-9047-B0F4-603D0EAC5CB0}" type="datetimeFigureOut">
              <a:rPr lang="en-US" altLang="en-US"/>
              <a:pPr/>
              <a:t>3/25/26</a:t>
            </a:fld>
            <a:endParaRPr lang="en-US" altLang="en-US"/>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3DBB9D51-EA15-824B-AFBA-C5CFF763538D}" type="slidenum">
              <a:rPr lang="en-US" altLang="en-US"/>
              <a:pPr/>
              <a:t>‹#›</a:t>
            </a:fld>
            <a:endParaRPr lang="en-US" altLang="en-US"/>
          </a:p>
        </p:txBody>
      </p:sp>
    </p:spTree>
    <p:extLst>
      <p:ext uri="{BB962C8B-B14F-4D97-AF65-F5344CB8AC3E}">
        <p14:creationId xmlns:p14="http://schemas.microsoft.com/office/powerpoint/2010/main" val="35390807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0"/>
            <a:ext cx="8229600" cy="339407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D56D54B9-89B7-A248-9210-3C9346164D0F}" type="datetimeFigureOut">
              <a:rPr lang="en-US" altLang="en-US"/>
              <a:pPr/>
              <a:t>3/25/26</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B5559CE1-75A0-2043-A1BB-26E32B46DEB8}" type="slidenum">
              <a:rPr lang="en-US" altLang="en-US"/>
              <a:pPr/>
              <a:t>‹#›</a:t>
            </a:fld>
            <a:endParaRPr lang="en-US" altLang="en-US"/>
          </a:p>
        </p:txBody>
      </p:sp>
    </p:spTree>
    <p:extLst>
      <p:ext uri="{BB962C8B-B14F-4D97-AF65-F5344CB8AC3E}">
        <p14:creationId xmlns:p14="http://schemas.microsoft.com/office/powerpoint/2010/main" val="34682220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fld id="{EBE5339B-726A-CF41-B4A0-6109F9D8F0EB}" type="datetimeFigureOut">
              <a:rPr lang="en-US" altLang="en-US"/>
              <a:pPr/>
              <a:t>3/25/26</a:t>
            </a:fld>
            <a:endParaRPr lang="en-US" altLang="en-US"/>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fld id="{D5ED28FB-5F5E-B441-A1E3-774C424C6E37}" type="slidenum">
              <a:rPr lang="en-US" altLang="en-US"/>
              <a:pPr/>
              <a:t>‹#›</a:t>
            </a:fld>
            <a:endParaRPr lang="en-US" altLang="en-US"/>
          </a:p>
        </p:txBody>
      </p:sp>
    </p:spTree>
    <p:extLst>
      <p:ext uri="{BB962C8B-B14F-4D97-AF65-F5344CB8AC3E}">
        <p14:creationId xmlns:p14="http://schemas.microsoft.com/office/powerpoint/2010/main" val="15005512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Korth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487426" name="Rectangle 2"/>
          <p:cNvSpPr>
            <a:spLocks noGrp="1" noChangeArrowheads="1"/>
          </p:cNvSpPr>
          <p:nvPr>
            <p:ph type="ctrTitle"/>
          </p:nvPr>
        </p:nvSpPr>
        <p:spPr>
          <a:xfrm>
            <a:off x="685800" y="1714500"/>
            <a:ext cx="7772400" cy="857250"/>
          </a:xfrm>
        </p:spPr>
        <p:txBody>
          <a:bodyPr/>
          <a:lstStyle>
            <a:lvl1pPr>
              <a:defRPr sz="2100">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4663679"/>
            <a:ext cx="1905000" cy="342900"/>
          </a:xfrm>
        </p:spPr>
        <p:txBody>
          <a:bodyPr/>
          <a:lstStyle>
            <a:lvl1pPr>
              <a:defRPr smtClean="0">
                <a:solidFill>
                  <a:srgbClr val="578963"/>
                </a:solidFill>
              </a:defRPr>
            </a:lvl1pPr>
          </a:lstStyle>
          <a:p>
            <a:pPr>
              <a:defRPr/>
            </a:pPr>
            <a:fld id="{441F42D0-7627-45E8-BCAB-6293FCFFA666}" type="slidenum">
              <a:rPr lang="en-US" altLang="en-US" smtClean="0"/>
              <a:pPr>
                <a:defRPr/>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1" y="9252"/>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Cover-6Ed">
            <a:extLst>
              <a:ext uri="{FF2B5EF4-FFF2-40B4-BE49-F238E27FC236}">
                <a16:creationId xmlns:a16="http://schemas.microsoft.com/office/drawing/2014/main" id="{5B23C462-273B-47CE-B464-FA0DEA18F60D}"/>
              </a:ext>
            </a:extLst>
          </p:cNvPr>
          <p:cNvPicPr>
            <a:picLocks noChangeAspect="1" noChangeArrowheads="1"/>
          </p:cNvPicPr>
          <p:nvPr userDrawn="1"/>
        </p:nvPicPr>
        <p:blipFill>
          <a:blip r:embed="rId3"/>
          <a:stretch>
            <a:fillRect/>
          </a:stretch>
        </p:blipFill>
        <p:spPr bwMode="auto">
          <a:xfrm>
            <a:off x="1" y="9252"/>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60451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3" name="Content Placeholder 2"/>
          <p:cNvSpPr>
            <a:spLocks noGrp="1"/>
          </p:cNvSpPr>
          <p:nvPr>
            <p:ph idx="1"/>
          </p:nvPr>
        </p:nvSpPr>
        <p:spPr>
          <a:xfrm>
            <a:off x="831272" y="826873"/>
            <a:ext cx="8014277" cy="4025979"/>
          </a:xfrm>
        </p:spPr>
        <p:txBody>
          <a:bodyPr/>
          <a:lstStyle>
            <a:lvl1pPr marL="257175" indent="-257175">
              <a:buSzPct val="110000"/>
              <a:buFont typeface="Wingdings" panose="05000000000000000000" pitchFamily="2" charset="2"/>
              <a:buChar char="§"/>
              <a:defRPr sz="1275"/>
            </a:lvl1pPr>
            <a:lvl2pPr marL="557213" indent="-214313">
              <a:buSzPct val="110000"/>
              <a:buFont typeface="Arial" panose="020B0604020202020204" pitchFamily="34" charset="0"/>
              <a:buChar char="•"/>
              <a:defRPr sz="1275"/>
            </a:lvl2pPr>
            <a:lvl3pPr marL="814388" indent="-171450">
              <a:buSzPct val="100000"/>
              <a:buFont typeface="Wingdings" panose="05000000000000000000" pitchFamily="2" charset="2"/>
              <a:buChar char="§"/>
              <a:defRPr sz="1275"/>
            </a:lvl3pPr>
            <a:lvl4pPr marL="1071563" indent="-171450">
              <a:buFont typeface="Arial" panose="020B0604020202020204" pitchFamily="34" charset="0"/>
              <a:buChar char="•"/>
              <a:defRPr sz="1275"/>
            </a:lvl4pPr>
            <a:lvl5pPr marL="1328738" indent="-171450">
              <a:buSzPct val="100000"/>
              <a:buFont typeface="Wingdings" panose="05000000000000000000" pitchFamily="2" charset="2"/>
              <a:buChar cha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ln/>
        </p:spPr>
        <p:txBody>
          <a:bodyPr/>
          <a:lstStyle>
            <a:lvl1pPr>
              <a:defRPr/>
            </a:lvl1pPr>
          </a:lstStyle>
          <a:p>
            <a:pPr>
              <a:defRPr/>
            </a:pPr>
            <a:fld id="{5CC1BFAE-C44B-49AE-8C45-A7AABAAB5FEE}" type="slidenum">
              <a:rPr lang="en-US" altLang="en-US" smtClean="0"/>
              <a:pPr>
                <a:defRPr/>
              </a:pPr>
              <a:t>‹#›</a:t>
            </a:fld>
            <a:endParaRPr lang="en-US" altLang="en-US"/>
          </a:p>
        </p:txBody>
      </p:sp>
    </p:spTree>
    <p:extLst>
      <p:ext uri="{BB962C8B-B14F-4D97-AF65-F5344CB8AC3E}">
        <p14:creationId xmlns:p14="http://schemas.microsoft.com/office/powerpoint/2010/main" val="20598655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835604"/>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74863" y="3055247"/>
            <a:ext cx="7772400" cy="1125140"/>
          </a:xfrm>
        </p:spPr>
        <p:txBody>
          <a:bodyPr anchor="b"/>
          <a:lstStyle>
            <a:lvl1pPr marL="257175" indent="-257175">
              <a:buFont typeface="Wingdings" panose="05000000000000000000" pitchFamily="2" charset="2"/>
              <a:buChar char="§"/>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pPr>
              <a:defRPr/>
            </a:pPr>
            <a:fld id="{12BBE0E1-96FA-42C8-A339-7F81B98D396B}" type="slidenum">
              <a:rPr lang="en-US" altLang="en-US" smtClean="0"/>
              <a:pPr>
                <a:defRPr/>
              </a:pPr>
              <a:t>‹#›</a:t>
            </a:fld>
            <a:endParaRPr lang="en-US" altLang="en-US"/>
          </a:p>
        </p:txBody>
      </p:sp>
    </p:spTree>
    <p:extLst>
      <p:ext uri="{BB962C8B-B14F-4D97-AF65-F5344CB8AC3E}">
        <p14:creationId xmlns:p14="http://schemas.microsoft.com/office/powerpoint/2010/main" val="359024143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pPr>
              <a:defRPr/>
            </a:pPr>
            <a:fld id="{D13E6E76-F12E-4D1B-9B56-009C721BF777}" type="slidenum">
              <a:rPr lang="en-US" altLang="en-US" smtClean="0"/>
              <a:pPr>
                <a:defRPr/>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826873"/>
            <a:ext cx="3985352" cy="4025979"/>
          </a:xfrm>
        </p:spPr>
        <p:txBody>
          <a:bodyPr/>
          <a:lstStyle>
            <a:lvl1pPr marL="257175" indent="-257175">
              <a:buSzPct val="110000"/>
              <a:buFont typeface="Wingdings" panose="05000000000000000000" pitchFamily="2" charset="2"/>
              <a:buChar char="§"/>
              <a:defRPr sz="1275"/>
            </a:lvl1pPr>
            <a:lvl2pPr marL="557213" indent="-214313">
              <a:buSzPct val="110000"/>
              <a:buFont typeface="Arial" panose="020B0604020202020204" pitchFamily="34" charset="0"/>
              <a:buChar char="•"/>
              <a:defRPr sz="1275"/>
            </a:lvl2pPr>
            <a:lvl3pPr marL="814388" indent="-171450">
              <a:buSzPct val="100000"/>
              <a:buFont typeface="Wingdings" panose="05000000000000000000" pitchFamily="2" charset="2"/>
              <a:buChar char="§"/>
              <a:defRPr sz="1275"/>
            </a:lvl3pPr>
            <a:lvl4pPr marL="1071563" indent="-171450">
              <a:buFont typeface="Arial" panose="020B0604020202020204" pitchFamily="34" charset="0"/>
              <a:buChar char="•"/>
              <a:defRPr sz="1275"/>
            </a:lvl4pPr>
            <a:lvl5pPr marL="1328738" indent="-171450">
              <a:buSzPct val="100000"/>
              <a:buFont typeface="Wingdings" panose="05000000000000000000" pitchFamily="2" charset="2"/>
              <a:buChar cha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713196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sz="2100"/>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275"/>
            </a:lvl1pPr>
            <a:lvl2pPr>
              <a:defRPr sz="1275"/>
            </a:lvl2pPr>
            <a:lvl3pPr>
              <a:defRPr sz="1275"/>
            </a:lvl3pPr>
            <a:lvl4pPr>
              <a:defRPr sz="1275"/>
            </a:lvl4pPr>
            <a:lvl5pPr>
              <a:defRPr sz="1275"/>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pPr>
              <a:defRPr/>
            </a:pPr>
            <a:fld id="{12023997-F532-4D5B-B2F3-9E05A41D497B}" type="slidenum">
              <a:rPr lang="en-US" altLang="en-US" smtClean="0"/>
              <a:pPr>
                <a:defRPr/>
              </a:pPr>
              <a:t>‹#›</a:t>
            </a:fld>
            <a:endParaRPr lang="en-US" altLang="en-US"/>
          </a:p>
        </p:txBody>
      </p:sp>
    </p:spTree>
    <p:extLst>
      <p:ext uri="{BB962C8B-B14F-4D97-AF65-F5344CB8AC3E}">
        <p14:creationId xmlns:p14="http://schemas.microsoft.com/office/powerpoint/2010/main" val="25938620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pPr>
              <a:defRPr/>
            </a:pPr>
            <a:fld id="{96649892-EB20-4383-9D6A-6D1ED2147F7F}" type="slidenum">
              <a:rPr lang="en-US" altLang="en-US" smtClean="0"/>
              <a:pPr>
                <a:defRPr/>
              </a:pPr>
              <a:t>‹#›</a:t>
            </a:fld>
            <a:endParaRPr lang="en-US" altLang="en-US"/>
          </a:p>
        </p:txBody>
      </p:sp>
    </p:spTree>
    <p:extLst>
      <p:ext uri="{BB962C8B-B14F-4D97-AF65-F5344CB8AC3E}">
        <p14:creationId xmlns:p14="http://schemas.microsoft.com/office/powerpoint/2010/main" val="13092365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pPr>
              <a:defRPr/>
            </a:pPr>
            <a:fld id="{3B271689-3C51-413B-9388-DDBA7E74E1E4}" type="slidenum">
              <a:rPr lang="en-US" altLang="en-US" smtClean="0"/>
              <a:pPr>
                <a:defRPr/>
              </a:pPr>
              <a:t>‹#›</a:t>
            </a:fld>
            <a:endParaRPr lang="en-US" altLang="en-US"/>
          </a:p>
        </p:txBody>
      </p:sp>
    </p:spTree>
    <p:extLst>
      <p:ext uri="{BB962C8B-B14F-4D97-AF65-F5344CB8AC3E}">
        <p14:creationId xmlns:p14="http://schemas.microsoft.com/office/powerpoint/2010/main" val="29575759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1275"/>
            </a:lvl1pPr>
            <a:lvl2pPr>
              <a:defRPr sz="1275"/>
            </a:lvl2pPr>
            <a:lvl3pPr>
              <a:defRPr sz="1275"/>
            </a:lvl3pPr>
            <a:lvl4pPr>
              <a:defRPr sz="1275"/>
            </a:lvl4pPr>
            <a:lvl5pPr>
              <a:defRPr sz="1275"/>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pPr>
              <a:defRPr/>
            </a:pPr>
            <a:fld id="{E9CD7985-991B-46C7-A32A-6942E2DB1188}" type="slidenum">
              <a:rPr lang="en-US" altLang="en-US" smtClean="0"/>
              <a:pPr>
                <a:defRPr/>
              </a:pPr>
              <a:t>‹#›</a:t>
            </a:fld>
            <a:endParaRPr lang="en-US" altLang="en-US"/>
          </a:p>
        </p:txBody>
      </p:sp>
    </p:spTree>
    <p:extLst>
      <p:ext uri="{BB962C8B-B14F-4D97-AF65-F5344CB8AC3E}">
        <p14:creationId xmlns:p14="http://schemas.microsoft.com/office/powerpoint/2010/main" val="33068914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pPr>
              <a:defRPr/>
            </a:pPr>
            <a:fld id="{F779FD90-85FD-43B3-9F6B-6E3DF5251AE4}" type="slidenum">
              <a:rPr lang="en-US" altLang="en-US" smtClean="0"/>
              <a:pPr>
                <a:defRPr/>
              </a:pPr>
              <a:t>‹#›</a:t>
            </a:fld>
            <a:endParaRPr lang="en-US" altLang="en-US"/>
          </a:p>
        </p:txBody>
      </p:sp>
    </p:spTree>
    <p:extLst>
      <p:ext uri="{BB962C8B-B14F-4D97-AF65-F5344CB8AC3E}">
        <p14:creationId xmlns:p14="http://schemas.microsoft.com/office/powerpoint/2010/main" val="1421111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1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1275"/>
            </a:lvl1pPr>
            <a:lvl2pPr>
              <a:defRPr sz="1275"/>
            </a:lvl2pPr>
            <a:lvl3pPr>
              <a:defRPr sz="1275"/>
            </a:lvl3pPr>
            <a:lvl4pPr>
              <a:defRPr sz="1275"/>
            </a:lvl4pPr>
            <a:lvl5pP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pPr>
              <a:defRPr/>
            </a:pPr>
            <a:fld id="{17078238-A850-4F7F-9FB2-C7F3ED51152A}" type="slidenum">
              <a:rPr lang="en-US" altLang="en-US" smtClean="0"/>
              <a:pPr>
                <a:defRPr/>
              </a:pPr>
              <a:t>‹#›</a:t>
            </a:fld>
            <a:endParaRPr lang="en-US" altLang="en-US"/>
          </a:p>
        </p:txBody>
      </p:sp>
    </p:spTree>
    <p:extLst>
      <p:ext uri="{BB962C8B-B14F-4D97-AF65-F5344CB8AC3E}">
        <p14:creationId xmlns:p14="http://schemas.microsoft.com/office/powerpoint/2010/main" val="95430543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88106"/>
            <a:ext cx="2019300" cy="4410075"/>
          </a:xfrm>
        </p:spPr>
        <p:txBody>
          <a:bodyPr vert="eaVert"/>
          <a:lstStyle>
            <a:lvl1pPr>
              <a:defRPr sz="2100"/>
            </a:lvl1pPr>
          </a:lstStyle>
          <a:p>
            <a:r>
              <a:rPr lang="en-US" dirty="0"/>
              <a:t>Click to edit Master title style</a:t>
            </a:r>
          </a:p>
        </p:txBody>
      </p:sp>
      <p:sp>
        <p:nvSpPr>
          <p:cNvPr id="3" name="Vertical Text Placeholder 2"/>
          <p:cNvSpPr>
            <a:spLocks noGrp="1"/>
          </p:cNvSpPr>
          <p:nvPr>
            <p:ph type="body" orient="vert" idx="1"/>
          </p:nvPr>
        </p:nvSpPr>
        <p:spPr>
          <a:xfrm>
            <a:off x="768350" y="88106"/>
            <a:ext cx="5905500" cy="4410075"/>
          </a:xfrm>
        </p:spPr>
        <p:txBody>
          <a:bodyPr vert="eaVert"/>
          <a:lstStyle>
            <a:lvl1pPr>
              <a:defRPr sz="1275"/>
            </a:lvl1pPr>
            <a:lvl2pPr>
              <a:defRPr sz="1275"/>
            </a:lvl2pPr>
            <a:lvl3pPr>
              <a:defRPr sz="1275"/>
            </a:lvl3pPr>
            <a:lvl4pPr>
              <a:defRPr sz="1275"/>
            </a:lvl4pPr>
            <a:lvl5pPr>
              <a:defRPr sz="1275"/>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pPr>
              <a:defRPr/>
            </a:pPr>
            <a:fld id="{03875237-B0F8-4D27-B8AA-EA0E8F7832E5}" type="slidenum">
              <a:rPr lang="en-US" altLang="en-US" smtClean="0"/>
              <a:pPr>
                <a:defRPr/>
              </a:pPr>
              <a:t>‹#›</a:t>
            </a:fld>
            <a:endParaRPr lang="en-US" altLang="en-US"/>
          </a:p>
        </p:txBody>
      </p:sp>
    </p:spTree>
    <p:extLst>
      <p:ext uri="{BB962C8B-B14F-4D97-AF65-F5344CB8AC3E}">
        <p14:creationId xmlns:p14="http://schemas.microsoft.com/office/powerpoint/2010/main" val="34109458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88106"/>
            <a:ext cx="8077200" cy="457200"/>
          </a:xfrm>
        </p:spPr>
        <p:txBody>
          <a:bodyPr/>
          <a:lstStyle>
            <a:lvl1pPr>
              <a:defRPr sz="2100"/>
            </a:lvl1pPr>
          </a:lstStyle>
          <a:p>
            <a:r>
              <a:rPr lang="en-US"/>
              <a:t>Click to edit Master title style</a:t>
            </a:r>
          </a:p>
        </p:txBody>
      </p:sp>
      <p:sp>
        <p:nvSpPr>
          <p:cNvPr id="3" name="Text Placeholder 2"/>
          <p:cNvSpPr>
            <a:spLocks noGrp="1"/>
          </p:cNvSpPr>
          <p:nvPr>
            <p:ph type="body" sz="half" idx="1"/>
          </p:nvPr>
        </p:nvSpPr>
        <p:spPr>
          <a:xfrm>
            <a:off x="814389" y="820342"/>
            <a:ext cx="3754437" cy="3677840"/>
          </a:xfrm>
        </p:spPr>
        <p:txBody>
          <a:bodyPr/>
          <a:lstStyle>
            <a:lvl1pPr>
              <a:defRPr sz="1275"/>
            </a:lvl1pPr>
            <a:lvl2pPr>
              <a:defRPr sz="1275"/>
            </a:lvl2pPr>
            <a:lvl3pPr>
              <a:defRPr sz="1275"/>
            </a:lvl3pPr>
            <a:lvl4pPr>
              <a:defRPr sz="1275"/>
            </a:lvl4pPr>
            <a:lvl5pP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820342"/>
            <a:ext cx="3754438" cy="3677840"/>
          </a:xfrm>
        </p:spPr>
        <p:txBody>
          <a:bodyPr/>
          <a:lstStyle>
            <a:lvl1pPr>
              <a:defRPr sz="1275"/>
            </a:lvl1pPr>
            <a:lvl2pPr>
              <a:defRPr sz="1275"/>
            </a:lvl2pPr>
            <a:lvl3pPr>
              <a:defRPr sz="1275"/>
            </a:lvl3pPr>
            <a:lvl4pPr>
              <a:defRPr sz="1275"/>
            </a:lvl4pPr>
            <a:lvl5pPr>
              <a:defRPr sz="1275"/>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pPr>
              <a:defRPr/>
            </a:pPr>
            <a:fld id="{D13E6E76-F12E-4D1B-9B56-009C721BF777}" type="slidenum">
              <a:rPr lang="en-US" altLang="en-US" smtClean="0"/>
              <a:pPr>
                <a:defRPr/>
              </a:pPr>
              <a:t>‹#›</a:t>
            </a:fld>
            <a:endParaRPr lang="en-US" altLang="en-US"/>
          </a:p>
        </p:txBody>
      </p:sp>
    </p:spTree>
    <p:extLst>
      <p:ext uri="{BB962C8B-B14F-4D97-AF65-F5344CB8AC3E}">
        <p14:creationId xmlns:p14="http://schemas.microsoft.com/office/powerpoint/2010/main" val="36660145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a:t>
            </a:r>
            <a:r>
              <a:rPr lang="en-US" altLang="en-US" sz="900" b="1" dirty="0" err="1">
                <a:solidFill>
                  <a:srgbClr val="002060"/>
                </a:solidFill>
              </a:rPr>
              <a:t>Korth</a:t>
            </a:r>
            <a:r>
              <a:rPr lang="en-US" altLang="en-US" sz="900" b="1" dirty="0">
                <a:solidFill>
                  <a:srgbClr val="002060"/>
                </a:solidFill>
              </a:rPr>
              <a:t>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613378"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a:t>Click to edit Master title style</a:t>
            </a:r>
            <a:endParaRPr lang="en-US" dirty="0"/>
          </a:p>
        </p:txBody>
      </p:sp>
      <p:sp>
        <p:nvSpPr>
          <p:cNvPr id="7" name="Rectangle 4">
            <a:extLst>
              <a:ext uri="{FF2B5EF4-FFF2-40B4-BE49-F238E27FC236}">
                <a16:creationId xmlns:a16="http://schemas.microsoft.com/office/drawing/2014/main" id="{4053C40E-D8FC-4564-9F45-CF1A70873460}"/>
              </a:ext>
            </a:extLst>
          </p:cNvPr>
          <p:cNvSpPr>
            <a:spLocks noGrp="1" noChangeArrowheads="1"/>
          </p:cNvSpPr>
          <p:nvPr>
            <p:ph type="ftr" sz="quarter" idx="10"/>
          </p:nvPr>
        </p:nvSpPr>
        <p:spPr bwMode="auto">
          <a:xfrm>
            <a:off x="2862263" y="4335066"/>
            <a:ext cx="3448050" cy="3429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r>
              <a:rPr lang="en-US" dirty="0"/>
              <a:t>7</a:t>
            </a:r>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4663679"/>
            <a:ext cx="1905000" cy="342900"/>
          </a:xfrm>
        </p:spPr>
        <p:txBody>
          <a:bodyPr/>
          <a:lstStyle>
            <a:lvl1pPr>
              <a:defRPr smtClean="0">
                <a:solidFill>
                  <a:srgbClr val="578963"/>
                </a:solidFill>
              </a:defRPr>
            </a:lvl1pPr>
          </a:lstStyle>
          <a:p>
            <a:pPr>
              <a:defRPr/>
            </a:pPr>
            <a:fld id="{D13E6E76-F12E-4D1B-9B56-009C721BF777}" type="slidenum">
              <a:rPr lang="en-US" altLang="en-US" smtClean="0"/>
              <a:pPr>
                <a:defRPr/>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3520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3105581" y="4294585"/>
            <a:ext cx="2832827" cy="623248"/>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200" b="1" dirty="0">
                <a:solidFill>
                  <a:srgbClr val="002060"/>
                </a:solidFill>
              </a:rPr>
              <a:t>Database System Concepts, 7</a:t>
            </a:r>
            <a:r>
              <a:rPr lang="en-US" altLang="en-US" sz="1200" b="1" baseline="30000" dirty="0">
                <a:solidFill>
                  <a:srgbClr val="002060"/>
                </a:solidFill>
              </a:rPr>
              <a:t>th</a:t>
            </a:r>
            <a:r>
              <a:rPr lang="en-US" altLang="en-US" sz="1200" b="1" dirty="0">
                <a:solidFill>
                  <a:srgbClr val="002060"/>
                </a:solidFill>
              </a:rPr>
              <a:t> Ed</a:t>
            </a:r>
            <a:r>
              <a:rPr lang="en-US" altLang="en-US" sz="1200" dirty="0">
                <a:solidFill>
                  <a:srgbClr val="002060"/>
                </a:solidFill>
              </a:rPr>
              <a:t>.</a:t>
            </a:r>
          </a:p>
          <a:p>
            <a:pPr algn="ctr">
              <a:spcBef>
                <a:spcPct val="50000"/>
              </a:spcBef>
              <a:defRPr/>
            </a:pPr>
            <a:r>
              <a:rPr lang="en-US" altLang="en-US" sz="900" b="1" dirty="0">
                <a:solidFill>
                  <a:srgbClr val="002060"/>
                </a:solidFill>
              </a:rPr>
              <a:t>©Silberschatz, </a:t>
            </a:r>
            <a:r>
              <a:rPr lang="en-US" altLang="en-US" sz="900" b="1" dirty="0" err="1">
                <a:solidFill>
                  <a:srgbClr val="002060"/>
                </a:solidFill>
              </a:rPr>
              <a:t>Korth</a:t>
            </a:r>
            <a:r>
              <a:rPr lang="en-US" altLang="en-US" sz="900" b="1" dirty="0">
                <a:solidFill>
                  <a:srgbClr val="002060"/>
                </a:solidFill>
              </a:rPr>
              <a:t> and Sudarshan</a:t>
            </a:r>
            <a:br>
              <a:rPr lang="en-US" altLang="en-US" sz="900" b="1" dirty="0">
                <a:solidFill>
                  <a:srgbClr val="002060"/>
                </a:solidFill>
              </a:rPr>
            </a:br>
            <a:r>
              <a:rPr lang="en-US" altLang="en-US" sz="900" b="1" dirty="0">
                <a:solidFill>
                  <a:srgbClr val="002060"/>
                </a:solidFill>
              </a:rPr>
              <a:t>See </a:t>
            </a:r>
            <a:r>
              <a:rPr lang="en-US" altLang="en-US" sz="900" b="1" dirty="0">
                <a:solidFill>
                  <a:srgbClr val="002060"/>
                </a:solidFill>
                <a:hlinkClick r:id="rId2"/>
              </a:rPr>
              <a:t>www.db-book.com</a:t>
            </a:r>
            <a:r>
              <a:rPr lang="en-US" altLang="en-US" sz="900" b="1" dirty="0">
                <a:solidFill>
                  <a:srgbClr val="002060"/>
                </a:solidFill>
              </a:rPr>
              <a:t> for conditions on re-use </a:t>
            </a:r>
          </a:p>
        </p:txBody>
      </p:sp>
      <p:sp>
        <p:nvSpPr>
          <p:cNvPr id="487426" name="Rectangle 2"/>
          <p:cNvSpPr>
            <a:spLocks noGrp="1" noChangeArrowheads="1"/>
          </p:cNvSpPr>
          <p:nvPr>
            <p:ph type="ctrTitle"/>
          </p:nvPr>
        </p:nvSpPr>
        <p:spPr>
          <a:xfrm>
            <a:off x="685800" y="1714500"/>
            <a:ext cx="7772400" cy="857250"/>
          </a:xfrm>
        </p:spPr>
        <p:txBody>
          <a:bodyPr/>
          <a:lstStyle>
            <a:lvl1pPr>
              <a:defRPr>
                <a:solidFill>
                  <a:srgbClr val="002060"/>
                </a:solidFill>
              </a:defRPr>
            </a:lvl1pPr>
          </a:lstStyle>
          <a:p>
            <a:r>
              <a:rPr lang="en-US" dirty="0"/>
              <a:t>Click to edit Master title style</a:t>
            </a:r>
          </a:p>
        </p:txBody>
      </p:sp>
      <p:sp>
        <p:nvSpPr>
          <p:cNvPr id="7" name="Rectangle 4">
            <a:extLst>
              <a:ext uri="{FF2B5EF4-FFF2-40B4-BE49-F238E27FC236}">
                <a16:creationId xmlns:a16="http://schemas.microsoft.com/office/drawing/2014/main" id="{51BECEEC-3BC9-4D4E-99DA-2E5AA4578487}"/>
              </a:ext>
            </a:extLst>
          </p:cNvPr>
          <p:cNvSpPr>
            <a:spLocks noGrp="1" noChangeArrowheads="1"/>
          </p:cNvSpPr>
          <p:nvPr>
            <p:ph type="ftr" sz="quarter" idx="10"/>
          </p:nvPr>
        </p:nvSpPr>
        <p:spPr bwMode="auto">
          <a:xfrm>
            <a:off x="2862263" y="4335066"/>
            <a:ext cx="3448050" cy="3429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a:solidFill>
                  <a:srgbClr val="578963"/>
                </a:solidFill>
                <a:latin typeface="Times New Roman" charset="0"/>
                <a:ea typeface="+mn-ea"/>
                <a:cs typeface="+mn-cs"/>
              </a:defRPr>
            </a:lvl1pPr>
          </a:lstStyle>
          <a:p>
            <a:pPr>
              <a:defRPr/>
            </a:pP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4663679"/>
            <a:ext cx="1905000" cy="342900"/>
          </a:xfrm>
        </p:spPr>
        <p:txBody>
          <a:bodyPr/>
          <a:lstStyle>
            <a:lvl1pPr>
              <a:defRPr smtClean="0">
                <a:solidFill>
                  <a:srgbClr val="578963"/>
                </a:solidFill>
              </a:defRPr>
            </a:lvl1pPr>
          </a:lstStyle>
          <a:p>
            <a:pPr>
              <a:defRPr/>
            </a:pPr>
            <a:fld id="{441F42D0-7627-45E8-BCAB-6293FCFFA666}"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 y="9252"/>
            <a:ext cx="1331269" cy="127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39903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5.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10" Type="http://schemas.openxmlformats.org/officeDocument/2006/relationships/image" Target="../media/image1.emf"/><Relationship Id="rId4" Type="http://schemas.openxmlformats.org/officeDocument/2006/relationships/slideLayout" Target="../slideLayouts/slideLayout29.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9" Type="http://schemas.openxmlformats.org/officeDocument/2006/relationships/image" Target="../media/image1.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6" Type="http://schemas.openxmlformats.org/officeDocument/2006/relationships/image" Target="../media/image5.jpeg"/><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theme" Target="../theme/theme6.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12" name="Picture 10"/>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2" name="TextBox 10">
            <a:extLst>
              <a:ext uri="{FF2B5EF4-FFF2-40B4-BE49-F238E27FC236}">
                <a16:creationId xmlns:a16="http://schemas.microsoft.com/office/drawing/2014/main" id="{B0519AB2-0241-D247-FE20-786FA383E50D}"/>
              </a:ext>
            </a:extLst>
          </p:cNvPr>
          <p:cNvSpPr txBox="1">
            <a:spLocks noChangeArrowheads="1"/>
          </p:cNvSpPr>
          <p:nvPr userDrawn="1"/>
        </p:nvSpPr>
        <p:spPr bwMode="auto">
          <a:xfrm>
            <a:off x="0" y="4743390"/>
            <a:ext cx="9144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ct val="100000"/>
              </a:lnSpc>
            </a:pPr>
            <a:r>
              <a:rPr lang="en-US" altLang="en-US" sz="1000" i="1" dirty="0">
                <a:solidFill>
                  <a:schemeClr val="bg1"/>
                </a:solidFill>
              </a:rPr>
              <a:t>W4111-2026-01-Lecture-08-Module-II-NoSQL-2-v1			© Donald F. Ferguson, 2026</a:t>
            </a:r>
          </a:p>
          <a:p>
            <a:pPr>
              <a:lnSpc>
                <a:spcPct val="100000"/>
              </a:lnSpc>
            </a:pPr>
            <a:fld id="{B4ABCADE-86A0-3448-9199-FF03A1F66E3F}" type="slidenum">
              <a:rPr lang="en-US" altLang="en-US" sz="1000" i="1" smtClean="0">
                <a:solidFill>
                  <a:schemeClr val="bg1"/>
                </a:solidFill>
              </a:rPr>
              <a:t>‹#›</a:t>
            </a:fld>
            <a:endParaRPr lang="en-US" altLang="en-US" sz="1000" i="1" dirty="0">
              <a:solidFill>
                <a:schemeClr val="bg1"/>
              </a:solidFill>
            </a:endParaRPr>
          </a:p>
        </p:txBody>
      </p:sp>
    </p:spTree>
  </p:cSld>
  <p:clrMap bg1="lt1" tx1="dk1" bg2="lt2" tx2="dk2" accent1="accent1" accent2="accent2" accent3="accent3" accent4="accent4" accent5="accent5" accent6="accent6" hlink="hlink" folHlink="folHlink"/>
  <p:sldLayoutIdLst>
    <p:sldLayoutId id="2147493469" r:id="rId1"/>
    <p:sldLayoutId id="2147493474" r:id="rId2"/>
    <p:sldLayoutId id="2147493586" r:id="rId3"/>
    <p:sldLayoutId id="2147493608" r:id="rId4"/>
    <p:sldLayoutId id="2147493607" r:id="rId5"/>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006894" y="840656"/>
            <a:ext cx="6723000" cy="17613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000D74"/>
              </a:buClr>
              <a:buSzPts val="3600"/>
              <a:buFont typeface="Inter Light"/>
              <a:buNone/>
              <a:defRPr sz="3600" i="0" u="none" strike="noStrike" cap="none">
                <a:solidFill>
                  <a:srgbClr val="000D74"/>
                </a:solidFill>
                <a:latin typeface="Inter Light"/>
                <a:ea typeface="Inter Light"/>
                <a:cs typeface="Inter Light"/>
                <a:sym typeface="Inter Light"/>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140692" y="1452281"/>
            <a:ext cx="6034050" cy="339300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Inter Light"/>
              <a:buChar char="•"/>
              <a:defRPr sz="1600" i="0" u="none" strike="noStrike" cap="none">
                <a:solidFill>
                  <a:schemeClr val="dk1"/>
                </a:solidFill>
                <a:latin typeface="Inter Light"/>
                <a:ea typeface="Inter Light"/>
                <a:cs typeface="Inter Light"/>
                <a:sym typeface="Inter Light"/>
              </a:defRPr>
            </a:lvl1pPr>
            <a:lvl2pPr marL="914400" marR="0" lvl="1" indent="-317500" algn="l" rtl="0">
              <a:lnSpc>
                <a:spcPct val="90000"/>
              </a:lnSpc>
              <a:spcBef>
                <a:spcPts val="500"/>
              </a:spcBef>
              <a:spcAft>
                <a:spcPts val="0"/>
              </a:spcAft>
              <a:buClr>
                <a:schemeClr val="dk1"/>
              </a:buClr>
              <a:buSzPts val="1400"/>
              <a:buFont typeface="Inter Light"/>
              <a:buChar char="o"/>
              <a:defRPr i="0" u="none" strike="noStrike" cap="none">
                <a:solidFill>
                  <a:schemeClr val="dk1"/>
                </a:solidFill>
                <a:latin typeface="Inter Light"/>
                <a:ea typeface="Inter Light"/>
                <a:cs typeface="Inter Light"/>
                <a:sym typeface="Inter Light"/>
              </a:defRPr>
            </a:lvl2pPr>
            <a:lvl3pPr marL="1371600" marR="0" lvl="2" indent="-304800" algn="l" rtl="0">
              <a:lnSpc>
                <a:spcPct val="90000"/>
              </a:lnSpc>
              <a:spcBef>
                <a:spcPts val="500"/>
              </a:spcBef>
              <a:spcAft>
                <a:spcPts val="0"/>
              </a:spcAft>
              <a:buClr>
                <a:schemeClr val="dk1"/>
              </a:buClr>
              <a:buSzPts val="1200"/>
              <a:buFont typeface="Inter Light"/>
              <a:buChar char="—"/>
              <a:defRPr sz="1200" i="0" u="none" strike="noStrike" cap="none">
                <a:solidFill>
                  <a:schemeClr val="dk1"/>
                </a:solidFill>
                <a:latin typeface="Inter Light"/>
                <a:ea typeface="Inter Light"/>
                <a:cs typeface="Inter Light"/>
                <a:sym typeface="Inter Light"/>
              </a:defRPr>
            </a:lvl3pPr>
            <a:lvl4pPr marL="1828800" marR="0" lvl="3" indent="-292100" algn="l" rtl="0">
              <a:lnSpc>
                <a:spcPct val="90000"/>
              </a:lnSpc>
              <a:spcBef>
                <a:spcPts val="500"/>
              </a:spcBef>
              <a:spcAft>
                <a:spcPts val="0"/>
              </a:spcAft>
              <a:buClr>
                <a:schemeClr val="dk1"/>
              </a:buClr>
              <a:buSzPts val="1000"/>
              <a:buFont typeface="Inter Light"/>
              <a:buChar char="•"/>
              <a:defRPr sz="1000" i="0" u="none" strike="noStrike" cap="none">
                <a:solidFill>
                  <a:schemeClr val="dk1"/>
                </a:solidFill>
                <a:latin typeface="Inter Light"/>
                <a:ea typeface="Inter Light"/>
                <a:cs typeface="Inter Light"/>
                <a:sym typeface="Inter Light"/>
              </a:defRPr>
            </a:lvl4pPr>
            <a:lvl5pPr marL="2286000" marR="0" lvl="4" indent="-292100" algn="l" rtl="0">
              <a:lnSpc>
                <a:spcPct val="90000"/>
              </a:lnSpc>
              <a:spcBef>
                <a:spcPts val="500"/>
              </a:spcBef>
              <a:spcAft>
                <a:spcPts val="0"/>
              </a:spcAft>
              <a:buClr>
                <a:schemeClr val="dk1"/>
              </a:buClr>
              <a:buSzPts val="1000"/>
              <a:buFont typeface="Inter Light"/>
              <a:buChar char="•"/>
              <a:defRPr sz="1000" i="0" u="none" strike="noStrike" cap="none">
                <a:solidFill>
                  <a:schemeClr val="dk1"/>
                </a:solidFill>
                <a:latin typeface="Inter Light"/>
                <a:ea typeface="Inter Light"/>
                <a:cs typeface="Inter Light"/>
                <a:sym typeface="Inter Light"/>
              </a:defRPr>
            </a:lvl5pPr>
            <a:lvl6pPr marL="2743200" marR="0" lvl="5" indent="-330200" algn="l" rtl="0">
              <a:lnSpc>
                <a:spcPct val="90000"/>
              </a:lnSpc>
              <a:spcBef>
                <a:spcPts val="500"/>
              </a:spcBef>
              <a:spcAft>
                <a:spcPts val="0"/>
              </a:spcAft>
              <a:buClr>
                <a:schemeClr val="dk1"/>
              </a:buClr>
              <a:buSzPts val="1600"/>
              <a:buFont typeface="Inter Light"/>
              <a:buChar char="•"/>
              <a:defRPr sz="1600" i="0" u="none" strike="noStrike" cap="none">
                <a:solidFill>
                  <a:schemeClr val="dk1"/>
                </a:solidFill>
                <a:latin typeface="Inter Light"/>
                <a:ea typeface="Inter Light"/>
                <a:cs typeface="Inter Light"/>
                <a:sym typeface="Inter Light"/>
              </a:defRPr>
            </a:lvl6pPr>
            <a:lvl7pPr marL="3200400" marR="0" lvl="6" indent="-330200" algn="l" rtl="0">
              <a:lnSpc>
                <a:spcPct val="90000"/>
              </a:lnSpc>
              <a:spcBef>
                <a:spcPts val="500"/>
              </a:spcBef>
              <a:spcAft>
                <a:spcPts val="0"/>
              </a:spcAft>
              <a:buClr>
                <a:schemeClr val="dk1"/>
              </a:buClr>
              <a:buSzPts val="1600"/>
              <a:buFont typeface="Inter Light"/>
              <a:buChar char="•"/>
              <a:defRPr sz="1600" i="0" u="none" strike="noStrike" cap="none">
                <a:solidFill>
                  <a:schemeClr val="dk1"/>
                </a:solidFill>
                <a:latin typeface="Inter Light"/>
                <a:ea typeface="Inter Light"/>
                <a:cs typeface="Inter Light"/>
                <a:sym typeface="Inter Light"/>
              </a:defRPr>
            </a:lvl7pPr>
            <a:lvl8pPr marL="3657600" marR="0" lvl="7" indent="-330200" algn="l" rtl="0">
              <a:lnSpc>
                <a:spcPct val="90000"/>
              </a:lnSpc>
              <a:spcBef>
                <a:spcPts val="500"/>
              </a:spcBef>
              <a:spcAft>
                <a:spcPts val="0"/>
              </a:spcAft>
              <a:buClr>
                <a:schemeClr val="dk1"/>
              </a:buClr>
              <a:buSzPts val="1600"/>
              <a:buFont typeface="Inter Light"/>
              <a:buChar char="•"/>
              <a:defRPr sz="1600" i="0" u="none" strike="noStrike" cap="none">
                <a:solidFill>
                  <a:schemeClr val="dk1"/>
                </a:solidFill>
                <a:latin typeface="Inter Light"/>
                <a:ea typeface="Inter Light"/>
                <a:cs typeface="Inter Light"/>
                <a:sym typeface="Inter Light"/>
              </a:defRPr>
            </a:lvl8pPr>
            <a:lvl9pPr marL="4114800" marR="0" lvl="8" indent="-330200" algn="l" rtl="0">
              <a:lnSpc>
                <a:spcPct val="90000"/>
              </a:lnSpc>
              <a:spcBef>
                <a:spcPts val="500"/>
              </a:spcBef>
              <a:spcAft>
                <a:spcPts val="0"/>
              </a:spcAft>
              <a:buClr>
                <a:schemeClr val="dk1"/>
              </a:buClr>
              <a:buSzPts val="1600"/>
              <a:buFont typeface="Inter Light"/>
              <a:buChar char="•"/>
              <a:defRPr sz="1600" i="0" u="none" strike="noStrike" cap="none">
                <a:solidFill>
                  <a:schemeClr val="dk1"/>
                </a:solidFill>
                <a:latin typeface="Inter Light"/>
                <a:ea typeface="Inter Light"/>
                <a:cs typeface="Inter Light"/>
                <a:sym typeface="Inter Light"/>
              </a:defRPr>
            </a:lvl9pPr>
          </a:lstStyle>
          <a:p>
            <a:endParaRPr/>
          </a:p>
        </p:txBody>
      </p:sp>
      <p:sp>
        <p:nvSpPr>
          <p:cNvPr id="12" name="Google Shape;12;p1"/>
          <p:cNvSpPr/>
          <p:nvPr/>
        </p:nvSpPr>
        <p:spPr>
          <a:xfrm>
            <a:off x="0" y="4738069"/>
            <a:ext cx="9144000" cy="409275"/>
          </a:xfrm>
          <a:prstGeom prst="rect">
            <a:avLst/>
          </a:prstGeom>
          <a:solidFill>
            <a:srgbClr val="B9D8EB"/>
          </a:solidFill>
          <a:ln>
            <a:noFill/>
          </a:ln>
        </p:spPr>
        <p:txBody>
          <a:bodyPr spcFirstLastPara="1" wrap="square" lIns="68569" tIns="68569" rIns="68569" bIns="68569" anchor="ctr" anchorCtr="0">
            <a:noAutofit/>
          </a:bodyPr>
          <a:lstStyle/>
          <a:p>
            <a:pPr marL="0" lvl="0" indent="0" algn="l" rtl="0">
              <a:spcBef>
                <a:spcPts val="0"/>
              </a:spcBef>
              <a:spcAft>
                <a:spcPts val="0"/>
              </a:spcAft>
              <a:buNone/>
            </a:pPr>
            <a:endParaRPr/>
          </a:p>
        </p:txBody>
      </p:sp>
      <p:pic>
        <p:nvPicPr>
          <p:cNvPr id="13" name="Google Shape;13;p1"/>
          <p:cNvPicPr preferRelativeResize="0"/>
          <p:nvPr/>
        </p:nvPicPr>
        <p:blipFill>
          <a:blip r:embed="rId9">
            <a:alphaModFix/>
          </a:blip>
          <a:stretch>
            <a:fillRect/>
          </a:stretch>
        </p:blipFill>
        <p:spPr>
          <a:xfrm>
            <a:off x="377569" y="4389764"/>
            <a:ext cx="2796111" cy="1105875"/>
          </a:xfrm>
          <a:prstGeom prst="rect">
            <a:avLst/>
          </a:prstGeom>
          <a:noFill/>
          <a:ln>
            <a:noFill/>
          </a:ln>
        </p:spPr>
      </p:pic>
      <p:sp>
        <p:nvSpPr>
          <p:cNvPr id="14" name="Google Shape;14;p1"/>
          <p:cNvSpPr txBox="1">
            <a:spLocks noGrp="1"/>
          </p:cNvSpPr>
          <p:nvPr>
            <p:ph type="title" idx="2"/>
          </p:nvPr>
        </p:nvSpPr>
        <p:spPr>
          <a:xfrm>
            <a:off x="629175" y="0"/>
            <a:ext cx="8514900" cy="68895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None/>
              <a:defRPr sz="3000">
                <a:latin typeface="Inter ExtraLight"/>
                <a:ea typeface="Inter ExtraLight"/>
                <a:cs typeface="Inter ExtraLight"/>
                <a:sym typeface="Inter ExtraLight"/>
              </a:defRPr>
            </a:lvl1pPr>
            <a:lvl2pPr lvl="1" algn="l" rtl="0">
              <a:spcBef>
                <a:spcPts val="0"/>
              </a:spcBef>
              <a:spcAft>
                <a:spcPts val="0"/>
              </a:spcAft>
              <a:buNone/>
              <a:defRPr sz="3000"/>
            </a:lvl2pPr>
            <a:lvl3pPr lvl="2" algn="l" rtl="0">
              <a:spcBef>
                <a:spcPts val="0"/>
              </a:spcBef>
              <a:spcAft>
                <a:spcPts val="0"/>
              </a:spcAft>
              <a:buNone/>
              <a:defRPr sz="3000"/>
            </a:lvl3pPr>
            <a:lvl4pPr lvl="3" algn="l" rtl="0">
              <a:spcBef>
                <a:spcPts val="0"/>
              </a:spcBef>
              <a:spcAft>
                <a:spcPts val="0"/>
              </a:spcAft>
              <a:buNone/>
              <a:defRPr sz="3000"/>
            </a:lvl4pPr>
            <a:lvl5pPr lvl="4" algn="l" rtl="0">
              <a:spcBef>
                <a:spcPts val="0"/>
              </a:spcBef>
              <a:spcAft>
                <a:spcPts val="0"/>
              </a:spcAft>
              <a:buNone/>
              <a:defRPr sz="3000"/>
            </a:lvl5pPr>
            <a:lvl6pPr lvl="5" algn="l" rtl="0">
              <a:spcBef>
                <a:spcPts val="0"/>
              </a:spcBef>
              <a:spcAft>
                <a:spcPts val="0"/>
              </a:spcAft>
              <a:buNone/>
              <a:defRPr sz="3000"/>
            </a:lvl6pPr>
            <a:lvl7pPr lvl="6" algn="l" rtl="0">
              <a:spcBef>
                <a:spcPts val="0"/>
              </a:spcBef>
              <a:spcAft>
                <a:spcPts val="0"/>
              </a:spcAft>
              <a:buNone/>
              <a:defRPr sz="3000"/>
            </a:lvl7pPr>
            <a:lvl8pPr lvl="7" algn="l" rtl="0">
              <a:spcBef>
                <a:spcPts val="0"/>
              </a:spcBef>
              <a:spcAft>
                <a:spcPts val="0"/>
              </a:spcAft>
              <a:buNone/>
              <a:defRPr sz="3000"/>
            </a:lvl8pPr>
            <a:lvl9pPr lvl="8" algn="l" rtl="0">
              <a:spcBef>
                <a:spcPts val="0"/>
              </a:spcBef>
              <a:spcAft>
                <a:spcPts val="0"/>
              </a:spcAft>
              <a:buNone/>
              <a:defRPr sz="3000"/>
            </a:lvl9pPr>
          </a:lstStyle>
          <a:p>
            <a:endParaRPr/>
          </a:p>
        </p:txBody>
      </p:sp>
      <p:sp>
        <p:nvSpPr>
          <p:cNvPr id="2" name="TextBox 10">
            <a:extLst>
              <a:ext uri="{FF2B5EF4-FFF2-40B4-BE49-F238E27FC236}">
                <a16:creationId xmlns:a16="http://schemas.microsoft.com/office/drawing/2014/main" id="{BA5C62DE-4E20-9D73-4CCA-899C3436B52D}"/>
              </a:ext>
            </a:extLst>
          </p:cNvPr>
          <p:cNvSpPr txBox="1">
            <a:spLocks noChangeArrowheads="1"/>
          </p:cNvSpPr>
          <p:nvPr userDrawn="1"/>
        </p:nvSpPr>
        <p:spPr bwMode="auto">
          <a:xfrm>
            <a:off x="3429000" y="4743390"/>
            <a:ext cx="5715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ct val="100000"/>
              </a:lnSpc>
            </a:pPr>
            <a:r>
              <a:rPr lang="en-US" altLang="en-US" sz="900" b="1" i="1" dirty="0">
                <a:solidFill>
                  <a:schemeClr val="accent1">
                    <a:lumMod val="90000"/>
                    <a:lumOff val="10000"/>
                  </a:schemeClr>
                </a:solidFill>
              </a:rPr>
              <a:t>© Donald F. Ferguson, 2025 </a:t>
            </a:r>
            <a:br>
              <a:rPr lang="en-US" altLang="en-US" sz="900" b="1" i="1" dirty="0">
                <a:solidFill>
                  <a:schemeClr val="accent1">
                    <a:lumMod val="90000"/>
                    <a:lumOff val="10000"/>
                  </a:schemeClr>
                </a:solidFill>
              </a:rPr>
            </a:br>
            <a:r>
              <a:rPr lang="en-US" altLang="en-US" sz="900" b="1" i="1" dirty="0">
                <a:solidFill>
                  <a:schemeClr val="accent1">
                    <a:lumMod val="90000"/>
                    <a:lumOff val="10000"/>
                  </a:schemeClr>
                </a:solidFill>
              </a:rPr>
              <a:t>COMSW4111_002_2025_1 - INTRODUCTION TO DATABASES					</a:t>
            </a:r>
            <a:fld id="{B4ABCADE-86A0-3448-9199-FF03A1F66E3F}" type="slidenum">
              <a:rPr lang="en-US" altLang="en-US" sz="900" b="1" i="1" smtClean="0">
                <a:solidFill>
                  <a:schemeClr val="accent1">
                    <a:lumMod val="90000"/>
                    <a:lumOff val="10000"/>
                  </a:schemeClr>
                </a:solidFill>
              </a:rPr>
              <a:t>‹#›</a:t>
            </a:fld>
            <a:endParaRPr lang="en-US" altLang="en-US" sz="900" b="1" i="1" dirty="0">
              <a:solidFill>
                <a:schemeClr val="accent1">
                  <a:lumMod val="90000"/>
                  <a:lumOff val="10000"/>
                </a:schemeClr>
              </a:solidFill>
            </a:endParaRPr>
          </a:p>
        </p:txBody>
      </p:sp>
    </p:spTree>
    <p:extLst>
      <p:ext uri="{BB962C8B-B14F-4D97-AF65-F5344CB8AC3E}">
        <p14:creationId xmlns:p14="http://schemas.microsoft.com/office/powerpoint/2010/main" val="752994046"/>
      </p:ext>
    </p:extLst>
  </p:cSld>
  <p:clrMap bg1="lt1" tx1="dk1" bg2="dk2" tx2="lt2" accent1="accent1" accent2="accent2" accent3="accent3" accent4="accent4" accent5="accent5" accent6="accent6" hlink="hlink" folHlink="folHlink"/>
  <p:sldLayoutIdLst>
    <p:sldLayoutId id="2147493588" r:id="rId1"/>
    <p:sldLayoutId id="2147493589" r:id="rId2"/>
    <p:sldLayoutId id="2147493594" r:id="rId3"/>
    <p:sldLayoutId id="2147493604" r:id="rId4"/>
    <p:sldLayoutId id="2147493605" r:id="rId5"/>
    <p:sldLayoutId id="2147493609" r:id="rId6"/>
    <p:sldLayoutId id="2147493606"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48A0A33-DAF4-4E01-9EFC-4F1B17F7A3F0}"/>
              </a:ext>
            </a:extLst>
          </p:cNvPr>
          <p:cNvSpPr>
            <a:spLocks noGrp="1" noChangeArrowheads="1"/>
          </p:cNvSpPr>
          <p:nvPr>
            <p:ph type="body" idx="1"/>
          </p:nvPr>
        </p:nvSpPr>
        <p:spPr bwMode="auto">
          <a:xfrm>
            <a:off x="814388" y="820342"/>
            <a:ext cx="7661275" cy="367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4800600"/>
            <a:ext cx="19050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050">
                <a:solidFill>
                  <a:schemeClr val="bg2"/>
                </a:solidFill>
                <a:latin typeface="Times New Roman" panose="02020603050405020304" pitchFamily="18" charset="0"/>
              </a:defRPr>
            </a:lvl1pPr>
          </a:lstStyle>
          <a:p>
            <a:pPr>
              <a:defRPr/>
            </a:pPr>
            <a:fld id="{059FFB63-CDCC-491F-AF2C-DD10F7602377}" type="slidenum">
              <a:rPr lang="en-US" altLang="en-US"/>
              <a:pPr>
                <a:defRPr/>
              </a:pPr>
              <a:t>‹#›</a:t>
            </a:fld>
            <a:endParaRPr lang="en-US" altLang="en-US"/>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7025878" y="4960144"/>
            <a:ext cx="1854995"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p:nvSpPr>
        <p:spPr bwMode="auto">
          <a:xfrm>
            <a:off x="4486396" y="4960144"/>
            <a:ext cx="434734" cy="207749"/>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13.</a:t>
            </a:r>
            <a:fld id="{465E19B2-DA7E-4A4D-A955-3117C9F14C62}" type="slidenum">
              <a:rPr lang="en-US" altLang="en-US" sz="750" b="1" smtClean="0">
                <a:solidFill>
                  <a:srgbClr val="002060"/>
                </a:solidFill>
              </a:rPr>
              <a:pPr algn="ctr">
                <a:spcBef>
                  <a:spcPct val="50000"/>
                </a:spcBef>
                <a:defRPr/>
              </a:pPr>
              <a:t>‹#›</a:t>
            </a:fld>
            <a:endParaRPr lang="en-US" altLang="en-US" sz="75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88106"/>
            <a:ext cx="80772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4960144"/>
            <a:ext cx="1996059"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750" b="1" dirty="0">
                <a:solidFill>
                  <a:srgbClr val="002060"/>
                </a:solidFill>
              </a:rPr>
              <a:t>Database System Concepts - 7</a:t>
            </a:r>
            <a:r>
              <a:rPr lang="en-US" sz="750" b="1" baseline="30000" dirty="0">
                <a:solidFill>
                  <a:srgbClr val="002060"/>
                </a:solidFill>
              </a:rPr>
              <a:t>th</a:t>
            </a:r>
            <a:r>
              <a:rPr lang="en-US" sz="750" b="1" dirty="0">
                <a:solidFill>
                  <a:srgbClr val="002060"/>
                </a:solidFill>
              </a:rPr>
              <a:t> Edition</a:t>
            </a:r>
          </a:p>
        </p:txBody>
      </p:sp>
      <p:sp>
        <p:nvSpPr>
          <p:cNvPr id="1032" name="Freeform 8">
            <a:extLst>
              <a:ext uri="{FF2B5EF4-FFF2-40B4-BE49-F238E27FC236}">
                <a16:creationId xmlns:a16="http://schemas.microsoft.com/office/drawing/2014/main" id="{70B0BAF4-3624-4F5B-83AF-93EB8F0247B6}"/>
              </a:ext>
            </a:extLst>
          </p:cNvPr>
          <p:cNvSpPr>
            <a:spLocks/>
          </p:cNvSpPr>
          <p:nvPr/>
        </p:nvSpPr>
        <p:spPr bwMode="auto">
          <a:xfrm>
            <a:off x="8916988" y="4083844"/>
            <a:ext cx="227012" cy="35719"/>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9" descr="Cover-6Ed"/>
          <p:cNvPicPr>
            <a:picLocks noChangeAspect="1" noChangeArrowheads="1"/>
          </p:cNvPicPr>
          <p:nvPr userDrawn="1"/>
        </p:nvPicPr>
        <p:blipFill>
          <a:blip r:embed="rId15"/>
          <a:stretch>
            <a:fillRect/>
          </a:stretch>
        </p:blipFill>
        <p:spPr bwMode="auto">
          <a:xfrm>
            <a:off x="-5777" y="6235"/>
            <a:ext cx="799066" cy="7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9768370"/>
      </p:ext>
    </p:extLst>
  </p:cSld>
  <p:clrMap bg1="lt1" tx1="dk1" bg2="lt2" tx2="dk2" accent1="accent1" accent2="accent2" accent3="accent3" accent4="accent4" accent5="accent5" accent6="accent6" hlink="hlink" folHlink="folHlink"/>
  <p:sldLayoutIdLst>
    <p:sldLayoutId id="2147493619" r:id="rId1"/>
    <p:sldLayoutId id="2147493620" r:id="rId2"/>
    <p:sldLayoutId id="2147493621" r:id="rId3"/>
    <p:sldLayoutId id="2147493622" r:id="rId4"/>
    <p:sldLayoutId id="2147493623" r:id="rId5"/>
    <p:sldLayoutId id="2147493624" r:id="rId6"/>
    <p:sldLayoutId id="2147493625" r:id="rId7"/>
    <p:sldLayoutId id="2147493626" r:id="rId8"/>
    <p:sldLayoutId id="2147493627" r:id="rId9"/>
    <p:sldLayoutId id="2147493628" r:id="rId10"/>
    <p:sldLayoutId id="2147493629" r:id="rId11"/>
    <p:sldLayoutId id="2147493630" r:id="rId12"/>
    <p:sldLayoutId id="2147493631" r:id="rId13"/>
  </p:sldLayoutIdLst>
  <p:txStyles>
    <p:titleStyle>
      <a:lvl1pPr algn="ctr" rtl="0" eaLnBrk="0" fontAlgn="base" hangingPunct="0">
        <a:spcBef>
          <a:spcPct val="0"/>
        </a:spcBef>
        <a:spcAft>
          <a:spcPct val="0"/>
        </a:spcAft>
        <a:defRPr kumimoji="1" sz="21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3429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6pPr>
      <a:lvl7pPr marL="6858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7pPr>
      <a:lvl8pPr marL="10287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8pPr>
      <a:lvl9pPr marL="1371600" algn="ctr" rtl="0" eaLnBrk="0" fontAlgn="base" hangingPunct="0">
        <a:spcBef>
          <a:spcPct val="0"/>
        </a:spcBef>
        <a:spcAft>
          <a:spcPct val="0"/>
        </a:spcAft>
        <a:defRPr kumimoji="1" sz="2400" b="1">
          <a:solidFill>
            <a:schemeClr val="tx2"/>
          </a:solidFill>
          <a:effectLst>
            <a:outerShdw blurRad="38100" dist="38100" dir="2700000" algn="tl">
              <a:srgbClr val="DDDDDD"/>
            </a:outerShdw>
          </a:effectLst>
          <a:latin typeface="Helvetica" charset="0"/>
        </a:defRPr>
      </a:lvl9pPr>
    </p:titleStyle>
    <p:bodyStyle>
      <a:lvl1pPr marL="257175" indent="-257175" algn="l" rtl="0" eaLnBrk="0" fontAlgn="base" hangingPunct="0">
        <a:spcBef>
          <a:spcPct val="35000"/>
        </a:spcBef>
        <a:spcAft>
          <a:spcPct val="0"/>
        </a:spcAft>
        <a:buClr>
          <a:srgbClr val="002060"/>
        </a:buClr>
        <a:buSzPct val="100000"/>
        <a:buFont typeface="Monotype Sorts" pitchFamily="-65" charset="2"/>
        <a:buChar char="n"/>
        <a:defRPr kumimoji="1" sz="1275">
          <a:solidFill>
            <a:schemeClr val="tx1"/>
          </a:solidFill>
          <a:latin typeface="+mn-lt"/>
          <a:ea typeface="MS PGothic" panose="020B0600070205080204" pitchFamily="34" charset="-128"/>
          <a:cs typeface="ＭＳ Ｐゴシック" charset="0"/>
        </a:defRPr>
      </a:lvl1pPr>
      <a:lvl2pPr marL="557213" indent="-214313" algn="l" rtl="0" eaLnBrk="0" fontAlgn="base" hangingPunct="0">
        <a:spcBef>
          <a:spcPct val="35000"/>
        </a:spcBef>
        <a:spcAft>
          <a:spcPct val="0"/>
        </a:spcAft>
        <a:buClr>
          <a:schemeClr val="folHlink"/>
        </a:buClr>
        <a:buSzPct val="90000"/>
        <a:buFont typeface="Monotype Sorts" pitchFamily="-65" charset="2"/>
        <a:buChar char="l"/>
        <a:defRPr kumimoji="1" sz="1275">
          <a:solidFill>
            <a:schemeClr val="tx1"/>
          </a:solidFill>
          <a:latin typeface="+mn-lt"/>
          <a:ea typeface="MS PGothic" panose="020B0600070205080204" pitchFamily="34" charset="-128"/>
        </a:defRPr>
      </a:lvl2pPr>
      <a:lvl3pPr marL="814388" indent="-171450" algn="l" rtl="0" eaLnBrk="0" fontAlgn="base" hangingPunct="0">
        <a:spcBef>
          <a:spcPct val="35000"/>
        </a:spcBef>
        <a:spcAft>
          <a:spcPct val="0"/>
        </a:spcAft>
        <a:buClr>
          <a:srgbClr val="33CC33"/>
        </a:buClr>
        <a:buSzPct val="85000"/>
        <a:buFont typeface="Webdings" panose="05030102010509060703" pitchFamily="18" charset="2"/>
        <a:buChar char="4"/>
        <a:defRPr kumimoji="1" sz="1275">
          <a:solidFill>
            <a:schemeClr val="tx1"/>
          </a:solidFill>
          <a:latin typeface="+mn-lt"/>
          <a:ea typeface="MS PGothic" panose="020B0600070205080204" pitchFamily="34" charset="-128"/>
        </a:defRPr>
      </a:lvl3pPr>
      <a:lvl4pPr marL="1071563" indent="-171450" algn="l" rtl="0" eaLnBrk="0" fontAlgn="base" hangingPunct="0">
        <a:spcBef>
          <a:spcPct val="35000"/>
        </a:spcBef>
        <a:spcAft>
          <a:spcPct val="0"/>
        </a:spcAft>
        <a:buClr>
          <a:schemeClr val="hlink"/>
        </a:buClr>
        <a:buFont typeface="Times New Roman" panose="02020603050405020304" pitchFamily="18" charset="0"/>
        <a:buChar char="–"/>
        <a:defRPr kumimoji="1" sz="1275">
          <a:solidFill>
            <a:schemeClr val="tx1"/>
          </a:solidFill>
          <a:latin typeface="+mn-lt"/>
          <a:ea typeface="MS PGothic" panose="020B0600070205080204" pitchFamily="34" charset="-128"/>
        </a:defRPr>
      </a:lvl4pPr>
      <a:lvl5pPr marL="1328738" indent="-171450" algn="l" rtl="0" eaLnBrk="0" fontAlgn="base" hangingPunct="0">
        <a:spcBef>
          <a:spcPct val="35000"/>
        </a:spcBef>
        <a:spcAft>
          <a:spcPct val="0"/>
        </a:spcAft>
        <a:buClr>
          <a:schemeClr val="tx2"/>
        </a:buClr>
        <a:buSzPct val="75000"/>
        <a:buChar char="»"/>
        <a:defRPr kumimoji="1" sz="1275">
          <a:solidFill>
            <a:schemeClr val="tx1"/>
          </a:solidFill>
          <a:latin typeface="+mn-lt"/>
          <a:ea typeface="MS PGothic" panose="020B0600070205080204" pitchFamily="34" charset="-128"/>
        </a:defRPr>
      </a:lvl5pPr>
      <a:lvl6pPr marL="16716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0145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23574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2700338" indent="-17145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255588" y="4695825"/>
            <a:ext cx="67818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indent="0" algn="l" defTabSz="457200" rtl="0" eaLnBrk="1" fontAlgn="base" latinLnBrk="0" hangingPunct="1">
              <a:lnSpc>
                <a:spcPct val="100000"/>
              </a:lnSpc>
              <a:spcBef>
                <a:spcPct val="0"/>
              </a:spcBef>
              <a:spcAft>
                <a:spcPct val="0"/>
              </a:spcAft>
              <a:buClrTx/>
              <a:buSzTx/>
              <a:buFontTx/>
              <a:buNone/>
              <a:tabLst/>
              <a:defRPr/>
            </a:pPr>
            <a:fld id="{0EE15EB3-3077-C740-8089-CCA1B2033312}" type="slidenum">
              <a:rPr lang="en-US" altLang="en-US" sz="1050" b="1">
                <a:solidFill>
                  <a:schemeClr val="bg1"/>
                </a:solidFill>
              </a:rPr>
              <a:pPr marL="0" marR="0" indent="0" algn="l" defTabSz="457200" rtl="0" eaLnBrk="1" fontAlgn="base" latinLnBrk="0" hangingPunct="1">
                <a:lnSpc>
                  <a:spcPct val="100000"/>
                </a:lnSpc>
                <a:spcBef>
                  <a:spcPct val="0"/>
                </a:spcBef>
                <a:spcAft>
                  <a:spcPct val="0"/>
                </a:spcAft>
                <a:buClrTx/>
                <a:buSzTx/>
                <a:buFontTx/>
                <a:buNone/>
                <a:tabLst/>
                <a:defRPr/>
              </a:pPr>
              <a:t>‹#›</a:t>
            </a:fld>
            <a:r>
              <a:rPr lang="en-US" altLang="en-US" sz="1050" b="1" dirty="0">
                <a:solidFill>
                  <a:schemeClr val="bg1"/>
                </a:solidFill>
              </a:rPr>
              <a:t> </a:t>
            </a:r>
            <a:r>
              <a:rPr lang="en-US" altLang="en-US" sz="1050" dirty="0">
                <a:solidFill>
                  <a:schemeClr val="bg1"/>
                </a:solidFill>
              </a:rPr>
              <a:t>|</a:t>
            </a:r>
            <a:r>
              <a:rPr lang="en-US" altLang="en-US" sz="1050" b="1" dirty="0">
                <a:solidFill>
                  <a:schemeClr val="bg1"/>
                </a:solidFill>
              </a:rPr>
              <a:t> Introduction to Databases (S24) - </a:t>
            </a:r>
            <a:r>
              <a:rPr lang="en-US" altLang="en-US" sz="1050" i="1" dirty="0">
                <a:solidFill>
                  <a:schemeClr val="bg1"/>
                </a:solidFill>
              </a:rPr>
              <a:t>Lecture 9: Module II (2), NoSQL (2)			</a:t>
            </a:r>
            <a:r>
              <a:rPr lang="de-DE" altLang="en-US" sz="900" i="1" dirty="0">
                <a:solidFill>
                  <a:schemeClr val="bg1"/>
                </a:solidFill>
              </a:rPr>
              <a:t>© Donald F. Ferguson, 2024</a:t>
            </a:r>
            <a:endParaRPr lang="en-US" altLang="en-US" sz="900" i="1" dirty="0">
              <a:solidFill>
                <a:schemeClr val="bg1"/>
              </a:solidFill>
            </a:endParaRPr>
          </a:p>
        </p:txBody>
      </p:sp>
      <p:pic>
        <p:nvPicPr>
          <p:cNvPr id="12" name="Picture 10"/>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extLst>
      <p:ext uri="{BB962C8B-B14F-4D97-AF65-F5344CB8AC3E}">
        <p14:creationId xmlns:p14="http://schemas.microsoft.com/office/powerpoint/2010/main" val="128150711"/>
      </p:ext>
    </p:extLst>
  </p:cSld>
  <p:clrMap bg1="lt1" tx1="dk1" bg2="lt2" tx2="dk2" accent1="accent1" accent2="accent2" accent3="accent3" accent4="accent4" accent5="accent5" accent6="accent6" hlink="hlink" folHlink="folHlink"/>
  <p:sldLayoutIdLst>
    <p:sldLayoutId id="2147493633" r:id="rId1"/>
    <p:sldLayoutId id="2147493634" r:id="rId2"/>
    <p:sldLayoutId id="2147493635" r:id="rId3"/>
    <p:sldLayoutId id="2147493636" r:id="rId4"/>
    <p:sldLayoutId id="2147493637" r:id="rId5"/>
    <p:sldLayoutId id="2147493638" r:id="rId6"/>
    <p:sldLayoutId id="2147493639" r:id="rId7"/>
    <p:sldLayoutId id="2147493640" r:id="rId8"/>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
        <p:nvSpPr>
          <p:cNvPr id="9" name="TextBox 11"/>
          <p:cNvSpPr txBox="1">
            <a:spLocks noChangeArrowheads="1"/>
          </p:cNvSpPr>
          <p:nvPr userDrawn="1"/>
        </p:nvSpPr>
        <p:spPr bwMode="auto">
          <a:xfrm>
            <a:off x="255588" y="4695825"/>
            <a:ext cx="67818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indent="0" algn="l" defTabSz="457200" rtl="0" eaLnBrk="1" fontAlgn="base" latinLnBrk="0" hangingPunct="1">
              <a:lnSpc>
                <a:spcPct val="100000"/>
              </a:lnSpc>
              <a:spcBef>
                <a:spcPct val="0"/>
              </a:spcBef>
              <a:spcAft>
                <a:spcPct val="0"/>
              </a:spcAft>
              <a:buClrTx/>
              <a:buSzTx/>
              <a:buFontTx/>
              <a:buNone/>
              <a:tabLst/>
              <a:defRPr/>
            </a:pPr>
            <a:fld id="{0EE15EB3-3077-C740-8089-CCA1B2033312}" type="slidenum">
              <a:rPr lang="en-US" altLang="en-US" sz="1050" b="1">
                <a:solidFill>
                  <a:schemeClr val="bg1"/>
                </a:solidFill>
              </a:rPr>
              <a:pPr marL="0" marR="0" indent="0" algn="l" defTabSz="457200" rtl="0" eaLnBrk="1" fontAlgn="base" latinLnBrk="0" hangingPunct="1">
                <a:lnSpc>
                  <a:spcPct val="100000"/>
                </a:lnSpc>
                <a:spcBef>
                  <a:spcPct val="0"/>
                </a:spcBef>
                <a:spcAft>
                  <a:spcPct val="0"/>
                </a:spcAft>
                <a:buClrTx/>
                <a:buSzTx/>
                <a:buFontTx/>
                <a:buNone/>
                <a:tabLst/>
                <a:defRPr/>
              </a:pPr>
              <a:t>‹#›</a:t>
            </a:fld>
            <a:r>
              <a:rPr lang="en-US" altLang="en-US" sz="1050" b="1" dirty="0">
                <a:solidFill>
                  <a:schemeClr val="bg1"/>
                </a:solidFill>
              </a:rPr>
              <a:t> </a:t>
            </a:r>
            <a:r>
              <a:rPr lang="en-US" altLang="en-US" sz="1050" dirty="0">
                <a:solidFill>
                  <a:schemeClr val="bg1"/>
                </a:solidFill>
              </a:rPr>
              <a:t>|</a:t>
            </a:r>
            <a:r>
              <a:rPr lang="en-US" altLang="en-US" sz="1050" b="1" dirty="0">
                <a:solidFill>
                  <a:schemeClr val="bg1"/>
                </a:solidFill>
              </a:rPr>
              <a:t> W4111-2025F-09-Module-II-NoSql-3</a:t>
            </a:r>
            <a:r>
              <a:rPr lang="en-US" altLang="en-US" sz="1050" i="1" dirty="0">
                <a:solidFill>
                  <a:schemeClr val="bg1"/>
                </a:solidFill>
              </a:rPr>
              <a:t>		</a:t>
            </a:r>
            <a:r>
              <a:rPr lang="de-DE" altLang="en-US" sz="900" i="1" dirty="0">
                <a:solidFill>
                  <a:schemeClr val="bg1"/>
                </a:solidFill>
              </a:rPr>
              <a:t>© Donald F. Ferguson, 2025</a:t>
            </a:r>
            <a:endParaRPr lang="en-US" altLang="en-US" sz="900" i="1" dirty="0">
              <a:solidFill>
                <a:schemeClr val="bg1"/>
              </a:solidFill>
            </a:endParaRPr>
          </a:p>
        </p:txBody>
      </p:sp>
      <p:pic>
        <p:nvPicPr>
          <p:cNvPr id="12" name="Picture 10"/>
          <p:cNvPicPr>
            <a:picLocks noChangeAspect="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a:spLocks noChangeArrowheads="1"/>
          </p:cNvSpPr>
          <p:nvPr userDrawn="1"/>
        </p:nvSpPr>
        <p:spPr bwMode="auto">
          <a:xfrm>
            <a:off x="0" y="0"/>
            <a:ext cx="9144000" cy="457200"/>
          </a:xfrm>
          <a:prstGeom prst="rect">
            <a:avLst/>
          </a:prstGeom>
          <a:solidFill>
            <a:srgbClr val="1A2C64"/>
          </a:solidFill>
          <a:ln>
            <a:noFill/>
          </a:ln>
          <a:effectLst>
            <a:outerShdw blurRad="40000" dist="23000" dir="5400000" rotWithShape="0">
              <a:srgbClr val="000000">
                <a:alpha val="34999"/>
              </a:srgbClr>
            </a:outerShdw>
          </a:effec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spTree>
    <p:extLst>
      <p:ext uri="{BB962C8B-B14F-4D97-AF65-F5344CB8AC3E}">
        <p14:creationId xmlns:p14="http://schemas.microsoft.com/office/powerpoint/2010/main" val="1856089541"/>
      </p:ext>
    </p:extLst>
  </p:cSld>
  <p:clrMap bg1="lt1" tx1="dk1" bg2="lt2" tx2="dk2" accent1="accent1" accent2="accent2" accent3="accent3" accent4="accent4" accent5="accent5" accent6="accent6" hlink="hlink" folHlink="folHlink"/>
  <p:sldLayoutIdLst>
    <p:sldLayoutId id="2147493642" r:id="rId1"/>
    <p:sldLayoutId id="2147493643" r:id="rId2"/>
    <p:sldLayoutId id="2147493644" r:id="rId3"/>
    <p:sldLayoutId id="2147493645" r:id="rId4"/>
    <p:sldLayoutId id="2147493646" r:id="rId5"/>
    <p:sldLayoutId id="2147493647" r:id="rId6"/>
    <p:sldLayoutId id="2147493648" r:id="rId7"/>
  </p:sldLayoutIdLst>
  <p:txStyles>
    <p:titleStyle>
      <a:lvl1pPr algn="ctr" defTabSz="457200" rtl="0" fontAlgn="base">
        <a:spcBef>
          <a:spcPct val="0"/>
        </a:spcBef>
        <a:spcAft>
          <a:spcPct val="0"/>
        </a:spcAft>
        <a:defRPr sz="4400" kern="1200">
          <a:solidFill>
            <a:schemeClr val="tx1"/>
          </a:solidFill>
          <a:latin typeface="+mj-lt"/>
          <a:ea typeface="ＭＳ Ｐゴシック" charset="-128"/>
          <a:cs typeface="+mj-cs"/>
        </a:defRPr>
      </a:lvl1pPr>
      <a:lvl2pPr algn="ctr" defTabSz="457200" rtl="0" fontAlgn="base">
        <a:spcBef>
          <a:spcPct val="0"/>
        </a:spcBef>
        <a:spcAft>
          <a:spcPct val="0"/>
        </a:spcAft>
        <a:defRPr sz="4400">
          <a:solidFill>
            <a:schemeClr val="tx1"/>
          </a:solidFill>
          <a:latin typeface="Calibri" charset="0"/>
          <a:ea typeface="ＭＳ Ｐゴシック" charset="-128"/>
        </a:defRPr>
      </a:lvl2pPr>
      <a:lvl3pPr algn="ctr" defTabSz="457200" rtl="0" fontAlgn="base">
        <a:spcBef>
          <a:spcPct val="0"/>
        </a:spcBef>
        <a:spcAft>
          <a:spcPct val="0"/>
        </a:spcAft>
        <a:defRPr sz="4400">
          <a:solidFill>
            <a:schemeClr val="tx1"/>
          </a:solidFill>
          <a:latin typeface="Calibri" charset="0"/>
          <a:ea typeface="ＭＳ Ｐゴシック" charset="-128"/>
        </a:defRPr>
      </a:lvl3pPr>
      <a:lvl4pPr algn="ctr" defTabSz="457200" rtl="0" fontAlgn="base">
        <a:spcBef>
          <a:spcPct val="0"/>
        </a:spcBef>
        <a:spcAft>
          <a:spcPct val="0"/>
        </a:spcAft>
        <a:defRPr sz="4400">
          <a:solidFill>
            <a:schemeClr val="tx1"/>
          </a:solidFill>
          <a:latin typeface="Calibri" charset="0"/>
          <a:ea typeface="ＭＳ Ｐゴシック" charset="-128"/>
        </a:defRPr>
      </a:lvl4pPr>
      <a:lvl5pPr algn="ctr" defTabSz="457200" rtl="0" fontAlgn="base">
        <a:spcBef>
          <a:spcPct val="0"/>
        </a:spcBef>
        <a:spcAft>
          <a:spcPct val="0"/>
        </a:spcAft>
        <a:defRPr sz="4400">
          <a:solidFill>
            <a:schemeClr val="tx1"/>
          </a:solidFill>
          <a:latin typeface="Calibri" charset="0"/>
          <a:ea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814388" y="820342"/>
            <a:ext cx="7661275" cy="367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4800600"/>
            <a:ext cx="19050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050" smtClean="0">
                <a:solidFill>
                  <a:schemeClr val="bg2"/>
                </a:solidFill>
                <a:latin typeface="Times New Roman" panose="02020603050405020304" pitchFamily="18" charset="0"/>
              </a:defRPr>
            </a:lvl1pPr>
          </a:lstStyle>
          <a:p>
            <a:pPr>
              <a:defRPr/>
            </a:pPr>
            <a:fld id="{D13E6E76-F12E-4D1B-9B56-009C721BF777}" type="slidenum">
              <a:rPr lang="en-US" altLang="en-US" smtClean="0"/>
              <a:pPr>
                <a:defRPr/>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7025878" y="4960144"/>
            <a:ext cx="1854995"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©Silberschatz, Korth and Sudarshan</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86396" y="4960144"/>
            <a:ext cx="434734" cy="207749"/>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750" b="1" dirty="0">
                <a:solidFill>
                  <a:srgbClr val="002060"/>
                </a:solidFill>
              </a:rPr>
              <a:t>15.</a:t>
            </a:r>
            <a:fld id="{370CC2A8-7410-4F9E-B2CB-FCF9B3031B7B}" type="slidenum">
              <a:rPr lang="en-US" altLang="en-US" sz="750" b="1" smtClean="0">
                <a:solidFill>
                  <a:srgbClr val="002060"/>
                </a:solidFill>
              </a:rPr>
              <a:pPr algn="ctr">
                <a:spcBef>
                  <a:spcPct val="50000"/>
                </a:spcBef>
                <a:defRPr/>
              </a:pPr>
              <a:t>‹#›</a:t>
            </a:fld>
            <a:endParaRPr lang="en-US" altLang="en-US" sz="75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88106"/>
            <a:ext cx="80772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4960144"/>
            <a:ext cx="1996059" cy="207749"/>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750" b="1" dirty="0">
                <a:solidFill>
                  <a:srgbClr val="002060"/>
                </a:solidFill>
              </a:rPr>
              <a:t>Database System Concepts - 7</a:t>
            </a:r>
            <a:r>
              <a:rPr lang="en-US" sz="750" b="1" baseline="30000" dirty="0">
                <a:solidFill>
                  <a:srgbClr val="002060"/>
                </a:solidFill>
              </a:rPr>
              <a:t>th</a:t>
            </a:r>
            <a:r>
              <a:rPr lang="en-US" sz="75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4083844"/>
            <a:ext cx="227012" cy="35719"/>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13" y="1"/>
            <a:ext cx="639762" cy="611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C51EB6E8-DB40-47B3-A1ED-7368CB8F40A8}"/>
              </a:ext>
            </a:extLst>
          </p:cNvPr>
          <p:cNvPicPr>
            <a:picLocks noChangeAspect="1" noChangeArrowheads="1"/>
          </p:cNvPicPr>
          <p:nvPr userDrawn="1"/>
        </p:nvPicPr>
        <p:blipFill>
          <a:blip r:embed="rId16"/>
          <a:stretch>
            <a:fillRect/>
          </a:stretch>
        </p:blipFill>
        <p:spPr bwMode="auto">
          <a:xfrm>
            <a:off x="2304" y="1"/>
            <a:ext cx="812084" cy="777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4790133"/>
      </p:ext>
    </p:extLst>
  </p:cSld>
  <p:clrMap bg1="lt1" tx1="dk1" bg2="lt2" tx2="dk2" accent1="accent1" accent2="accent2" accent3="accent3" accent4="accent4" accent5="accent5" accent6="accent6" hlink="hlink" folHlink="folHlink"/>
  <p:sldLayoutIdLst>
    <p:sldLayoutId id="2147493650" r:id="rId1"/>
    <p:sldLayoutId id="2147493651" r:id="rId2"/>
    <p:sldLayoutId id="2147493652" r:id="rId3"/>
    <p:sldLayoutId id="2147493653" r:id="rId4"/>
    <p:sldLayoutId id="2147493654" r:id="rId5"/>
    <p:sldLayoutId id="2147493655" r:id="rId6"/>
    <p:sldLayoutId id="2147493656" r:id="rId7"/>
    <p:sldLayoutId id="2147493657" r:id="rId8"/>
    <p:sldLayoutId id="2147493658" r:id="rId9"/>
    <p:sldLayoutId id="2147493659" r:id="rId10"/>
    <p:sldLayoutId id="2147493660" r:id="rId11"/>
    <p:sldLayoutId id="2147493661" r:id="rId12"/>
    <p:sldLayoutId id="2147493662" r:id="rId13"/>
    <p:sldLayoutId id="2147493663" r:id="rId14"/>
  </p:sldLayoutIdLst>
  <p:txStyles>
    <p:titleStyle>
      <a:lvl1pPr algn="ctr" rtl="0" eaLnBrk="1" fontAlgn="base" hangingPunct="1">
        <a:spcBef>
          <a:spcPct val="0"/>
        </a:spcBef>
        <a:spcAft>
          <a:spcPct val="0"/>
        </a:spcAft>
        <a:defRPr kumimoji="1" sz="21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ea typeface="MS PGothic" charset="0"/>
          <a:cs typeface="MS PGothic" charset="0"/>
        </a:defRPr>
      </a:lvl5pPr>
      <a:lvl6pPr marL="3429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6pPr>
      <a:lvl7pPr marL="6858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7pPr>
      <a:lvl8pPr marL="10287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8pPr>
      <a:lvl9pPr marL="1371600" algn="ctr" rtl="0" eaLnBrk="1" fontAlgn="base" hangingPunct="1">
        <a:spcBef>
          <a:spcPct val="0"/>
        </a:spcBef>
        <a:spcAft>
          <a:spcPct val="0"/>
        </a:spcAft>
        <a:defRPr kumimoji="1" sz="2400" b="1">
          <a:solidFill>
            <a:schemeClr val="tx2"/>
          </a:solidFill>
          <a:effectLst>
            <a:outerShdw blurRad="38100" dist="38100" dir="2700000" algn="tl">
              <a:srgbClr val="DDDDDD"/>
            </a:outerShdw>
          </a:effectLst>
          <a:latin typeface="Helvetica" charset="0"/>
        </a:defRPr>
      </a:lvl9pPr>
    </p:titleStyle>
    <p:bodyStyle>
      <a:lvl1pPr marL="257175" indent="-257175" algn="l" rtl="0" eaLnBrk="1" fontAlgn="base" hangingPunct="1">
        <a:spcBef>
          <a:spcPct val="35000"/>
        </a:spcBef>
        <a:spcAft>
          <a:spcPct val="0"/>
        </a:spcAft>
        <a:buClr>
          <a:srgbClr val="002060"/>
        </a:buClr>
        <a:buSzPct val="100000"/>
        <a:buFont typeface="Monotype Sorts" pitchFamily="-65" charset="2"/>
        <a:buChar char="n"/>
        <a:defRPr kumimoji="1" sz="1275">
          <a:solidFill>
            <a:schemeClr val="tx1"/>
          </a:solidFill>
          <a:latin typeface="+mn-lt"/>
          <a:ea typeface="MS PGothic" charset="0"/>
          <a:cs typeface="MS PGothic" charset="0"/>
        </a:defRPr>
      </a:lvl1pPr>
      <a:lvl2pPr marL="557213" indent="-214313" algn="l" rtl="0" eaLnBrk="1" fontAlgn="base" hangingPunct="1">
        <a:spcBef>
          <a:spcPct val="35000"/>
        </a:spcBef>
        <a:spcAft>
          <a:spcPct val="0"/>
        </a:spcAft>
        <a:buClr>
          <a:srgbClr val="FF9933"/>
        </a:buClr>
        <a:buSzPct val="90000"/>
        <a:buFont typeface="Monotype Sorts" pitchFamily="-65" charset="2"/>
        <a:buChar char="l"/>
        <a:defRPr kumimoji="1" sz="1275">
          <a:solidFill>
            <a:schemeClr val="tx1"/>
          </a:solidFill>
          <a:latin typeface="+mn-lt"/>
          <a:ea typeface="MS PGothic" charset="0"/>
          <a:cs typeface="MS PGothic" charset="0"/>
        </a:defRPr>
      </a:lvl2pPr>
      <a:lvl3pPr marL="814388" indent="-171450" algn="l" rtl="0" eaLnBrk="1" fontAlgn="base" hangingPunct="1">
        <a:spcBef>
          <a:spcPct val="35000"/>
        </a:spcBef>
        <a:spcAft>
          <a:spcPct val="0"/>
        </a:spcAft>
        <a:buClr>
          <a:srgbClr val="33CC33"/>
        </a:buClr>
        <a:buSzPct val="85000"/>
        <a:buFont typeface="Webdings" panose="05030102010509060703" pitchFamily="18" charset="2"/>
        <a:buChar char="4"/>
        <a:defRPr kumimoji="1" sz="1275">
          <a:solidFill>
            <a:schemeClr val="tx1"/>
          </a:solidFill>
          <a:latin typeface="+mn-lt"/>
          <a:ea typeface="MS PGothic" charset="0"/>
          <a:cs typeface="MS PGothic" charset="0"/>
        </a:defRPr>
      </a:lvl3pPr>
      <a:lvl4pPr marL="1071563" indent="-171450" algn="l" rtl="0" eaLnBrk="1" fontAlgn="base" hangingPunct="1">
        <a:spcBef>
          <a:spcPct val="35000"/>
        </a:spcBef>
        <a:spcAft>
          <a:spcPct val="0"/>
        </a:spcAft>
        <a:buClr>
          <a:schemeClr val="hlink"/>
        </a:buClr>
        <a:buFont typeface="Times New Roman" panose="02020603050405020304" pitchFamily="18" charset="0"/>
        <a:buChar char="–"/>
        <a:defRPr kumimoji="1" sz="1275">
          <a:solidFill>
            <a:schemeClr val="tx1"/>
          </a:solidFill>
          <a:latin typeface="+mn-lt"/>
          <a:ea typeface="MS PGothic" charset="0"/>
          <a:cs typeface="MS PGothic" charset="0"/>
        </a:defRPr>
      </a:lvl4pPr>
      <a:lvl5pPr marL="1328738" indent="-171450" algn="l" rtl="0" eaLnBrk="1" fontAlgn="base" hangingPunct="1">
        <a:spcBef>
          <a:spcPct val="35000"/>
        </a:spcBef>
        <a:spcAft>
          <a:spcPct val="0"/>
        </a:spcAft>
        <a:buClr>
          <a:schemeClr val="tx2"/>
        </a:buClr>
        <a:buSzPct val="75000"/>
        <a:buChar char="»"/>
        <a:defRPr kumimoji="1" sz="1275">
          <a:solidFill>
            <a:schemeClr val="tx1"/>
          </a:solidFill>
          <a:latin typeface="+mn-lt"/>
          <a:ea typeface="MS PGothic" charset="0"/>
          <a:cs typeface="MS PGothic" charset="0"/>
        </a:defRPr>
      </a:lvl5pPr>
      <a:lvl6pPr marL="16716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0145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23574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2700338" indent="-17145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www.amazon.com/s/ref=dp_byline_sr_book_1?ie=UTF8&amp;text=Hector+Garcia-Molina&amp;search-alias=books&amp;field-author=Hector+Garcia-Molina&amp;sort=relevancerank" TargetMode="External"/><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hyperlink" Target="https://www.amazon.com/s/ref=dp_byline_sr_book_3?ie=UTF8&amp;text=Jennifer+Widom&amp;search-alias=books&amp;field-author=Jennifer+Widom&amp;sort=relevancerank" TargetMode="External"/><Relationship Id="rId4" Type="http://schemas.openxmlformats.org/officeDocument/2006/relationships/hyperlink" Target="https://www.amazon.com/s/ref=dp_byline_sr_book_2?ie=UTF8&amp;text=Jeffrey+D.+Ullman&amp;search-alias=books&amp;field-author=Jeffrey+D.+Ullman&amp;sort=relevancerank"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hyperlink" Target="https://en.wikipedia.org/wiki/L%C3%A1szl%C3%B3_B%C3%A9l%C3%A1dy" TargetMode="External"/><Relationship Id="rId2" Type="http://schemas.openxmlformats.org/officeDocument/2006/relationships/hyperlink" Target="https://en.wikipedia.org/wiki/Cache_replacement_policies)" TargetMode="External"/><Relationship Id="rId1" Type="http://schemas.openxmlformats.org/officeDocument/2006/relationships/slideLayout" Target="../slideLayouts/slideLayout1.xml"/><Relationship Id="rId4" Type="http://schemas.openxmlformats.org/officeDocument/2006/relationships/hyperlink" Target="https://en.wikipedia.org/wiki/Page_replacement_algorithm#The_theoretically_optimal_page_replacement_algorith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14.svg"/></Relationships>
</file>

<file path=ppt/slides/_rels/slide2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hyperlink" Target="https://opendsa-server.cs.vt.edu/ODSA/AV/Development/hashAV.html" TargetMode="External"/><Relationship Id="rId2" Type="http://schemas.openxmlformats.org/officeDocument/2006/relationships/hyperlink" Target="http://iswsa.acm.org/mphf/openDSAPerfectHashAnimation/perfectHashAV.html" TargetMode="External"/><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hyperlink" Target="https://www.amazon.com/s/ref=dp_byline_sr_book_3?ie=UTF8&amp;text=Jennifer+Widom&amp;search-alias=books&amp;field-author=Jennifer+Widom&amp;sort=relevancerank" TargetMode="External"/><Relationship Id="rId5" Type="http://schemas.openxmlformats.org/officeDocument/2006/relationships/hyperlink" Target="https://www.amazon.com/s/ref=dp_byline_sr_book_2?ie=UTF8&amp;text=Jeffrey+D.+Ullman&amp;search-alias=books&amp;field-author=Jeffrey+D.+Ullman&amp;sort=relevancerank" TargetMode="External"/><Relationship Id="rId4" Type="http://schemas.openxmlformats.org/officeDocument/2006/relationships/hyperlink" Target="https://www.amazon.com/s/ref=dp_byline_sr_book_1?ie=UTF8&amp;text=Hector+Garcia-Molina&amp;search-alias=books&amp;field-author=Hector+Garcia-Molina&amp;sort=relevancerank"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5.xml"/><Relationship Id="rId1" Type="http://schemas.openxmlformats.org/officeDocument/2006/relationships/slideLayout" Target="../slideLayouts/slideLayout42.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emf"/><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2.xml"/></Relationships>
</file>

<file path=ppt/slides/_rels/slide6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3.xml"/><Relationship Id="rId1" Type="http://schemas.openxmlformats.org/officeDocument/2006/relationships/slideLayout" Target="../slideLayouts/slideLayout4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2.xml"/></Relationships>
</file>

<file path=ppt/slides/_rels/slide6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2.xml"/></Relationships>
</file>

<file path=ppt/slides/_rels/slide7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2.xml"/></Relationships>
</file>

<file path=ppt/slides/_rels/slide7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43.xml"/><Relationship Id="rId1" Type="http://schemas.openxmlformats.org/officeDocument/2006/relationships/slideLayout" Target="../slideLayouts/slideLayout4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2.xml"/></Relationships>
</file>

<file path=ppt/slides/_rels/slide7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6.xml"/><Relationship Id="rId1" Type="http://schemas.openxmlformats.org/officeDocument/2006/relationships/slideLayout" Target="../slideLayouts/slideLayout4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3.xml"/><Relationship Id="rId1" Type="http://schemas.openxmlformats.org/officeDocument/2006/relationships/slideLayout" Target="../slideLayouts/slideLayout42.xml"/><Relationship Id="rId5" Type="http://schemas.openxmlformats.org/officeDocument/2006/relationships/image" Target="../media/image37.emf"/><Relationship Id="rId4" Type="http://schemas.openxmlformats.org/officeDocument/2006/relationships/image" Target="../media/image36.wmf"/></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2.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5.xml"/><Relationship Id="rId1" Type="http://schemas.openxmlformats.org/officeDocument/2006/relationships/slideLayout" Target="../slideLayouts/slideLayout42.xml"/><Relationship Id="rId4" Type="http://schemas.openxmlformats.org/officeDocument/2006/relationships/image" Target="../media/image38.wmf"/></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image" Target="../media/image39.tiff"/><Relationship Id="rId1" Type="http://schemas.openxmlformats.org/officeDocument/2006/relationships/slideLayout" Target="../slideLayouts/slideLayout3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image" Target="../media/image40.tiff"/><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112.xml.rels><?xml version="1.0" encoding="UTF-8" standalone="yes"?>
<Relationships xmlns="http://schemas.openxmlformats.org/package/2006/relationships"><Relationship Id="rId3" Type="http://schemas.openxmlformats.org/officeDocument/2006/relationships/image" Target="../media/image57.tiff"/><Relationship Id="rId2" Type="http://schemas.openxmlformats.org/officeDocument/2006/relationships/image" Target="../media/image56.png"/><Relationship Id="rId1" Type="http://schemas.openxmlformats.org/officeDocument/2006/relationships/slideLayout" Target="../slideLayouts/slideLayout1.xml"/><Relationship Id="rId4" Type="http://schemas.openxmlformats.org/officeDocument/2006/relationships/image" Target="../media/image58.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CE15D65-8053-1B4E-B089-18B4089AAFB8}"/>
              </a:ext>
            </a:extLst>
          </p:cNvPr>
          <p:cNvPicPr>
            <a:picLocks noChangeAspect="1"/>
          </p:cNvPicPr>
          <p:nvPr/>
        </p:nvPicPr>
        <p:blipFill>
          <a:blip r:embed="rId3"/>
          <a:stretch>
            <a:fillRect/>
          </a:stretch>
        </p:blipFill>
        <p:spPr>
          <a:xfrm>
            <a:off x="-1" y="13689"/>
            <a:ext cx="9144001" cy="5143501"/>
          </a:xfrm>
          <a:prstGeom prst="rect">
            <a:avLst/>
          </a:prstGeom>
        </p:spPr>
      </p:pic>
      <p:sp>
        <p:nvSpPr>
          <p:cNvPr id="7" name="Rectangle 6"/>
          <p:cNvSpPr>
            <a:spLocks noChangeArrowheads="1"/>
          </p:cNvSpPr>
          <p:nvPr/>
        </p:nvSpPr>
        <p:spPr bwMode="auto">
          <a:xfrm>
            <a:off x="0" y="4686300"/>
            <a:ext cx="9144000" cy="457200"/>
          </a:xfrm>
          <a:prstGeom prst="rect">
            <a:avLst/>
          </a:prstGeom>
          <a:solidFill>
            <a:srgbClr val="1A2C64"/>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endParaRPr lang="en-US" altLang="en-US">
              <a:solidFill>
                <a:srgbClr val="E6B9B8"/>
              </a:solidFill>
            </a:endParaRPr>
          </a:p>
        </p:txBody>
      </p:sp>
      <p:pic>
        <p:nvPicPr>
          <p:cNvPr id="3075"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4803775"/>
            <a:ext cx="1827213" cy="22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TextBox 9"/>
          <p:cNvSpPr txBox="1">
            <a:spLocks noChangeArrowheads="1"/>
          </p:cNvSpPr>
          <p:nvPr/>
        </p:nvSpPr>
        <p:spPr bwMode="auto">
          <a:xfrm>
            <a:off x="-76200" y="46691"/>
            <a:ext cx="91440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ctr"/>
            <a:r>
              <a:rPr lang="en-US" altLang="en-US" sz="2800" b="1" i="1" dirty="0"/>
              <a:t>W4111 – Introduction to Databases</a:t>
            </a:r>
            <a:br>
              <a:rPr lang="en-US" altLang="en-US" sz="2800" b="1" i="1" dirty="0"/>
            </a:br>
            <a:r>
              <a:rPr lang="en-US" altLang="en-US" sz="2800" b="1" i="1" dirty="0"/>
              <a:t>Section 002, Fall 2025</a:t>
            </a:r>
            <a:br>
              <a:rPr lang="en-US" altLang="en-US" sz="3200" b="1" i="1" dirty="0"/>
            </a:br>
            <a:r>
              <a:rPr lang="en-US" altLang="en-US" sz="2800" b="1" i="1" dirty="0"/>
              <a:t>Lecture 6: Foundation – ER, Relational, SQL (4)</a:t>
            </a:r>
            <a:br>
              <a:rPr lang="en-US" altLang="en-US" sz="2800" b="1" i="1" dirty="0"/>
            </a:br>
            <a:r>
              <a:rPr lang="en-US" altLang="en-US" sz="2800" b="1" i="1" dirty="0"/>
              <a:t>REST, Normalization</a:t>
            </a:r>
            <a:endParaRPr lang="en-US" altLang="en-US" sz="3200" b="1" i="1" dirty="0"/>
          </a:p>
        </p:txBody>
      </p:sp>
      <p:sp>
        <p:nvSpPr>
          <p:cNvPr id="3077" name="TextBox 10"/>
          <p:cNvSpPr txBox="1">
            <a:spLocks noChangeArrowheads="1"/>
          </p:cNvSpPr>
          <p:nvPr/>
        </p:nvSpPr>
        <p:spPr bwMode="auto">
          <a:xfrm>
            <a:off x="0" y="4732991"/>
            <a:ext cx="9144000" cy="363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nSpc>
                <a:spcPts val="2400"/>
              </a:lnSpc>
            </a:pPr>
            <a:r>
              <a:rPr lang="en-US" altLang="en-US" sz="1200" i="1" dirty="0">
                <a:solidFill>
                  <a:schemeClr val="bg1"/>
                </a:solidFill>
              </a:rPr>
              <a:t>COMSW4111_002_2026_1- Foundation – ER, Relational, SQL (2) 		© Donald F. Ferguson, 2025</a:t>
            </a:r>
          </a:p>
        </p:txBody>
      </p:sp>
    </p:spTree>
    <p:extLst>
      <p:ext uri="{BB962C8B-B14F-4D97-AF65-F5344CB8AC3E}">
        <p14:creationId xmlns:p14="http://schemas.microsoft.com/office/powerpoint/2010/main" val="3078825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6BB0DC-9149-9C08-F871-9F801C020315}"/>
              </a:ext>
            </a:extLst>
          </p:cNvPr>
          <p:cNvSpPr>
            <a:spLocks noGrp="1"/>
          </p:cNvSpPr>
          <p:nvPr>
            <p:ph idx="1"/>
          </p:nvPr>
        </p:nvSpPr>
        <p:spPr/>
        <p:txBody>
          <a:bodyPr/>
          <a:lstStyle/>
          <a:p>
            <a:r>
              <a:rPr lang="en-US" dirty="0"/>
              <a:t>Introduction</a:t>
            </a:r>
          </a:p>
        </p:txBody>
      </p:sp>
    </p:spTree>
    <p:extLst>
      <p:ext uri="{BB962C8B-B14F-4D97-AF65-F5344CB8AC3E}">
        <p14:creationId xmlns:p14="http://schemas.microsoft.com/office/powerpoint/2010/main" val="2908064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B10CA0-D8EC-B87E-4069-85BC968633CC}"/>
              </a:ext>
            </a:extLst>
          </p:cNvPr>
          <p:cNvSpPr>
            <a:spLocks noGrp="1"/>
          </p:cNvSpPr>
          <p:nvPr>
            <p:ph idx="1"/>
          </p:nvPr>
        </p:nvSpPr>
        <p:spPr/>
        <p:txBody>
          <a:bodyPr/>
          <a:lstStyle/>
          <a:p>
            <a:r>
              <a:rPr lang="en-US" dirty="0"/>
              <a:t>Contents</a:t>
            </a:r>
          </a:p>
        </p:txBody>
      </p:sp>
    </p:spTree>
    <p:extLst>
      <p:ext uri="{BB962C8B-B14F-4D97-AF65-F5344CB8AC3E}">
        <p14:creationId xmlns:p14="http://schemas.microsoft.com/office/powerpoint/2010/main" val="2448301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3EA7E5-79FA-9603-C614-BE840722B069}"/>
              </a:ext>
            </a:extLst>
          </p:cNvPr>
          <p:cNvSpPr>
            <a:spLocks noGrp="1"/>
          </p:cNvSpPr>
          <p:nvPr>
            <p:ph idx="1"/>
          </p:nvPr>
        </p:nvSpPr>
        <p:spPr/>
        <p:txBody>
          <a:bodyPr/>
          <a:lstStyle/>
          <a:p>
            <a:pPr>
              <a:spcBef>
                <a:spcPts val="0"/>
              </a:spcBef>
              <a:spcAft>
                <a:spcPts val="0"/>
              </a:spcAft>
            </a:pPr>
            <a:endParaRPr lang="en-US" dirty="0"/>
          </a:p>
        </p:txBody>
      </p:sp>
      <p:sp>
        <p:nvSpPr>
          <p:cNvPr id="3" name="Title 2">
            <a:extLst>
              <a:ext uri="{FF2B5EF4-FFF2-40B4-BE49-F238E27FC236}">
                <a16:creationId xmlns:a16="http://schemas.microsoft.com/office/drawing/2014/main" id="{90420A4E-2F71-028A-78F2-9BDA4A98311C}"/>
              </a:ext>
            </a:extLst>
          </p:cNvPr>
          <p:cNvSpPr>
            <a:spLocks noGrp="1"/>
          </p:cNvSpPr>
          <p:nvPr>
            <p:ph type="title"/>
          </p:nvPr>
        </p:nvSpPr>
        <p:spPr/>
        <p:txBody>
          <a:bodyPr/>
          <a:lstStyle/>
          <a:p>
            <a:r>
              <a:rPr lang="en-US" dirty="0"/>
              <a:t>Content</a:t>
            </a:r>
          </a:p>
        </p:txBody>
      </p:sp>
    </p:spTree>
    <p:extLst>
      <p:ext uri="{BB962C8B-B14F-4D97-AF65-F5344CB8AC3E}">
        <p14:creationId xmlns:p14="http://schemas.microsoft.com/office/powerpoint/2010/main" val="3915669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D8DEE-812C-A073-ED57-7D483722F34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62964A-526F-C71E-4DDC-69D14A114057}"/>
              </a:ext>
            </a:extLst>
          </p:cNvPr>
          <p:cNvSpPr>
            <a:spLocks noGrp="1"/>
          </p:cNvSpPr>
          <p:nvPr>
            <p:ph idx="1"/>
          </p:nvPr>
        </p:nvSpPr>
        <p:spPr/>
        <p:txBody>
          <a:bodyPr/>
          <a:lstStyle/>
          <a:p>
            <a:r>
              <a:rPr lang="en-US" dirty="0"/>
              <a:t>Course Overview and Discussion</a:t>
            </a:r>
          </a:p>
        </p:txBody>
      </p:sp>
    </p:spTree>
    <p:extLst>
      <p:ext uri="{BB962C8B-B14F-4D97-AF65-F5344CB8AC3E}">
        <p14:creationId xmlns:p14="http://schemas.microsoft.com/office/powerpoint/2010/main" val="1688774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CC2299-0F11-F6AC-75F9-AD7175C6B508}"/>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B51DE9A9-4458-6CCD-2F37-49B7D6B3A090}"/>
              </a:ext>
            </a:extLst>
          </p:cNvPr>
          <p:cNvSpPr>
            <a:spLocks noGrp="1"/>
          </p:cNvSpPr>
          <p:nvPr>
            <p:ph type="title"/>
          </p:nvPr>
        </p:nvSpPr>
        <p:spPr/>
        <p:txBody>
          <a:bodyPr/>
          <a:lstStyle/>
          <a:p>
            <a:r>
              <a:rPr lang="en-US" dirty="0"/>
              <a:t>Course Overview and Discussion</a:t>
            </a:r>
          </a:p>
        </p:txBody>
      </p:sp>
    </p:spTree>
    <p:extLst>
      <p:ext uri="{BB962C8B-B14F-4D97-AF65-F5344CB8AC3E}">
        <p14:creationId xmlns:p14="http://schemas.microsoft.com/office/powerpoint/2010/main" val="3993200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DE127-8D34-F136-F1C3-B941F089BF6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DEB70B-5CE8-E555-D448-AF46A42A751A}"/>
              </a:ext>
            </a:extLst>
          </p:cNvPr>
          <p:cNvSpPr>
            <a:spLocks noGrp="1"/>
          </p:cNvSpPr>
          <p:nvPr>
            <p:ph idx="1"/>
          </p:nvPr>
        </p:nvSpPr>
        <p:spPr>
          <a:xfrm>
            <a:off x="152400" y="2266950"/>
            <a:ext cx="8839200" cy="523220"/>
          </a:xfrm>
        </p:spPr>
        <p:txBody>
          <a:bodyPr/>
          <a:lstStyle/>
          <a:p>
            <a:r>
              <a:rPr lang="en-US" dirty="0"/>
              <a:t>Module II</a:t>
            </a:r>
          </a:p>
        </p:txBody>
      </p:sp>
    </p:spTree>
    <p:extLst>
      <p:ext uri="{BB962C8B-B14F-4D97-AF65-F5344CB8AC3E}">
        <p14:creationId xmlns:p14="http://schemas.microsoft.com/office/powerpoint/2010/main" val="1946481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13FFA-3843-2FF9-4487-9E2C38E8522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AF92E5-59A9-BB3E-1E84-E71EA093188D}"/>
              </a:ext>
            </a:extLst>
          </p:cNvPr>
          <p:cNvSpPr>
            <a:spLocks noGrp="1"/>
          </p:cNvSpPr>
          <p:nvPr>
            <p:ph idx="1"/>
          </p:nvPr>
        </p:nvSpPr>
        <p:spPr/>
        <p:txBody>
          <a:bodyPr/>
          <a:lstStyle/>
          <a:p>
            <a:r>
              <a:rPr lang="en-US" dirty="0"/>
              <a:t>Introduction and Reminder</a:t>
            </a:r>
          </a:p>
        </p:txBody>
      </p:sp>
    </p:spTree>
    <p:extLst>
      <p:ext uri="{BB962C8B-B14F-4D97-AF65-F5344CB8AC3E}">
        <p14:creationId xmlns:p14="http://schemas.microsoft.com/office/powerpoint/2010/main" val="1641682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ChangeArrowheads="1"/>
          </p:cNvSpPr>
          <p:nvPr/>
        </p:nvSpPr>
        <p:spPr bwMode="auto">
          <a:xfrm>
            <a:off x="228600" y="0"/>
            <a:ext cx="7239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white"/>
                </a:solidFill>
                <a:effectLst/>
                <a:uLnTx/>
                <a:uFillTx/>
                <a:latin typeface="Calibri" charset="0"/>
                <a:ea typeface="ＭＳ Ｐゴシック" charset="-128"/>
                <a:cs typeface="+mn-cs"/>
              </a:rPr>
              <a:t>Buffer/Index/Query</a:t>
            </a:r>
          </a:p>
        </p:txBody>
      </p:sp>
      <p:sp>
        <p:nvSpPr>
          <p:cNvPr id="3" name="Content Placeholder 3"/>
          <p:cNvSpPr txBox="1">
            <a:spLocks/>
          </p:cNvSpPr>
          <p:nvPr/>
        </p:nvSpPr>
        <p:spPr>
          <a:xfrm>
            <a:off x="228600" y="1584333"/>
            <a:ext cx="3645895" cy="2960097"/>
          </a:xfrm>
          <a:prstGeom prst="rect">
            <a:avLst/>
          </a:prstGeom>
        </p:spPr>
        <p:txBody>
          <a:bodyPr/>
          <a:lst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ＭＳ Ｐゴシック" charset="-128"/>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base" latinLnBrk="0" hangingPunct="1">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dirty="0">
                <a:ln>
                  <a:noFill/>
                </a:ln>
                <a:solidFill>
                  <a:prstClr val="black"/>
                </a:solidFill>
                <a:effectLst/>
                <a:uLnTx/>
                <a:uFillTx/>
                <a:latin typeface="Calibri"/>
                <a:ea typeface="ＭＳ Ｐゴシック" charset="-128"/>
                <a:cs typeface="+mn-cs"/>
              </a:rPr>
              <a:t>Today</a:t>
            </a:r>
          </a:p>
          <a:p>
            <a:pPr marL="342900" marR="0" lvl="0" indent="-342900" algn="l" defTabSz="457200" rtl="0" eaLnBrk="1" fontAlgn="base" latinLnBrk="0" hangingPunct="1">
              <a:lnSpc>
                <a:spcPct val="100000"/>
              </a:lnSpc>
              <a:spcBef>
                <a:spcPct val="20000"/>
              </a:spcBef>
              <a:spcAft>
                <a:spcPct val="0"/>
              </a:spcAft>
              <a:buClrTx/>
              <a:buSzTx/>
              <a:buFont typeface="Arial" charset="0"/>
              <a:buChar char="•"/>
              <a:tabLst/>
              <a:defRPr/>
            </a:pPr>
            <a:r>
              <a:rPr kumimoji="0" lang="en-US" sz="2400" b="0" i="0" u="none" strike="noStrike" kern="1200" cap="none" spc="0" normalizeH="0" baseline="0" noProof="0" dirty="0">
                <a:ln>
                  <a:noFill/>
                </a:ln>
                <a:solidFill>
                  <a:srgbClr val="7030A0"/>
                </a:solidFill>
                <a:effectLst/>
                <a:uLnTx/>
                <a:uFillTx/>
                <a:latin typeface="Calibri"/>
                <a:ea typeface="ＭＳ Ｐゴシック" charset="-128"/>
                <a:cs typeface="+mn-cs"/>
              </a:rPr>
              <a:t>Find things quickly.</a:t>
            </a:r>
          </a:p>
          <a:p>
            <a:pPr marL="342900" marR="0" lvl="0" indent="-342900" algn="l" defTabSz="457200" rtl="0" eaLnBrk="1" fontAlgn="base" latinLnBrk="0" hangingPunct="1">
              <a:lnSpc>
                <a:spcPct val="100000"/>
              </a:lnSpc>
              <a:spcBef>
                <a:spcPct val="20000"/>
              </a:spcBef>
              <a:spcAft>
                <a:spcPct val="0"/>
              </a:spcAft>
              <a:buClrTx/>
              <a:buSzTx/>
              <a:buFont typeface="Arial" charset="0"/>
              <a:buChar char="•"/>
              <a:tabLst/>
              <a:defRPr/>
            </a:pPr>
            <a:r>
              <a:rPr lang="en-US" sz="2400" dirty="0">
                <a:solidFill>
                  <a:srgbClr val="7030A0"/>
                </a:solidFill>
                <a:latin typeface="Calibri"/>
              </a:rPr>
              <a:t>Query things quickly</a:t>
            </a:r>
            <a:br>
              <a:rPr lang="en-US" sz="2400" dirty="0">
                <a:solidFill>
                  <a:srgbClr val="7030A0"/>
                </a:solidFill>
                <a:latin typeface="Calibri"/>
              </a:rPr>
            </a:br>
            <a:r>
              <a:rPr lang="en-US" sz="2400" dirty="0">
                <a:solidFill>
                  <a:srgbClr val="7030A0"/>
                </a:solidFill>
                <a:latin typeface="Calibri"/>
              </a:rPr>
              <a:t>and efficiently.</a:t>
            </a:r>
            <a:endParaRPr kumimoji="0" lang="en-US" sz="2400" b="0" i="0" u="none" strike="noStrike" kern="1200" cap="none" spc="0" normalizeH="0" baseline="0" noProof="0" dirty="0">
              <a:ln>
                <a:noFill/>
              </a:ln>
              <a:solidFill>
                <a:srgbClr val="7030A0"/>
              </a:solidFill>
              <a:effectLst/>
              <a:uLnTx/>
              <a:uFillTx/>
              <a:latin typeface="Calibri"/>
              <a:ea typeface="ＭＳ Ｐゴシック" charset="-128"/>
              <a:cs typeface="+mn-cs"/>
            </a:endParaRPr>
          </a:p>
        </p:txBody>
      </p:sp>
      <p:pic>
        <p:nvPicPr>
          <p:cNvPr id="4" name="Picture 3"/>
          <p:cNvPicPr>
            <a:picLocks noChangeAspect="1"/>
          </p:cNvPicPr>
          <p:nvPr/>
        </p:nvPicPr>
        <p:blipFill>
          <a:blip r:embed="rId2"/>
          <a:stretch>
            <a:fillRect/>
          </a:stretch>
        </p:blipFill>
        <p:spPr>
          <a:xfrm>
            <a:off x="3848100" y="0"/>
            <a:ext cx="4075445" cy="4622893"/>
          </a:xfrm>
          <a:prstGeom prst="rect">
            <a:avLst/>
          </a:prstGeom>
        </p:spPr>
      </p:pic>
      <p:sp>
        <p:nvSpPr>
          <p:cNvPr id="5" name="Rectangle 4"/>
          <p:cNvSpPr/>
          <p:nvPr/>
        </p:nvSpPr>
        <p:spPr>
          <a:xfrm>
            <a:off x="5131000" y="3987483"/>
            <a:ext cx="3796535" cy="246221"/>
          </a:xfrm>
          <a:prstGeom prst="rect">
            <a:avLst/>
          </a:prstGeom>
        </p:spPr>
        <p:txBody>
          <a:bodyPr wrap="square">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500" b="1" i="0" u="none" strike="noStrike" kern="1200" cap="none" spc="0" normalizeH="0" baseline="0" noProof="0" dirty="0">
                <a:ln>
                  <a:noFill/>
                </a:ln>
                <a:solidFill>
                  <a:srgbClr val="111111"/>
                </a:solidFill>
                <a:effectLst/>
                <a:uLnTx/>
                <a:uFillTx/>
                <a:latin typeface="Amazon Ember" charset="0"/>
                <a:ea typeface="ＭＳ Ｐゴシック" charset="-128"/>
                <a:cs typeface="+mn-cs"/>
              </a:rPr>
              <a:t>Database Systems: The Complete Book (2nd Edition)</a:t>
            </a:r>
            <a:br>
              <a:rPr kumimoji="0" lang="en-US" sz="500" b="1" i="0" u="none" strike="noStrike" kern="1200" cap="none" spc="0" normalizeH="0" baseline="0" noProof="0" dirty="0">
                <a:ln>
                  <a:noFill/>
                </a:ln>
                <a:solidFill>
                  <a:srgbClr val="111111"/>
                </a:solidFill>
                <a:effectLst/>
                <a:uLnTx/>
                <a:uFillTx/>
                <a:latin typeface="Amazon Ember" charset="0"/>
                <a:ea typeface="ＭＳ Ｐゴシック" charset="-128"/>
                <a:cs typeface="+mn-cs"/>
              </a:rPr>
            </a:br>
            <a:r>
              <a:rPr kumimoji="0" lang="en-US" sz="5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by </a:t>
            </a:r>
            <a:r>
              <a:rPr kumimoji="0" lang="en-US" sz="5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3"/>
              </a:rPr>
              <a:t>Hector Garcia-Molina</a:t>
            </a:r>
            <a:r>
              <a:rPr kumimoji="0" lang="en-US" sz="5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5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 </a:t>
            </a:r>
            <a:r>
              <a:rPr kumimoji="0" lang="en-US" sz="5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4"/>
              </a:rPr>
              <a:t>Jeffrey D. Ullman</a:t>
            </a:r>
            <a:r>
              <a:rPr kumimoji="0" lang="en-US" sz="5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5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 </a:t>
            </a:r>
            <a:r>
              <a:rPr kumimoji="0" lang="en-US" sz="5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5"/>
              </a:rPr>
              <a:t>Jennifer Widom</a:t>
            </a:r>
            <a:r>
              <a:rPr kumimoji="0" lang="en-US" sz="5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5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a:t>
            </a:r>
            <a:endParaRPr kumimoji="0" lang="en-US" sz="500" b="0" i="0" u="none" strike="noStrike" kern="1200" cap="none" spc="0" normalizeH="0" baseline="0" noProof="0" dirty="0">
              <a:ln>
                <a:noFill/>
              </a:ln>
              <a:solidFill>
                <a:srgbClr val="111111"/>
              </a:solidFill>
              <a:effectLst/>
              <a:uLnTx/>
              <a:uFillTx/>
              <a:latin typeface="Amazon Ember" charset="0"/>
              <a:ea typeface="ＭＳ Ｐゴシック" charset="-128"/>
              <a:cs typeface="+mn-cs"/>
            </a:endParaRPr>
          </a:p>
        </p:txBody>
      </p:sp>
      <p:sp>
        <p:nvSpPr>
          <p:cNvPr id="6" name="Rectangle 5"/>
          <p:cNvSpPr/>
          <p:nvPr/>
        </p:nvSpPr>
        <p:spPr>
          <a:xfrm>
            <a:off x="4244826" y="1962150"/>
            <a:ext cx="867679" cy="1232479"/>
          </a:xfrm>
          <a:prstGeom prst="rect">
            <a:avLst/>
          </a:prstGeom>
          <a:noFill/>
          <a:ln w="28575">
            <a:solidFill>
              <a:srgbClr val="7030A0"/>
            </a:solidFill>
          </a:ln>
          <a:effectLst/>
        </p:spPr>
        <p:txBody>
          <a:bodyPr wrap="square" lIns="182880" tIns="137160" rIns="137160" bIns="137160" rtlCol="0" anchor="ctr">
            <a:noAutofit/>
          </a:bodyPr>
          <a:lstStyle/>
          <a:p>
            <a:pPr marL="0" marR="0" lvl="0" indent="0" algn="ctr" defTabSz="457200" rtl="0" eaLnBrk="1" fontAlgn="base" latinLnBrk="0" hangingPunct="1">
              <a:lnSpc>
                <a:spcPct val="90000"/>
              </a:lnSpc>
              <a:spcBef>
                <a:spcPts val="600"/>
              </a:spcBef>
              <a:spcAft>
                <a:spcPts val="0"/>
              </a:spcAft>
              <a:buClrTx/>
              <a:buSzTx/>
              <a:buFontTx/>
              <a:buNone/>
              <a:tabLst/>
              <a:defRPr/>
            </a:pPr>
            <a:endParaRPr kumimoji="0" lang="en-US" sz="2000" b="0" i="0" u="none" strike="noStrike" kern="1200" cap="none" spc="0" normalizeH="0" baseline="0" noProof="0" dirty="0">
              <a:ln>
                <a:noFill/>
              </a:ln>
              <a:solidFill>
                <a:srgbClr val="1F497D"/>
              </a:solidFill>
              <a:effectLst/>
              <a:uLnTx/>
              <a:uFillTx/>
              <a:latin typeface="Calibri"/>
              <a:ea typeface="ＭＳ Ｐゴシック" charset="-128"/>
              <a:cs typeface="+mn-cs"/>
            </a:endParaRPr>
          </a:p>
        </p:txBody>
      </p:sp>
      <p:sp>
        <p:nvSpPr>
          <p:cNvPr id="7" name="Rectangle 6">
            <a:extLst>
              <a:ext uri="{FF2B5EF4-FFF2-40B4-BE49-F238E27FC236}">
                <a16:creationId xmlns:a16="http://schemas.microsoft.com/office/drawing/2014/main" id="{57CCBA3C-097E-85CE-E95E-084867AF1F8F}"/>
              </a:ext>
            </a:extLst>
          </p:cNvPr>
          <p:cNvSpPr/>
          <p:nvPr/>
        </p:nvSpPr>
        <p:spPr>
          <a:xfrm>
            <a:off x="4263321" y="606211"/>
            <a:ext cx="867679" cy="365340"/>
          </a:xfrm>
          <a:prstGeom prst="rect">
            <a:avLst/>
          </a:prstGeom>
          <a:noFill/>
          <a:ln w="28575">
            <a:solidFill>
              <a:srgbClr val="7030A0"/>
            </a:solidFill>
          </a:ln>
          <a:effectLst/>
        </p:spPr>
        <p:txBody>
          <a:bodyPr wrap="square" lIns="182880" tIns="137160" rIns="137160" bIns="137160" rtlCol="0" anchor="ctr">
            <a:noAutofit/>
          </a:bodyPr>
          <a:lstStyle/>
          <a:p>
            <a:pPr marL="0" marR="0" lvl="0" indent="0" algn="ctr" defTabSz="457200" rtl="0" eaLnBrk="1" fontAlgn="base" latinLnBrk="0" hangingPunct="1">
              <a:lnSpc>
                <a:spcPct val="90000"/>
              </a:lnSpc>
              <a:spcBef>
                <a:spcPts val="600"/>
              </a:spcBef>
              <a:spcAft>
                <a:spcPts val="0"/>
              </a:spcAft>
              <a:buClrTx/>
              <a:buSzTx/>
              <a:buFontTx/>
              <a:buNone/>
              <a:tabLst/>
              <a:defRPr/>
            </a:pPr>
            <a:endParaRPr kumimoji="0" lang="en-US" sz="2000" b="0" i="0" u="none" strike="noStrike" kern="1200" cap="none" spc="0" normalizeH="0" baseline="0" noProof="0" dirty="0">
              <a:ln>
                <a:noFill/>
              </a:ln>
              <a:solidFill>
                <a:srgbClr val="1F497D"/>
              </a:solidFill>
              <a:effectLst/>
              <a:uLnTx/>
              <a:uFillTx/>
              <a:latin typeface="Calibri"/>
              <a:ea typeface="ＭＳ Ｐゴシック" charset="-128"/>
              <a:cs typeface="+mn-cs"/>
            </a:endParaRPr>
          </a:p>
        </p:txBody>
      </p:sp>
    </p:spTree>
    <p:extLst>
      <p:ext uri="{BB962C8B-B14F-4D97-AF65-F5344CB8AC3E}">
        <p14:creationId xmlns:p14="http://schemas.microsoft.com/office/powerpoint/2010/main" val="49025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6E2D8-D022-1370-5F2C-5D026D89D2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C31CC0-0FBC-166B-DB1D-99F26458A798}"/>
              </a:ext>
            </a:extLst>
          </p:cNvPr>
          <p:cNvSpPr>
            <a:spLocks noGrp="1"/>
          </p:cNvSpPr>
          <p:nvPr>
            <p:ph idx="1"/>
          </p:nvPr>
        </p:nvSpPr>
        <p:spPr/>
        <p:txBody>
          <a:bodyPr/>
          <a:lstStyle/>
          <a:p>
            <a:r>
              <a:rPr lang="en-US" dirty="0"/>
              <a:t>Buffer Pool/Buffer Manager</a:t>
            </a:r>
          </a:p>
        </p:txBody>
      </p:sp>
    </p:spTree>
    <p:extLst>
      <p:ext uri="{BB962C8B-B14F-4D97-AF65-F5344CB8AC3E}">
        <p14:creationId xmlns:p14="http://schemas.microsoft.com/office/powerpoint/2010/main" val="1868007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5451E6B7-68DF-40D3-9416-41BD23A8508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Storage Access</a:t>
            </a:r>
          </a:p>
        </p:txBody>
      </p:sp>
      <p:sp>
        <p:nvSpPr>
          <p:cNvPr id="105475" name="Rectangle 3">
            <a:extLst>
              <a:ext uri="{FF2B5EF4-FFF2-40B4-BE49-F238E27FC236}">
                <a16:creationId xmlns:a16="http://schemas.microsoft.com/office/drawing/2014/main" id="{18504F6A-4FD6-4956-BB03-B1A50F8B6A22}"/>
              </a:ext>
            </a:extLst>
          </p:cNvPr>
          <p:cNvSpPr>
            <a:spLocks noGrp="1" noChangeArrowheads="1"/>
          </p:cNvSpPr>
          <p:nvPr>
            <p:ph idx="1"/>
          </p:nvPr>
        </p:nvSpPr>
        <p:spPr>
          <a:xfrm>
            <a:off x="1753792" y="820342"/>
            <a:ext cx="5745956" cy="1648539"/>
          </a:xfrm>
        </p:spPr>
        <p:txBody>
          <a:bodyPr/>
          <a:lstStyle/>
          <a:p>
            <a:r>
              <a:rPr lang="en-US" altLang="en-US" dirty="0"/>
              <a:t>Blocks are units of both storage allocation and data transfer.</a:t>
            </a:r>
          </a:p>
          <a:p>
            <a:r>
              <a:rPr lang="en-US" altLang="en-US" dirty="0"/>
              <a:t>Database system seeks to minimize the number of block transfers between the disk and memory.  We can reduce the number of disk accesses by keeping as many blocks as possible in main memory.</a:t>
            </a:r>
          </a:p>
          <a:p>
            <a:r>
              <a:rPr lang="en-US" altLang="en-US" b="1" dirty="0">
                <a:solidFill>
                  <a:srgbClr val="002060"/>
                </a:solidFill>
              </a:rPr>
              <a:t>Buffer</a:t>
            </a:r>
            <a:r>
              <a:rPr lang="en-US" altLang="en-US" b="1" dirty="0"/>
              <a:t> </a:t>
            </a:r>
            <a:r>
              <a:rPr lang="en-US" altLang="en-US" dirty="0"/>
              <a:t>– portion of main memory available to store copies of disk blocks.</a:t>
            </a:r>
          </a:p>
          <a:p>
            <a:r>
              <a:rPr lang="en-US" altLang="en-US" b="1" dirty="0">
                <a:solidFill>
                  <a:srgbClr val="002060"/>
                </a:solidFill>
              </a:rPr>
              <a:t>Buffer manager</a:t>
            </a:r>
            <a:r>
              <a:rPr lang="en-US" altLang="en-US" dirty="0">
                <a:solidFill>
                  <a:srgbClr val="002060"/>
                </a:solidFill>
              </a:rPr>
              <a:t> </a:t>
            </a:r>
            <a:r>
              <a:rPr lang="en-US" altLang="en-US" dirty="0"/>
              <a:t>– subsystem responsible for allocating buffer space in main memory.</a:t>
            </a:r>
          </a:p>
        </p:txBody>
      </p:sp>
      <p:pic>
        <p:nvPicPr>
          <p:cNvPr id="3" name="Picture 2"/>
          <p:cNvPicPr>
            <a:picLocks noChangeAspect="1"/>
          </p:cNvPicPr>
          <p:nvPr/>
        </p:nvPicPr>
        <p:blipFill>
          <a:blip r:embed="rId3"/>
          <a:stretch>
            <a:fillRect/>
          </a:stretch>
        </p:blipFill>
        <p:spPr>
          <a:xfrm>
            <a:off x="2962656" y="2586599"/>
            <a:ext cx="2950655" cy="1225163"/>
          </a:xfrm>
          <a:prstGeom prst="rect">
            <a:avLst/>
          </a:prstGeom>
        </p:spPr>
      </p:pic>
    </p:spTree>
    <p:extLst>
      <p:ext uri="{BB962C8B-B14F-4D97-AF65-F5344CB8AC3E}">
        <p14:creationId xmlns:p14="http://schemas.microsoft.com/office/powerpoint/2010/main" val="879098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FAF56-AF98-7F92-628A-6216147B81B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7B9CF7B-69E8-9C53-A208-D6BA0D6CD47B}"/>
              </a:ext>
            </a:extLst>
          </p:cNvPr>
          <p:cNvSpPr>
            <a:spLocks noGrp="1"/>
          </p:cNvSpPr>
          <p:nvPr>
            <p:ph idx="1"/>
          </p:nvPr>
        </p:nvSpPr>
        <p:spPr/>
        <p:txBody>
          <a:bodyPr/>
          <a:lstStyle/>
          <a:p>
            <a:r>
              <a:rPr lang="en-US" dirty="0"/>
              <a:t>The DBMS and queries can only manipulate in-memory blocks and records.</a:t>
            </a:r>
          </a:p>
          <a:p>
            <a:r>
              <a:rPr lang="en-US" dirty="0"/>
              <a:t>A very, very, very small fraction of all blocks fit in memory.</a:t>
            </a:r>
          </a:p>
        </p:txBody>
      </p:sp>
      <p:sp>
        <p:nvSpPr>
          <p:cNvPr id="2" name="Title 1">
            <a:extLst>
              <a:ext uri="{FF2B5EF4-FFF2-40B4-BE49-F238E27FC236}">
                <a16:creationId xmlns:a16="http://schemas.microsoft.com/office/drawing/2014/main" id="{5E8D65D4-44EC-13DC-C2F2-19FD233C6C4D}"/>
              </a:ext>
            </a:extLst>
          </p:cNvPr>
          <p:cNvSpPr>
            <a:spLocks noGrp="1"/>
          </p:cNvSpPr>
          <p:nvPr>
            <p:ph type="title"/>
          </p:nvPr>
        </p:nvSpPr>
        <p:spPr/>
        <p:txBody>
          <a:bodyPr/>
          <a:lstStyle/>
          <a:p>
            <a:pPr algn="l"/>
            <a:r>
              <a:rPr lang="en-US" dirty="0">
                <a:solidFill>
                  <a:schemeClr val="bg1"/>
                </a:solidFill>
              </a:rPr>
              <a:t>The Logical Concept</a:t>
            </a:r>
          </a:p>
        </p:txBody>
      </p:sp>
      <p:pic>
        <p:nvPicPr>
          <p:cNvPr id="3" name="Picture 2">
            <a:extLst>
              <a:ext uri="{FF2B5EF4-FFF2-40B4-BE49-F238E27FC236}">
                <a16:creationId xmlns:a16="http://schemas.microsoft.com/office/drawing/2014/main" id="{1B26C310-DC77-5BDF-E5C3-0F8B73D04E18}"/>
              </a:ext>
            </a:extLst>
          </p:cNvPr>
          <p:cNvPicPr>
            <a:picLocks noChangeAspect="1"/>
          </p:cNvPicPr>
          <p:nvPr/>
        </p:nvPicPr>
        <p:blipFill>
          <a:blip r:embed="rId2"/>
          <a:stretch>
            <a:fillRect/>
          </a:stretch>
        </p:blipFill>
        <p:spPr>
          <a:xfrm>
            <a:off x="914400" y="1482737"/>
            <a:ext cx="5793432" cy="3036130"/>
          </a:xfrm>
          <a:prstGeom prst="rect">
            <a:avLst/>
          </a:prstGeom>
        </p:spPr>
      </p:pic>
    </p:spTree>
    <p:extLst>
      <p:ext uri="{BB962C8B-B14F-4D97-AF65-F5344CB8AC3E}">
        <p14:creationId xmlns:p14="http://schemas.microsoft.com/office/powerpoint/2010/main" val="4224925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A4BCDA1F-B571-4C94-8909-678E00F68F8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 Manager</a:t>
            </a:r>
          </a:p>
        </p:txBody>
      </p:sp>
      <p:sp>
        <p:nvSpPr>
          <p:cNvPr id="107523" name="Rectangle 3">
            <a:extLst>
              <a:ext uri="{FF2B5EF4-FFF2-40B4-BE49-F238E27FC236}">
                <a16:creationId xmlns:a16="http://schemas.microsoft.com/office/drawing/2014/main" id="{B5B0D36C-892D-4C4F-81CB-0BD504F928D9}"/>
              </a:ext>
            </a:extLst>
          </p:cNvPr>
          <p:cNvSpPr>
            <a:spLocks noGrp="1" noChangeArrowheads="1"/>
          </p:cNvSpPr>
          <p:nvPr>
            <p:ph idx="1"/>
          </p:nvPr>
        </p:nvSpPr>
        <p:spPr/>
        <p:txBody>
          <a:bodyPr/>
          <a:lstStyle/>
          <a:p>
            <a:pPr marL="285750" indent="-285750"/>
            <a:r>
              <a:rPr lang="en-US" altLang="en-US" dirty="0"/>
              <a:t>Programs call on the buffer manager when they need a block from disk.</a:t>
            </a:r>
          </a:p>
          <a:p>
            <a:pPr lvl="1">
              <a:buSzPct val="100000"/>
            </a:pPr>
            <a:r>
              <a:rPr lang="en-US" altLang="en-US" dirty="0"/>
              <a:t>If the block is already in the buffer, buffer manager returns the address of the block in main memory</a:t>
            </a:r>
          </a:p>
          <a:p>
            <a:pPr lvl="1">
              <a:buSzPct val="100000"/>
            </a:pPr>
            <a:r>
              <a:rPr lang="en-US" altLang="en-US" dirty="0"/>
              <a:t>If the block is not in the buffer, the buffer manager</a:t>
            </a:r>
          </a:p>
          <a:p>
            <a:pPr lvl="2"/>
            <a:r>
              <a:rPr lang="en-US" altLang="en-US" dirty="0"/>
              <a:t>Allocates space in the buffer for the block</a:t>
            </a:r>
          </a:p>
          <a:p>
            <a:pPr lvl="3"/>
            <a:r>
              <a:rPr lang="en-US" altLang="en-US" dirty="0"/>
              <a:t>Replacing (throwing out) some other block, if required, to make space for the new block.</a:t>
            </a:r>
          </a:p>
          <a:p>
            <a:pPr lvl="3"/>
            <a:r>
              <a:rPr lang="en-US" altLang="en-US" dirty="0"/>
              <a:t>Replaced block written back to disk only if it was modified since the most recent time that it was written to/fetched from the disk.</a:t>
            </a:r>
          </a:p>
          <a:p>
            <a:pPr lvl="2"/>
            <a:r>
              <a:rPr lang="en-US" altLang="en-US" dirty="0"/>
              <a:t>Reads the block from the disk to the buffer, and returns the address of the block in main memory to requester. </a:t>
            </a:r>
          </a:p>
        </p:txBody>
      </p:sp>
    </p:spTree>
    <p:extLst>
      <p:ext uri="{BB962C8B-B14F-4D97-AF65-F5344CB8AC3E}">
        <p14:creationId xmlns:p14="http://schemas.microsoft.com/office/powerpoint/2010/main" val="149169157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B606-2CCF-4B53-AE35-DAFCA66E268E}"/>
              </a:ext>
            </a:extLst>
          </p:cNvPr>
          <p:cNvSpPr>
            <a:spLocks noGrp="1"/>
          </p:cNvSpPr>
          <p:nvPr>
            <p:ph type="title"/>
          </p:nvPr>
        </p:nvSpPr>
        <p:spPr/>
        <p:txBody>
          <a:bodyPr/>
          <a:lstStyle/>
          <a:p>
            <a:r>
              <a:rPr lang="en-IN" dirty="0"/>
              <a:t>Buffer Manager</a:t>
            </a:r>
          </a:p>
        </p:txBody>
      </p:sp>
      <p:sp>
        <p:nvSpPr>
          <p:cNvPr id="3" name="Content Placeholder 2">
            <a:extLst>
              <a:ext uri="{FF2B5EF4-FFF2-40B4-BE49-F238E27FC236}">
                <a16:creationId xmlns:a16="http://schemas.microsoft.com/office/drawing/2014/main" id="{CF7F84A1-CA7B-4B3A-B767-97B0659D6C97}"/>
              </a:ext>
            </a:extLst>
          </p:cNvPr>
          <p:cNvSpPr>
            <a:spLocks noGrp="1"/>
          </p:cNvSpPr>
          <p:nvPr>
            <p:ph idx="1"/>
          </p:nvPr>
        </p:nvSpPr>
        <p:spPr>
          <a:xfrm>
            <a:off x="1753792" y="820342"/>
            <a:ext cx="5747840" cy="3677840"/>
          </a:xfrm>
        </p:spPr>
        <p:txBody>
          <a:bodyPr/>
          <a:lstStyle/>
          <a:p>
            <a:r>
              <a:rPr lang="en-US" altLang="en-US" b="1" dirty="0">
                <a:solidFill>
                  <a:srgbClr val="002060"/>
                </a:solidFill>
              </a:rPr>
              <a:t>Buffer replacement strategy </a:t>
            </a:r>
            <a:r>
              <a:rPr lang="en-US" altLang="en-US" dirty="0">
                <a:solidFill>
                  <a:schemeClr val="accent4"/>
                </a:solidFill>
              </a:rPr>
              <a:t>(details coming up!)</a:t>
            </a:r>
            <a:endParaRPr lang="en-US" altLang="en-US" b="1" dirty="0">
              <a:solidFill>
                <a:schemeClr val="accent4"/>
              </a:solidFill>
            </a:endParaRPr>
          </a:p>
          <a:p>
            <a:r>
              <a:rPr lang="en-US" altLang="en-US" b="1" dirty="0">
                <a:solidFill>
                  <a:srgbClr val="002060"/>
                </a:solidFill>
              </a:rPr>
              <a:t>Pinned block: </a:t>
            </a:r>
            <a:r>
              <a:rPr lang="en-US" altLang="en-US" dirty="0"/>
              <a:t>memory block that is not allowed to be written back to disk</a:t>
            </a:r>
          </a:p>
          <a:p>
            <a:pPr lvl="1"/>
            <a:r>
              <a:rPr lang="en-US" altLang="en-US" b="1" dirty="0">
                <a:solidFill>
                  <a:srgbClr val="002060"/>
                </a:solidFill>
              </a:rPr>
              <a:t>Pin</a:t>
            </a:r>
            <a:r>
              <a:rPr lang="en-US" altLang="en-US" dirty="0"/>
              <a:t> done before reading/writing data from a block</a:t>
            </a:r>
          </a:p>
          <a:p>
            <a:pPr lvl="1"/>
            <a:r>
              <a:rPr lang="en-US" altLang="en-US" b="1" dirty="0">
                <a:solidFill>
                  <a:srgbClr val="002060"/>
                </a:solidFill>
              </a:rPr>
              <a:t>Unpin</a:t>
            </a:r>
            <a:r>
              <a:rPr lang="en-US" altLang="en-US" dirty="0"/>
              <a:t> done when read /write is complete</a:t>
            </a:r>
          </a:p>
          <a:p>
            <a:pPr lvl="1"/>
            <a:r>
              <a:rPr lang="en-US" altLang="en-US" dirty="0"/>
              <a:t>Multiple concurrent pin/unpin operations possible</a:t>
            </a:r>
          </a:p>
          <a:p>
            <a:pPr lvl="2"/>
            <a:r>
              <a:rPr lang="en-US" altLang="en-US" dirty="0"/>
              <a:t>Keep a pin count, buffer block can be evicted only if pin count = 0</a:t>
            </a:r>
          </a:p>
          <a:p>
            <a:r>
              <a:rPr lang="en-IN" b="1" dirty="0">
                <a:solidFill>
                  <a:srgbClr val="002060"/>
                </a:solidFill>
              </a:rPr>
              <a:t>Shared and exclusive locks on buffer</a:t>
            </a:r>
          </a:p>
          <a:p>
            <a:pPr lvl="1"/>
            <a:r>
              <a:rPr lang="en-IN" dirty="0"/>
              <a:t>Needed to prevent concurrent operations from reading page contents as they are moved/reorganized, and to ensure only one move/reorganize at a time</a:t>
            </a:r>
          </a:p>
          <a:p>
            <a:pPr lvl="1"/>
            <a:r>
              <a:rPr lang="en-IN" dirty="0"/>
              <a:t>Readers get shared lock, updates to a block require exclusive lock</a:t>
            </a:r>
          </a:p>
          <a:p>
            <a:pPr lvl="1"/>
            <a:r>
              <a:rPr lang="en-IN" b="1" dirty="0">
                <a:solidFill>
                  <a:srgbClr val="002060"/>
                </a:solidFill>
              </a:rPr>
              <a:t>Locking rules:</a:t>
            </a:r>
          </a:p>
          <a:p>
            <a:pPr lvl="2"/>
            <a:r>
              <a:rPr lang="en-IN" dirty="0"/>
              <a:t>Only one process can get exclusive lock at a time</a:t>
            </a:r>
          </a:p>
          <a:p>
            <a:pPr lvl="2"/>
            <a:r>
              <a:rPr lang="en-IN" dirty="0"/>
              <a:t>Shared lock cannot be concurrently with exclusive lock</a:t>
            </a:r>
          </a:p>
          <a:p>
            <a:pPr lvl="2"/>
            <a:r>
              <a:rPr lang="en-IN" dirty="0"/>
              <a:t>Multiple processes may be given shared lock concurrently</a:t>
            </a:r>
          </a:p>
          <a:p>
            <a:pPr lvl="1"/>
            <a:endParaRPr lang="en-IN" dirty="0"/>
          </a:p>
        </p:txBody>
      </p:sp>
    </p:spTree>
    <p:extLst>
      <p:ext uri="{BB962C8B-B14F-4D97-AF65-F5344CB8AC3E}">
        <p14:creationId xmlns:p14="http://schemas.microsoft.com/office/powerpoint/2010/main" val="1121299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A825988C-0BEA-4076-AD30-1AA35CE893E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Buffer-Replacement Policies</a:t>
            </a:r>
          </a:p>
        </p:txBody>
      </p:sp>
      <p:sp>
        <p:nvSpPr>
          <p:cNvPr id="109571" name="Rectangle 3">
            <a:extLst>
              <a:ext uri="{FF2B5EF4-FFF2-40B4-BE49-F238E27FC236}">
                <a16:creationId xmlns:a16="http://schemas.microsoft.com/office/drawing/2014/main" id="{31D39CE6-9D47-4551-984A-3D9511D5D425}"/>
              </a:ext>
            </a:extLst>
          </p:cNvPr>
          <p:cNvSpPr>
            <a:spLocks noGrp="1" noChangeArrowheads="1"/>
          </p:cNvSpPr>
          <p:nvPr>
            <p:ph idx="1"/>
          </p:nvPr>
        </p:nvSpPr>
        <p:spPr/>
        <p:txBody>
          <a:bodyPr/>
          <a:lstStyle/>
          <a:p>
            <a:r>
              <a:rPr lang="en-US" altLang="en-US" dirty="0"/>
              <a:t>Most operating systems replace the block </a:t>
            </a:r>
            <a:r>
              <a:rPr lang="en-US" altLang="en-US" b="1" dirty="0">
                <a:solidFill>
                  <a:srgbClr val="002060"/>
                </a:solidFill>
              </a:rPr>
              <a:t>least recently used</a:t>
            </a:r>
            <a:r>
              <a:rPr lang="en-US" altLang="en-US" dirty="0">
                <a:solidFill>
                  <a:srgbClr val="002060"/>
                </a:solidFill>
              </a:rPr>
              <a:t> (LRU strategy)</a:t>
            </a:r>
          </a:p>
          <a:p>
            <a:pPr lvl="1"/>
            <a:r>
              <a:rPr lang="en-US" altLang="en-US" dirty="0"/>
              <a:t>Idea behind LRU – use past pattern of block references as a predictor of future references</a:t>
            </a:r>
          </a:p>
          <a:p>
            <a:pPr lvl="1"/>
            <a:r>
              <a:rPr lang="en-US" altLang="en-US" dirty="0"/>
              <a:t>LRU can be bad for some queries</a:t>
            </a:r>
          </a:p>
          <a:p>
            <a:r>
              <a:rPr lang="en-US" altLang="en-US" dirty="0"/>
              <a:t>Queries have well-defined access patterns (such as sequential scans), and a database system can use the information in a user</a:t>
            </a:r>
            <a:r>
              <a:rPr lang="ja-JP" altLang="en-US" dirty="0"/>
              <a:t>’</a:t>
            </a:r>
            <a:r>
              <a:rPr lang="en-US" altLang="ja-JP" dirty="0"/>
              <a:t>s query to predict future references</a:t>
            </a:r>
          </a:p>
          <a:p>
            <a:r>
              <a:rPr lang="en-US" altLang="en-US" dirty="0"/>
              <a:t>Mixed strategy with hints on replacement strategy provided</a:t>
            </a:r>
            <a:br>
              <a:rPr lang="en-US" altLang="en-US" dirty="0"/>
            </a:br>
            <a:r>
              <a:rPr lang="en-US" altLang="en-US" dirty="0"/>
              <a:t>by the query optimizer is preferable</a:t>
            </a:r>
            <a:endParaRPr lang="en-US" altLang="ja-JP" dirty="0"/>
          </a:p>
          <a:p>
            <a:pPr marL="257175" lvl="1">
              <a:buClr>
                <a:srgbClr val="002060"/>
              </a:buClr>
              <a:buSzPct val="100000"/>
              <a:buFont typeface="Wingdings" panose="05000000000000000000" pitchFamily="2" charset="2"/>
              <a:buChar char="§"/>
            </a:pPr>
            <a:r>
              <a:rPr lang="en-US" altLang="en-US" dirty="0"/>
              <a:t>Example of bad access pattern for LRU: when computing the join of 2 relations r and s by a nested loops</a:t>
            </a:r>
            <a:endParaRPr lang="en-US" altLang="en-US" sz="600" dirty="0"/>
          </a:p>
          <a:p>
            <a:pPr marL="0" lvl="1" indent="0">
              <a:buClr>
                <a:srgbClr val="002060"/>
              </a:buClr>
              <a:buSzPct val="100000"/>
              <a:buNone/>
            </a:pPr>
            <a:r>
              <a:rPr lang="en-US" altLang="en-US" sz="600" dirty="0"/>
              <a:t> </a:t>
            </a:r>
            <a:br>
              <a:rPr lang="en-US" altLang="en-US" dirty="0"/>
            </a:br>
            <a:r>
              <a:rPr lang="en-US" altLang="en-US" dirty="0"/>
              <a:t>          for each tuple </a:t>
            </a:r>
            <a:r>
              <a:rPr lang="en-US" altLang="en-US" i="1" dirty="0" err="1"/>
              <a:t>tr</a:t>
            </a:r>
            <a:r>
              <a:rPr lang="en-US" altLang="en-US" dirty="0"/>
              <a:t> of </a:t>
            </a:r>
            <a:r>
              <a:rPr lang="en-US" altLang="en-US" i="1" dirty="0"/>
              <a:t>r</a:t>
            </a:r>
            <a:r>
              <a:rPr lang="en-US" altLang="en-US" dirty="0"/>
              <a:t> do </a:t>
            </a:r>
            <a:br>
              <a:rPr lang="en-US" altLang="en-US" dirty="0"/>
            </a:br>
            <a:r>
              <a:rPr lang="en-US" altLang="en-US" dirty="0"/>
              <a:t>            for each tuple </a:t>
            </a:r>
            <a:r>
              <a:rPr lang="en-US" altLang="en-US" i="1" dirty="0" err="1"/>
              <a:t>ts</a:t>
            </a:r>
            <a:r>
              <a:rPr lang="en-US" altLang="en-US" dirty="0"/>
              <a:t> of </a:t>
            </a:r>
            <a:r>
              <a:rPr lang="en-US" altLang="en-US" i="1" dirty="0"/>
              <a:t>s</a:t>
            </a:r>
            <a:r>
              <a:rPr lang="en-US" altLang="en-US" dirty="0"/>
              <a:t> do </a:t>
            </a:r>
            <a:br>
              <a:rPr lang="en-US" altLang="en-US" dirty="0"/>
            </a:br>
            <a:r>
              <a:rPr lang="en-US" altLang="en-US" dirty="0"/>
              <a:t>              if the tuples </a:t>
            </a:r>
            <a:r>
              <a:rPr lang="en-US" altLang="en-US" i="1" dirty="0" err="1"/>
              <a:t>tr</a:t>
            </a:r>
            <a:r>
              <a:rPr lang="en-US" altLang="en-US" dirty="0"/>
              <a:t> and </a:t>
            </a:r>
            <a:r>
              <a:rPr lang="en-US" altLang="en-US" i="1" dirty="0" err="1"/>
              <a:t>ts</a:t>
            </a:r>
            <a:r>
              <a:rPr lang="en-US" altLang="en-US" dirty="0"/>
              <a:t> match …</a:t>
            </a:r>
          </a:p>
          <a:p>
            <a:pPr lvl="1"/>
            <a:endParaRPr lang="en-US" altLang="ja-JP" dirty="0"/>
          </a:p>
        </p:txBody>
      </p:sp>
    </p:spTree>
    <p:extLst>
      <p:ext uri="{BB962C8B-B14F-4D97-AF65-F5344CB8AC3E}">
        <p14:creationId xmlns:p14="http://schemas.microsoft.com/office/powerpoint/2010/main" val="54065076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5B6FA003-27DD-458A-AD52-B4FAA99156C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Buffer-Replacement Policies (Cont.)</a:t>
            </a:r>
          </a:p>
        </p:txBody>
      </p:sp>
      <p:sp>
        <p:nvSpPr>
          <p:cNvPr id="111619" name="Rectangle 3">
            <a:extLst>
              <a:ext uri="{FF2B5EF4-FFF2-40B4-BE49-F238E27FC236}">
                <a16:creationId xmlns:a16="http://schemas.microsoft.com/office/drawing/2014/main" id="{F627A5AA-5705-427E-A851-235ADA470EA8}"/>
              </a:ext>
            </a:extLst>
          </p:cNvPr>
          <p:cNvSpPr>
            <a:spLocks noGrp="1" noChangeArrowheads="1"/>
          </p:cNvSpPr>
          <p:nvPr>
            <p:ph idx="1"/>
          </p:nvPr>
        </p:nvSpPr>
        <p:spPr>
          <a:xfrm>
            <a:off x="1753791" y="820342"/>
            <a:ext cx="5687916" cy="4008539"/>
          </a:xfrm>
        </p:spPr>
        <p:txBody>
          <a:bodyPr/>
          <a:lstStyle/>
          <a:p>
            <a:r>
              <a:rPr lang="en-US" altLang="en-US" b="1" dirty="0">
                <a:solidFill>
                  <a:srgbClr val="002060"/>
                </a:solidFill>
              </a:rPr>
              <a:t>Toss-immediate</a:t>
            </a:r>
            <a:r>
              <a:rPr lang="en-US" altLang="en-US" dirty="0"/>
              <a:t> strategy – frees the space occupied by a block as soon as the final tuple of that block has been processed</a:t>
            </a:r>
          </a:p>
          <a:p>
            <a:r>
              <a:rPr lang="en-US" altLang="en-US" b="1" dirty="0">
                <a:solidFill>
                  <a:srgbClr val="002060"/>
                </a:solidFill>
              </a:rPr>
              <a:t>Most recently used (MRU) strategy</a:t>
            </a:r>
            <a:r>
              <a:rPr lang="en-US" altLang="en-US" dirty="0">
                <a:solidFill>
                  <a:srgbClr val="002060"/>
                </a:solidFill>
              </a:rPr>
              <a:t> </a:t>
            </a:r>
            <a:r>
              <a:rPr lang="en-US" altLang="en-US" dirty="0"/>
              <a:t>–  system must pin the block currently being processed.  After the final tuple of that block has been processed, the block is unpinned, and it becomes the most recently used block.</a:t>
            </a:r>
          </a:p>
          <a:p>
            <a:r>
              <a:rPr lang="en-US" altLang="en-US" dirty="0"/>
              <a:t>Buffer manager can use statistical information regarding the probability that a request will reference a particular relation</a:t>
            </a:r>
          </a:p>
          <a:p>
            <a:pPr lvl="1"/>
            <a:r>
              <a:rPr lang="en-US" altLang="en-US" dirty="0"/>
              <a:t>E.g., the data dictionary is frequently accessed.  Heuristic:  keep data-dictionary blocks in main memory buffer</a:t>
            </a:r>
          </a:p>
          <a:p>
            <a:r>
              <a:rPr lang="en-US" altLang="en-US" dirty="0"/>
              <a:t>Operating system or buffer manager may reorder writes</a:t>
            </a:r>
          </a:p>
          <a:p>
            <a:pPr lvl="1"/>
            <a:r>
              <a:rPr lang="en-US" altLang="en-US" dirty="0"/>
              <a:t>Can lead to corruption of data structures on disk</a:t>
            </a:r>
          </a:p>
          <a:p>
            <a:pPr lvl="2"/>
            <a:r>
              <a:rPr lang="en-US" altLang="en-US" dirty="0"/>
              <a:t>E.g., linked list of blocks with missing block on disk</a:t>
            </a:r>
          </a:p>
          <a:p>
            <a:pPr lvl="2"/>
            <a:r>
              <a:rPr lang="en-US" altLang="en-US" dirty="0"/>
              <a:t>File systems perform consistency check to detect such situations</a:t>
            </a:r>
          </a:p>
          <a:p>
            <a:pPr lvl="1"/>
            <a:r>
              <a:rPr lang="en-US" altLang="en-US" dirty="0"/>
              <a:t>Careful ordering of writes can avoid many such problems</a:t>
            </a:r>
          </a:p>
        </p:txBody>
      </p:sp>
    </p:spTree>
    <p:extLst>
      <p:ext uri="{BB962C8B-B14F-4D97-AF65-F5344CB8AC3E}">
        <p14:creationId xmlns:p14="http://schemas.microsoft.com/office/powerpoint/2010/main" val="3565740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CB926-9913-243E-4724-7178A29EFC6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A426CE-1BF4-1362-18BC-8FA4DFB6F727}"/>
              </a:ext>
            </a:extLst>
          </p:cNvPr>
          <p:cNvSpPr>
            <a:spLocks noGrp="1"/>
          </p:cNvSpPr>
          <p:nvPr>
            <p:ph idx="1"/>
          </p:nvPr>
        </p:nvSpPr>
        <p:spPr/>
        <p:txBody>
          <a:bodyPr>
            <a:normAutofit fontScale="92500" lnSpcReduction="10000"/>
          </a:bodyPr>
          <a:lstStyle/>
          <a:p>
            <a:r>
              <a:rPr lang="en-US" dirty="0"/>
              <a:t>The </a:t>
            </a:r>
            <a:r>
              <a:rPr lang="en-US" i="1" dirty="0"/>
              <a:t>replacement policy</a:t>
            </a:r>
            <a:r>
              <a:rPr lang="en-US" dirty="0"/>
              <a:t> is one of the most important factors in database management system implementation and configuration.</a:t>
            </a:r>
          </a:p>
          <a:p>
            <a:r>
              <a:rPr lang="en-US" dirty="0"/>
              <a:t>A very simple, introductory explanation is</a:t>
            </a:r>
            <a:br>
              <a:rPr lang="en-US" dirty="0"/>
            </a:br>
            <a:r>
              <a:rPr lang="en-US" dirty="0"/>
              <a:t>(</a:t>
            </a:r>
            <a:r>
              <a:rPr lang="en-US" dirty="0">
                <a:hlinkClick r:id="rId2"/>
              </a:rPr>
              <a:t>https://en.wikipedia.org/wiki/Cache_replacement_policies)</a:t>
            </a:r>
            <a:r>
              <a:rPr lang="en-US" dirty="0"/>
              <a:t>.</a:t>
            </a:r>
          </a:p>
          <a:p>
            <a:pPr lvl="1"/>
            <a:r>
              <a:rPr lang="en-US" dirty="0"/>
              <a:t>There are a lot of possible policies.</a:t>
            </a:r>
          </a:p>
          <a:p>
            <a:pPr lvl="1"/>
            <a:r>
              <a:rPr lang="en-US" dirty="0"/>
              <a:t>The </a:t>
            </a:r>
            <a:r>
              <a:rPr lang="en-US" i="1" dirty="0"/>
              <a:t>most</a:t>
            </a:r>
            <a:r>
              <a:rPr lang="en-US" dirty="0"/>
              <a:t> efficient caching algorithm would be to always discard the information that will not be needed for the longest time in the future. This optimal result is referred to as </a:t>
            </a:r>
            <a:r>
              <a:rPr lang="en-US" dirty="0" err="1">
                <a:hlinkClick r:id="rId3" tooltip="László Bélády"/>
              </a:rPr>
              <a:t>Bélády</a:t>
            </a:r>
            <a:r>
              <a:rPr lang="en-US" dirty="0" err="1"/>
              <a:t>'s</a:t>
            </a:r>
            <a:r>
              <a:rPr lang="en-US" dirty="0"/>
              <a:t> optimal algorithm/simply optimal replacement policy or </a:t>
            </a:r>
            <a:r>
              <a:rPr lang="en-US" dirty="0">
                <a:hlinkClick r:id="rId4" tooltip="Page replacement algorithm"/>
              </a:rPr>
              <a:t>the clairvoyant algorithm</a:t>
            </a:r>
            <a:r>
              <a:rPr lang="en-US" dirty="0"/>
              <a:t>. </a:t>
            </a:r>
          </a:p>
          <a:p>
            <a:r>
              <a:rPr lang="en-US" dirty="0"/>
              <a:t>All implementable policies are an attempt to approximate knowledge of the future based on knowledge of the past.</a:t>
            </a:r>
          </a:p>
          <a:p>
            <a:r>
              <a:rPr lang="en-US" dirty="0"/>
              <a:t>Least Recently Used is based on the simplest assumption</a:t>
            </a:r>
          </a:p>
          <a:p>
            <a:pPr lvl="1"/>
            <a:r>
              <a:rPr lang="en-US" dirty="0"/>
              <a:t>The information that will not be needed for the longest time.</a:t>
            </a:r>
          </a:p>
          <a:p>
            <a:pPr lvl="1"/>
            <a:r>
              <a:rPr lang="en-US" dirty="0"/>
              <a:t>Is the information that has not been accessed for the longest time.</a:t>
            </a:r>
          </a:p>
        </p:txBody>
      </p:sp>
      <p:sp>
        <p:nvSpPr>
          <p:cNvPr id="2" name="Title 1">
            <a:extLst>
              <a:ext uri="{FF2B5EF4-FFF2-40B4-BE49-F238E27FC236}">
                <a16:creationId xmlns:a16="http://schemas.microsoft.com/office/drawing/2014/main" id="{BF9D060D-FF0C-00C9-6B55-EA8F2640BFEB}"/>
              </a:ext>
            </a:extLst>
          </p:cNvPr>
          <p:cNvSpPr>
            <a:spLocks noGrp="1"/>
          </p:cNvSpPr>
          <p:nvPr>
            <p:ph type="title"/>
          </p:nvPr>
        </p:nvSpPr>
        <p:spPr/>
        <p:txBody>
          <a:bodyPr/>
          <a:lstStyle/>
          <a:p>
            <a:pPr algn="l"/>
            <a:r>
              <a:rPr lang="en-US" dirty="0">
                <a:solidFill>
                  <a:schemeClr val="bg1"/>
                </a:solidFill>
              </a:rPr>
              <a:t>Replacement Policy</a:t>
            </a:r>
          </a:p>
        </p:txBody>
      </p:sp>
    </p:spTree>
    <p:extLst>
      <p:ext uri="{BB962C8B-B14F-4D97-AF65-F5344CB8AC3E}">
        <p14:creationId xmlns:p14="http://schemas.microsoft.com/office/powerpoint/2010/main" val="3482732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3E0C1-A5DB-6AEE-24BB-6251CE3B0D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0FD6B9-6211-35C0-2CA5-0F6B4E8A2F13}"/>
              </a:ext>
            </a:extLst>
          </p:cNvPr>
          <p:cNvSpPr>
            <a:spLocks noGrp="1"/>
          </p:cNvSpPr>
          <p:nvPr>
            <p:ph idx="1"/>
          </p:nvPr>
        </p:nvSpPr>
        <p:spPr/>
        <p:txBody>
          <a:bodyPr/>
          <a:lstStyle/>
          <a:p>
            <a:pPr marL="0" indent="0">
              <a:buNone/>
            </a:pPr>
            <a:r>
              <a:rPr lang="en-US" sz="1800" dirty="0"/>
              <a:t>The algorithms are more sophisticated in the real world, e.g.</a:t>
            </a:r>
          </a:p>
          <a:p>
            <a:pPr lvl="1"/>
            <a:r>
              <a:rPr lang="en-US" sz="1600" dirty="0"/>
              <a:t>“Scans” are common, e.g. go through a large query result in order</a:t>
            </a:r>
            <a:br>
              <a:rPr lang="en-US" sz="1600" dirty="0"/>
            </a:br>
            <a:r>
              <a:rPr lang="en-US" sz="1600" dirty="0"/>
              <a:t>(will be more clear when discussing cursors).</a:t>
            </a:r>
          </a:p>
          <a:p>
            <a:pPr lvl="2"/>
            <a:r>
              <a:rPr lang="en-US" sz="1400" dirty="0"/>
              <a:t>The engine knows the current position in the result set.</a:t>
            </a:r>
          </a:p>
          <a:p>
            <a:pPr lvl="2"/>
            <a:r>
              <a:rPr lang="en-US" sz="1400" dirty="0"/>
              <a:t>Uses the sort order to determine which records will be accessed soon.</a:t>
            </a:r>
          </a:p>
          <a:p>
            <a:pPr lvl="2"/>
            <a:r>
              <a:rPr lang="en-US" sz="1400" dirty="0"/>
              <a:t>Tags those blocks as not replaceable.</a:t>
            </a:r>
          </a:p>
          <a:p>
            <a:pPr lvl="2"/>
            <a:r>
              <a:rPr lang="en-US" sz="1400" dirty="0"/>
              <a:t>(A form of clairvoyance).</a:t>
            </a:r>
          </a:p>
          <a:p>
            <a:pPr lvl="1"/>
            <a:r>
              <a:rPr lang="en-US" sz="1600" dirty="0"/>
              <a:t>Not all users/applications are equally “important.”</a:t>
            </a:r>
          </a:p>
          <a:p>
            <a:pPr lvl="2"/>
            <a:r>
              <a:rPr lang="en-US" sz="1400" dirty="0"/>
              <a:t>Classify users/applications into priority 1, 2 and 3.</a:t>
            </a:r>
          </a:p>
          <a:p>
            <a:pPr lvl="2"/>
            <a:r>
              <a:rPr lang="en-US" sz="1400" dirty="0"/>
              <a:t>Sub-allocate the buffer pool into pools P1, P2 and P3.</a:t>
            </a:r>
          </a:p>
          <a:p>
            <a:pPr lvl="2"/>
            <a:r>
              <a:rPr lang="en-US" sz="1400" dirty="0"/>
              <a:t>Apply LRU within pools and adjust pool sizes based on relative importance.</a:t>
            </a:r>
          </a:p>
          <a:p>
            <a:pPr lvl="2"/>
            <a:r>
              <a:rPr lang="en-US" sz="1400" dirty="0"/>
              <a:t>This prevents</a:t>
            </a:r>
          </a:p>
          <a:p>
            <a:pPr lvl="3"/>
            <a:r>
              <a:rPr lang="en-US" sz="1200" dirty="0"/>
              <a:t>A high access rate, low-priority application from taking up a lot of frames</a:t>
            </a:r>
          </a:p>
          <a:p>
            <a:pPr lvl="3"/>
            <a:r>
              <a:rPr lang="en-US" sz="1200" dirty="0"/>
              <a:t>Result in low access, high priority applications not getting buffer hits.</a:t>
            </a:r>
          </a:p>
        </p:txBody>
      </p:sp>
      <p:sp>
        <p:nvSpPr>
          <p:cNvPr id="2" name="Title 1">
            <a:extLst>
              <a:ext uri="{FF2B5EF4-FFF2-40B4-BE49-F238E27FC236}">
                <a16:creationId xmlns:a16="http://schemas.microsoft.com/office/drawing/2014/main" id="{32B15254-9974-F127-E9FB-04CFBC85B53A}"/>
              </a:ext>
            </a:extLst>
          </p:cNvPr>
          <p:cNvSpPr>
            <a:spLocks noGrp="1"/>
          </p:cNvSpPr>
          <p:nvPr>
            <p:ph type="title"/>
          </p:nvPr>
        </p:nvSpPr>
        <p:spPr/>
        <p:txBody>
          <a:bodyPr/>
          <a:lstStyle/>
          <a:p>
            <a:pPr algn="l"/>
            <a:r>
              <a:rPr lang="en-US" dirty="0">
                <a:solidFill>
                  <a:schemeClr val="bg1"/>
                </a:solidFill>
              </a:rPr>
              <a:t>Replacement Algorithm</a:t>
            </a:r>
          </a:p>
        </p:txBody>
      </p:sp>
    </p:spTree>
    <p:extLst>
      <p:ext uri="{BB962C8B-B14F-4D97-AF65-F5344CB8AC3E}">
        <p14:creationId xmlns:p14="http://schemas.microsoft.com/office/powerpoint/2010/main" val="705829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80" name="Rectangle 4">
            <a:extLst>
              <a:ext uri="{FF2B5EF4-FFF2-40B4-BE49-F238E27FC236}">
                <a16:creationId xmlns:a16="http://schemas.microsoft.com/office/drawing/2014/main" id="{0BFC7645-9DF1-414B-A564-6DA5BE8C312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Optimization of Disk Block Access (Cont.)</a:t>
            </a:r>
          </a:p>
        </p:txBody>
      </p:sp>
      <p:sp>
        <p:nvSpPr>
          <p:cNvPr id="113666" name="Rectangle 3">
            <a:extLst>
              <a:ext uri="{FF2B5EF4-FFF2-40B4-BE49-F238E27FC236}">
                <a16:creationId xmlns:a16="http://schemas.microsoft.com/office/drawing/2014/main" id="{2836ABBE-E86C-4BF9-A913-E5B1C2C34343}"/>
              </a:ext>
            </a:extLst>
          </p:cNvPr>
          <p:cNvSpPr>
            <a:spLocks noGrp="1" noChangeArrowheads="1"/>
          </p:cNvSpPr>
          <p:nvPr>
            <p:ph idx="1"/>
          </p:nvPr>
        </p:nvSpPr>
        <p:spPr>
          <a:xfrm>
            <a:off x="1768876" y="1032445"/>
            <a:ext cx="5676102" cy="3677840"/>
          </a:xfrm>
        </p:spPr>
        <p:txBody>
          <a:bodyPr/>
          <a:lstStyle/>
          <a:p>
            <a:r>
              <a:rPr lang="en-US" altLang="en-US" sz="1200" dirty="0"/>
              <a:t>Buffer managers support </a:t>
            </a:r>
            <a:r>
              <a:rPr lang="en-US" altLang="en-US" sz="1200" b="1" dirty="0">
                <a:solidFill>
                  <a:srgbClr val="002060"/>
                </a:solidFill>
              </a:rPr>
              <a:t>forced output</a:t>
            </a:r>
            <a:r>
              <a:rPr lang="en-US" altLang="en-US" sz="1200" dirty="0">
                <a:solidFill>
                  <a:srgbClr val="002060"/>
                </a:solidFill>
              </a:rPr>
              <a:t> </a:t>
            </a:r>
            <a:r>
              <a:rPr lang="en-US" altLang="en-US" sz="1200" dirty="0"/>
              <a:t>of blocks for the purpose of recovery (more in Chapter 19)</a:t>
            </a:r>
          </a:p>
          <a:p>
            <a:r>
              <a:rPr lang="en-US" altLang="en-US" sz="1200" b="1" dirty="0">
                <a:solidFill>
                  <a:srgbClr val="002060"/>
                </a:solidFill>
              </a:rPr>
              <a:t>Nonvolatile write buffers</a:t>
            </a:r>
            <a:r>
              <a:rPr lang="en-US" altLang="en-US" sz="1200" dirty="0">
                <a:solidFill>
                  <a:srgbClr val="002060"/>
                </a:solidFill>
              </a:rPr>
              <a:t> </a:t>
            </a:r>
            <a:r>
              <a:rPr lang="en-US" altLang="en-US" sz="1200" dirty="0"/>
              <a:t>speed up disk writes by writing blocks to a non-volatile RAM or flash buffer immediately</a:t>
            </a:r>
          </a:p>
          <a:p>
            <a:pPr lvl="1"/>
            <a:r>
              <a:rPr lang="en-US" altLang="en-US" sz="1200" i="1" dirty="0"/>
              <a:t>Writes can be reordered to minimize disk arm movement</a:t>
            </a:r>
          </a:p>
          <a:p>
            <a:r>
              <a:rPr lang="en-US" altLang="en-US" sz="1200" b="1" dirty="0">
                <a:solidFill>
                  <a:srgbClr val="002060"/>
                </a:solidFill>
              </a:rPr>
              <a:t>Log disk</a:t>
            </a:r>
            <a:r>
              <a:rPr lang="en-US" altLang="en-US" sz="1200" dirty="0">
                <a:solidFill>
                  <a:srgbClr val="002060"/>
                </a:solidFill>
              </a:rPr>
              <a:t> </a:t>
            </a:r>
            <a:r>
              <a:rPr lang="en-US" altLang="en-US" sz="1200" dirty="0"/>
              <a:t>– a disk devoted to writing a sequential log of block updates</a:t>
            </a:r>
          </a:p>
          <a:p>
            <a:pPr lvl="1"/>
            <a:r>
              <a:rPr lang="en-US" altLang="en-US" sz="1200" dirty="0"/>
              <a:t> Used exactly like nonvolatile RAM</a:t>
            </a:r>
          </a:p>
          <a:p>
            <a:pPr lvl="2"/>
            <a:r>
              <a:rPr lang="en-US" altLang="en-US" sz="1200" dirty="0"/>
              <a:t>Write to log disk is very fast since no seeks are required</a:t>
            </a:r>
          </a:p>
          <a:p>
            <a:r>
              <a:rPr lang="en-US" altLang="en-US" sz="1200" b="1" dirty="0">
                <a:solidFill>
                  <a:srgbClr val="002060"/>
                </a:solidFill>
              </a:rPr>
              <a:t>Journaling file systems </a:t>
            </a:r>
            <a:r>
              <a:rPr lang="en-US" altLang="en-US" sz="1200" dirty="0"/>
              <a:t>write data in-order to NV-RAM or log disk</a:t>
            </a:r>
            <a:endParaRPr lang="en-US" altLang="en-US" sz="1200" b="1" dirty="0">
              <a:solidFill>
                <a:schemeClr val="tx2"/>
              </a:solidFill>
            </a:endParaRPr>
          </a:p>
          <a:p>
            <a:pPr lvl="1"/>
            <a:r>
              <a:rPr lang="en-US" altLang="en-US" sz="1200" dirty="0"/>
              <a:t>Reordering without journaling: risk of corruption of file system data</a:t>
            </a:r>
          </a:p>
        </p:txBody>
      </p:sp>
    </p:spTree>
    <p:extLst>
      <p:ext uri="{BB962C8B-B14F-4D97-AF65-F5344CB8AC3E}">
        <p14:creationId xmlns:p14="http://schemas.microsoft.com/office/powerpoint/2010/main" val="873671395"/>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4845A-7CC5-2E0D-2971-BD25331FF36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7DDB4E-01E0-1E87-7094-EF183FC6172D}"/>
              </a:ext>
            </a:extLst>
          </p:cNvPr>
          <p:cNvSpPr>
            <a:spLocks noGrp="1"/>
          </p:cNvSpPr>
          <p:nvPr>
            <p:ph idx="1"/>
          </p:nvPr>
        </p:nvSpPr>
        <p:spPr/>
        <p:txBody>
          <a:bodyPr/>
          <a:lstStyle/>
          <a:p>
            <a:r>
              <a:rPr lang="en-US" dirty="0"/>
              <a:t>Indexes</a:t>
            </a:r>
          </a:p>
        </p:txBody>
      </p:sp>
    </p:spTree>
    <p:extLst>
      <p:ext uri="{BB962C8B-B14F-4D97-AF65-F5344CB8AC3E}">
        <p14:creationId xmlns:p14="http://schemas.microsoft.com/office/powerpoint/2010/main" val="1744328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778" name="Rectangle 2">
            <a:extLst>
              <a:ext uri="{FF2B5EF4-FFF2-40B4-BE49-F238E27FC236}">
                <a16:creationId xmlns:a16="http://schemas.microsoft.com/office/drawing/2014/main" id="{F3BCB465-833C-46CA-9A94-74540559D13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Basic Concepts</a:t>
            </a:r>
          </a:p>
        </p:txBody>
      </p:sp>
      <p:sp>
        <p:nvSpPr>
          <p:cNvPr id="9219" name="Rectangle 3">
            <a:extLst>
              <a:ext uri="{FF2B5EF4-FFF2-40B4-BE49-F238E27FC236}">
                <a16:creationId xmlns:a16="http://schemas.microsoft.com/office/drawing/2014/main" id="{21872072-543E-4407-92E7-BD753A24D6EA}"/>
              </a:ext>
            </a:extLst>
          </p:cNvPr>
          <p:cNvSpPr>
            <a:spLocks noGrp="1" noChangeArrowheads="1"/>
          </p:cNvSpPr>
          <p:nvPr>
            <p:ph type="body" idx="1"/>
          </p:nvPr>
        </p:nvSpPr>
        <p:spPr>
          <a:xfrm>
            <a:off x="1782193" y="851298"/>
            <a:ext cx="5586273" cy="3902869"/>
          </a:xfrm>
        </p:spPr>
        <p:txBody>
          <a:bodyPr/>
          <a:lstStyle/>
          <a:p>
            <a:r>
              <a:rPr lang="en-US" altLang="en-US" dirty="0"/>
              <a:t>Indexing mechanisms used to speed up access to desired data.</a:t>
            </a:r>
          </a:p>
          <a:p>
            <a:pPr lvl="1"/>
            <a:r>
              <a:rPr lang="en-US" altLang="en-US" dirty="0"/>
              <a:t>E.g., author catalog in library</a:t>
            </a:r>
          </a:p>
          <a:p>
            <a:r>
              <a:rPr lang="en-US" altLang="en-US" b="1" dirty="0">
                <a:solidFill>
                  <a:srgbClr val="002060"/>
                </a:solidFill>
              </a:rPr>
              <a:t>Search Key</a:t>
            </a:r>
            <a:r>
              <a:rPr lang="en-US" altLang="en-US" dirty="0">
                <a:solidFill>
                  <a:srgbClr val="002060"/>
                </a:solidFill>
              </a:rPr>
              <a:t> </a:t>
            </a:r>
            <a:r>
              <a:rPr lang="en-US" altLang="en-US" dirty="0"/>
              <a:t>- attribute to set of attributes used to look up records in a file.</a:t>
            </a:r>
          </a:p>
          <a:p>
            <a:r>
              <a:rPr lang="en-US" altLang="en-US" dirty="0"/>
              <a:t>An </a:t>
            </a:r>
            <a:r>
              <a:rPr lang="en-US" altLang="en-US" b="1" dirty="0">
                <a:solidFill>
                  <a:srgbClr val="002060"/>
                </a:solidFill>
              </a:rPr>
              <a:t>index file </a:t>
            </a:r>
            <a:r>
              <a:rPr lang="en-US" altLang="en-US" dirty="0"/>
              <a:t>consists of records (called </a:t>
            </a:r>
            <a:r>
              <a:rPr lang="en-US" altLang="en-US" b="1" dirty="0">
                <a:solidFill>
                  <a:srgbClr val="002060"/>
                </a:solidFill>
              </a:rPr>
              <a:t>index entries</a:t>
            </a:r>
            <a:r>
              <a:rPr lang="en-US" altLang="en-US" dirty="0"/>
              <a:t>) of the form</a:t>
            </a:r>
            <a:br>
              <a:rPr lang="en-US" altLang="en-US" dirty="0"/>
            </a:br>
            <a:br>
              <a:rPr lang="en-US" altLang="en-US" dirty="0"/>
            </a:br>
            <a:endParaRPr lang="en-US" altLang="en-US" dirty="0"/>
          </a:p>
          <a:p>
            <a:r>
              <a:rPr lang="en-US" altLang="en-US" dirty="0"/>
              <a:t>Index files are typically much smaller than the original file </a:t>
            </a:r>
          </a:p>
          <a:p>
            <a:r>
              <a:rPr lang="en-US" altLang="en-US" dirty="0"/>
              <a:t>Two basic kinds of indices:</a:t>
            </a:r>
          </a:p>
          <a:p>
            <a:pPr lvl="1"/>
            <a:r>
              <a:rPr lang="en-US" altLang="en-US" b="1" dirty="0"/>
              <a:t>Ordered indices:  </a:t>
            </a:r>
            <a:r>
              <a:rPr lang="en-US" altLang="en-US" dirty="0"/>
              <a:t>search keys are stored in sorted order</a:t>
            </a:r>
          </a:p>
          <a:p>
            <a:pPr lvl="1"/>
            <a:r>
              <a:rPr lang="en-US" altLang="en-US" b="1" dirty="0"/>
              <a:t>Hash indices:</a:t>
            </a:r>
            <a:r>
              <a:rPr lang="en-US" altLang="en-US" dirty="0"/>
              <a:t>  search keys are distributed uniformly across </a:t>
            </a:r>
            <a:r>
              <a:rPr lang="ja-JP" altLang="en-US" dirty="0"/>
              <a:t>“</a:t>
            </a:r>
            <a:r>
              <a:rPr lang="en-US" altLang="ja-JP" dirty="0"/>
              <a:t>buckets</a:t>
            </a:r>
            <a:r>
              <a:rPr lang="ja-JP" altLang="en-US" dirty="0"/>
              <a:t>”</a:t>
            </a:r>
            <a:r>
              <a:rPr lang="en-US" altLang="ja-JP" dirty="0"/>
              <a:t> using a </a:t>
            </a:r>
            <a:r>
              <a:rPr lang="ja-JP" altLang="en-US" dirty="0"/>
              <a:t>“</a:t>
            </a:r>
            <a:r>
              <a:rPr lang="en-US" altLang="ja-JP" dirty="0"/>
              <a:t>hash function</a:t>
            </a:r>
            <a:r>
              <a:rPr lang="ja-JP" altLang="en-US" dirty="0"/>
              <a:t>”</a:t>
            </a:r>
            <a:r>
              <a:rPr lang="en-US" altLang="ja-JP" dirty="0"/>
              <a:t>. </a:t>
            </a:r>
            <a:endParaRPr lang="en-US" altLang="en-US" dirty="0"/>
          </a:p>
        </p:txBody>
      </p:sp>
      <p:sp>
        <p:nvSpPr>
          <p:cNvPr id="9220" name="Rectangle 4">
            <a:extLst>
              <a:ext uri="{FF2B5EF4-FFF2-40B4-BE49-F238E27FC236}">
                <a16:creationId xmlns:a16="http://schemas.microsoft.com/office/drawing/2014/main" id="{16F06304-6B39-487A-8AC9-A9EBD9D3B4F8}"/>
              </a:ext>
            </a:extLst>
          </p:cNvPr>
          <p:cNvSpPr>
            <a:spLocks noChangeArrowheads="1"/>
          </p:cNvSpPr>
          <p:nvPr/>
        </p:nvSpPr>
        <p:spPr bwMode="auto">
          <a:xfrm>
            <a:off x="2923412" y="2134978"/>
            <a:ext cx="1129904"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search-key</a:t>
            </a:r>
          </a:p>
        </p:txBody>
      </p:sp>
      <p:sp>
        <p:nvSpPr>
          <p:cNvPr id="9221" name="Rectangle 5">
            <a:extLst>
              <a:ext uri="{FF2B5EF4-FFF2-40B4-BE49-F238E27FC236}">
                <a16:creationId xmlns:a16="http://schemas.microsoft.com/office/drawing/2014/main" id="{680F23AC-7EEA-420A-A744-1154880804FB}"/>
              </a:ext>
            </a:extLst>
          </p:cNvPr>
          <p:cNvSpPr>
            <a:spLocks noChangeArrowheads="1"/>
          </p:cNvSpPr>
          <p:nvPr/>
        </p:nvSpPr>
        <p:spPr bwMode="auto">
          <a:xfrm>
            <a:off x="4053316" y="2134979"/>
            <a:ext cx="888206"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pointer</a:t>
            </a:r>
          </a:p>
        </p:txBody>
      </p:sp>
      <p:sp>
        <p:nvSpPr>
          <p:cNvPr id="2" name="TextBox 1">
            <a:extLst>
              <a:ext uri="{FF2B5EF4-FFF2-40B4-BE49-F238E27FC236}">
                <a16:creationId xmlns:a16="http://schemas.microsoft.com/office/drawing/2014/main" id="{5C532694-198A-4732-FAA6-CD747BCD36D2}"/>
              </a:ext>
            </a:extLst>
          </p:cNvPr>
          <p:cNvSpPr txBox="1"/>
          <p:nvPr/>
        </p:nvSpPr>
        <p:spPr>
          <a:xfrm>
            <a:off x="1981200" y="4171950"/>
            <a:ext cx="1866793" cy="369332"/>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(“c:\”, LBN, offset)</a:t>
            </a:r>
          </a:p>
        </p:txBody>
      </p:sp>
      <p:sp>
        <p:nvSpPr>
          <p:cNvPr id="3" name="Rectangle 4">
            <a:extLst>
              <a:ext uri="{FF2B5EF4-FFF2-40B4-BE49-F238E27FC236}">
                <a16:creationId xmlns:a16="http://schemas.microsoft.com/office/drawing/2014/main" id="{975A3601-458C-AE0F-030B-DCA682CE40FB}"/>
              </a:ext>
            </a:extLst>
          </p:cNvPr>
          <p:cNvSpPr>
            <a:spLocks noChangeArrowheads="1"/>
          </p:cNvSpPr>
          <p:nvPr/>
        </p:nvSpPr>
        <p:spPr bwMode="auto">
          <a:xfrm>
            <a:off x="4731057" y="3943350"/>
            <a:ext cx="1129904"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search-key</a:t>
            </a:r>
          </a:p>
        </p:txBody>
      </p:sp>
      <p:sp>
        <p:nvSpPr>
          <p:cNvPr id="4" name="Rectangle 5">
            <a:extLst>
              <a:ext uri="{FF2B5EF4-FFF2-40B4-BE49-F238E27FC236}">
                <a16:creationId xmlns:a16="http://schemas.microsoft.com/office/drawing/2014/main" id="{6E720F68-2B5F-6E35-5B2E-A04E743FBEF8}"/>
              </a:ext>
            </a:extLst>
          </p:cNvPr>
          <p:cNvSpPr>
            <a:spLocks noChangeArrowheads="1"/>
          </p:cNvSpPr>
          <p:nvPr/>
        </p:nvSpPr>
        <p:spPr bwMode="auto">
          <a:xfrm>
            <a:off x="5860961" y="3943351"/>
            <a:ext cx="888206"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pointer</a:t>
            </a:r>
          </a:p>
        </p:txBody>
      </p:sp>
      <p:sp>
        <p:nvSpPr>
          <p:cNvPr id="5" name="Rectangle 4">
            <a:extLst>
              <a:ext uri="{FF2B5EF4-FFF2-40B4-BE49-F238E27FC236}">
                <a16:creationId xmlns:a16="http://schemas.microsoft.com/office/drawing/2014/main" id="{98D4C3FD-4BFF-3666-B2C9-6A1446A31CC4}"/>
              </a:ext>
            </a:extLst>
          </p:cNvPr>
          <p:cNvSpPr>
            <a:spLocks noChangeArrowheads="1"/>
          </p:cNvSpPr>
          <p:nvPr/>
        </p:nvSpPr>
        <p:spPr bwMode="auto">
          <a:xfrm>
            <a:off x="4731057" y="4231481"/>
            <a:ext cx="1129904"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search-key</a:t>
            </a:r>
          </a:p>
        </p:txBody>
      </p:sp>
      <p:sp>
        <p:nvSpPr>
          <p:cNvPr id="6" name="Rectangle 5">
            <a:extLst>
              <a:ext uri="{FF2B5EF4-FFF2-40B4-BE49-F238E27FC236}">
                <a16:creationId xmlns:a16="http://schemas.microsoft.com/office/drawing/2014/main" id="{FC120A58-05A7-A4E9-DF5B-62110FE07149}"/>
              </a:ext>
            </a:extLst>
          </p:cNvPr>
          <p:cNvSpPr>
            <a:spLocks noChangeArrowheads="1"/>
          </p:cNvSpPr>
          <p:nvPr/>
        </p:nvSpPr>
        <p:spPr bwMode="auto">
          <a:xfrm>
            <a:off x="5860961" y="4231482"/>
            <a:ext cx="888206"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pointer</a:t>
            </a:r>
          </a:p>
        </p:txBody>
      </p:sp>
      <p:sp>
        <p:nvSpPr>
          <p:cNvPr id="7" name="Rectangle 6">
            <a:extLst>
              <a:ext uri="{FF2B5EF4-FFF2-40B4-BE49-F238E27FC236}">
                <a16:creationId xmlns:a16="http://schemas.microsoft.com/office/drawing/2014/main" id="{6CB5A468-9961-FE9C-2861-5D69262C3DC8}"/>
              </a:ext>
            </a:extLst>
          </p:cNvPr>
          <p:cNvSpPr>
            <a:spLocks noChangeArrowheads="1"/>
          </p:cNvSpPr>
          <p:nvPr/>
        </p:nvSpPr>
        <p:spPr bwMode="auto">
          <a:xfrm>
            <a:off x="4731057" y="4519612"/>
            <a:ext cx="1129904"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search-key</a:t>
            </a:r>
          </a:p>
        </p:txBody>
      </p:sp>
      <p:sp>
        <p:nvSpPr>
          <p:cNvPr id="8" name="Rectangle 7">
            <a:extLst>
              <a:ext uri="{FF2B5EF4-FFF2-40B4-BE49-F238E27FC236}">
                <a16:creationId xmlns:a16="http://schemas.microsoft.com/office/drawing/2014/main" id="{24598598-1FF7-5E25-491F-9E6EE54A41F3}"/>
              </a:ext>
            </a:extLst>
          </p:cNvPr>
          <p:cNvSpPr>
            <a:spLocks noChangeArrowheads="1"/>
          </p:cNvSpPr>
          <p:nvPr/>
        </p:nvSpPr>
        <p:spPr bwMode="auto">
          <a:xfrm>
            <a:off x="5860961" y="4519613"/>
            <a:ext cx="888206" cy="288131"/>
          </a:xfrm>
          <a:prstGeom prst="rect">
            <a:avLst/>
          </a:prstGeom>
          <a:solidFill>
            <a:schemeClr val="accent1"/>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350"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pointer</a:t>
            </a:r>
          </a:p>
        </p:txBody>
      </p:sp>
    </p:spTree>
    <p:extLst>
      <p:ext uri="{BB962C8B-B14F-4D97-AF65-F5344CB8AC3E}">
        <p14:creationId xmlns:p14="http://schemas.microsoft.com/office/powerpoint/2010/main" val="1187427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874" name="Rectangle 2">
            <a:extLst>
              <a:ext uri="{FF2B5EF4-FFF2-40B4-BE49-F238E27FC236}">
                <a16:creationId xmlns:a16="http://schemas.microsoft.com/office/drawing/2014/main" id="{A471252C-098C-486A-8E72-7C38AC42B3C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Ordered Indices</a:t>
            </a:r>
          </a:p>
        </p:txBody>
      </p:sp>
      <p:sp>
        <p:nvSpPr>
          <p:cNvPr id="1103875" name="Rectangle 3">
            <a:extLst>
              <a:ext uri="{FF2B5EF4-FFF2-40B4-BE49-F238E27FC236}">
                <a16:creationId xmlns:a16="http://schemas.microsoft.com/office/drawing/2014/main" id="{9A931772-41AD-40F7-93E4-14F5D2068315}"/>
              </a:ext>
            </a:extLst>
          </p:cNvPr>
          <p:cNvSpPr>
            <a:spLocks noGrp="1" noChangeArrowheads="1"/>
          </p:cNvSpPr>
          <p:nvPr>
            <p:ph type="body" idx="1"/>
          </p:nvPr>
        </p:nvSpPr>
        <p:spPr>
          <a:xfrm>
            <a:off x="1775535" y="877109"/>
            <a:ext cx="5592932" cy="3657600"/>
          </a:xfrm>
        </p:spPr>
        <p:txBody>
          <a:bodyPr/>
          <a:lstStyle/>
          <a:p>
            <a:r>
              <a:rPr lang="en-US" altLang="en-US" dirty="0"/>
              <a:t>In an </a:t>
            </a:r>
            <a:r>
              <a:rPr lang="en-US" altLang="en-US" b="1" dirty="0">
                <a:solidFill>
                  <a:srgbClr val="002060"/>
                </a:solidFill>
              </a:rPr>
              <a:t>ordered index</a:t>
            </a:r>
            <a:r>
              <a:rPr lang="en-US" altLang="en-US" b="1" dirty="0"/>
              <a:t>, </a:t>
            </a:r>
            <a:r>
              <a:rPr lang="en-US" altLang="en-US" dirty="0"/>
              <a:t>index entries are stored sorted on the search key value.  </a:t>
            </a:r>
          </a:p>
          <a:p>
            <a:r>
              <a:rPr lang="en-US" altLang="en-US" b="1" dirty="0">
                <a:solidFill>
                  <a:srgbClr val="002060"/>
                </a:solidFill>
              </a:rPr>
              <a:t>Clustering index</a:t>
            </a:r>
            <a:r>
              <a:rPr lang="en-US" altLang="en-US" b="1" dirty="0"/>
              <a:t>: </a:t>
            </a:r>
            <a:r>
              <a:rPr lang="en-US" altLang="en-US" dirty="0"/>
              <a:t>in a sequentially ordered file, the index whose search key specifies the sequential order of the file.</a:t>
            </a:r>
          </a:p>
          <a:p>
            <a:pPr lvl="1"/>
            <a:r>
              <a:rPr lang="en-US" altLang="en-US" dirty="0"/>
              <a:t>Also called </a:t>
            </a:r>
            <a:r>
              <a:rPr lang="en-US" altLang="en-US" b="1" dirty="0">
                <a:solidFill>
                  <a:srgbClr val="002060"/>
                </a:solidFill>
              </a:rPr>
              <a:t>primary index</a:t>
            </a:r>
            <a:endParaRPr lang="en-US" altLang="en-US" dirty="0">
              <a:solidFill>
                <a:srgbClr val="002060"/>
              </a:solidFill>
            </a:endParaRPr>
          </a:p>
          <a:p>
            <a:pPr lvl="1"/>
            <a:r>
              <a:rPr lang="en-US" altLang="en-US" dirty="0"/>
              <a:t>The search key of a primary index is usually but not necessarily the primary key.</a:t>
            </a:r>
          </a:p>
          <a:p>
            <a:r>
              <a:rPr lang="en-US" altLang="en-US" b="1" dirty="0">
                <a:solidFill>
                  <a:srgbClr val="002060"/>
                </a:solidFill>
              </a:rPr>
              <a:t>Secondary index</a:t>
            </a:r>
            <a:r>
              <a:rPr lang="en-US" altLang="en-US" dirty="0"/>
              <a:t>:</a:t>
            </a:r>
            <a:r>
              <a:rPr lang="en-US" altLang="en-US" b="1" dirty="0"/>
              <a:t> </a:t>
            </a:r>
            <a:r>
              <a:rPr lang="en-US" altLang="en-US" dirty="0"/>
              <a:t>an index whose search key specifies an order different from the sequential order of the file.  Also called </a:t>
            </a:r>
            <a:br>
              <a:rPr lang="en-US" altLang="en-US" dirty="0"/>
            </a:br>
            <a:r>
              <a:rPr lang="en-US" altLang="en-US" b="1" dirty="0" err="1">
                <a:solidFill>
                  <a:srgbClr val="002060"/>
                </a:solidFill>
              </a:rPr>
              <a:t>nonclustering</a:t>
            </a:r>
            <a:r>
              <a:rPr lang="en-US" altLang="en-US" b="1" dirty="0">
                <a:solidFill>
                  <a:srgbClr val="002060"/>
                </a:solidFill>
              </a:rPr>
              <a:t> index</a:t>
            </a:r>
            <a:r>
              <a:rPr lang="en-US" altLang="en-US" b="1" dirty="0"/>
              <a:t>.</a:t>
            </a:r>
            <a:endParaRPr lang="en-US" altLang="en-US" dirty="0"/>
          </a:p>
          <a:p>
            <a:r>
              <a:rPr lang="en-US" altLang="en-US" b="1" dirty="0">
                <a:solidFill>
                  <a:srgbClr val="002060"/>
                </a:solidFill>
              </a:rPr>
              <a:t>Index-sequential file</a:t>
            </a:r>
            <a:r>
              <a:rPr lang="en-US" altLang="en-US" b="1" dirty="0"/>
              <a:t>:</a:t>
            </a:r>
            <a:r>
              <a:rPr lang="en-US" altLang="en-US" dirty="0"/>
              <a:t> sequential file ordered on a search key, with a clustering index on the search key.</a:t>
            </a:r>
          </a:p>
        </p:txBody>
      </p:sp>
    </p:spTree>
    <p:extLst>
      <p:ext uri="{BB962C8B-B14F-4D97-AF65-F5344CB8AC3E}">
        <p14:creationId xmlns:p14="http://schemas.microsoft.com/office/powerpoint/2010/main" val="8976262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1038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0387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0387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0387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0387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10387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22" name="Rectangle 2">
            <a:extLst>
              <a:ext uri="{FF2B5EF4-FFF2-40B4-BE49-F238E27FC236}">
                <a16:creationId xmlns:a16="http://schemas.microsoft.com/office/drawing/2014/main" id="{69C9745A-37B7-4F0E-A3B3-2DAF58FB2FD8}"/>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Dense Index Files</a:t>
            </a:r>
          </a:p>
        </p:txBody>
      </p:sp>
      <p:sp>
        <p:nvSpPr>
          <p:cNvPr id="15363" name="Rectangle 3">
            <a:extLst>
              <a:ext uri="{FF2B5EF4-FFF2-40B4-BE49-F238E27FC236}">
                <a16:creationId xmlns:a16="http://schemas.microsoft.com/office/drawing/2014/main" id="{BAF8129C-3EED-4426-9DD8-3F433D6DF7D4}"/>
              </a:ext>
            </a:extLst>
          </p:cNvPr>
          <p:cNvSpPr>
            <a:spLocks noGrp="1" noChangeArrowheads="1"/>
          </p:cNvSpPr>
          <p:nvPr>
            <p:ph type="body" idx="1"/>
          </p:nvPr>
        </p:nvSpPr>
        <p:spPr>
          <a:xfrm>
            <a:off x="1753792" y="820341"/>
            <a:ext cx="5745956" cy="873919"/>
          </a:xfrm>
        </p:spPr>
        <p:txBody>
          <a:bodyPr/>
          <a:lstStyle/>
          <a:p>
            <a:r>
              <a:rPr lang="en-US" altLang="en-US" b="1" dirty="0">
                <a:solidFill>
                  <a:srgbClr val="002060"/>
                </a:solidFill>
              </a:rPr>
              <a:t>Dense index</a:t>
            </a:r>
            <a:r>
              <a:rPr lang="en-US" altLang="en-US" dirty="0">
                <a:solidFill>
                  <a:srgbClr val="002060"/>
                </a:solidFill>
              </a:rPr>
              <a:t> </a:t>
            </a:r>
            <a:r>
              <a:rPr lang="en-US" altLang="en-US" dirty="0"/>
              <a:t>— Index record appears for every search-key value in the file. </a:t>
            </a:r>
          </a:p>
          <a:p>
            <a:r>
              <a:rPr lang="en-US" altLang="en-US" dirty="0"/>
              <a:t>E.g. index on </a:t>
            </a:r>
            <a:r>
              <a:rPr lang="en-US" altLang="en-US" i="1" dirty="0"/>
              <a:t>ID</a:t>
            </a:r>
            <a:r>
              <a:rPr lang="en-US" altLang="en-US" dirty="0"/>
              <a:t> attribute of </a:t>
            </a:r>
            <a:r>
              <a:rPr lang="en-US" altLang="en-US" i="1" dirty="0"/>
              <a:t>instructor</a:t>
            </a:r>
            <a:r>
              <a:rPr lang="en-US" altLang="en-US" dirty="0"/>
              <a:t> relation </a:t>
            </a:r>
          </a:p>
        </p:txBody>
      </p:sp>
      <p:pic>
        <p:nvPicPr>
          <p:cNvPr id="15364" name="Picture 8">
            <a:extLst>
              <a:ext uri="{FF2B5EF4-FFF2-40B4-BE49-F238E27FC236}">
                <a16:creationId xmlns:a16="http://schemas.microsoft.com/office/drawing/2014/main" id="{710620EF-3A3A-4679-B2D8-8E62EC03AE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6028" y="1717827"/>
            <a:ext cx="5025628" cy="244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6283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9394" name="Rectangle 2">
            <a:extLst>
              <a:ext uri="{FF2B5EF4-FFF2-40B4-BE49-F238E27FC236}">
                <a16:creationId xmlns:a16="http://schemas.microsoft.com/office/drawing/2014/main" id="{A0AC463D-5BF0-4013-9522-A5AD19E7A61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Dense Index Files (Cont.)</a:t>
            </a:r>
          </a:p>
        </p:txBody>
      </p:sp>
      <p:sp>
        <p:nvSpPr>
          <p:cNvPr id="17411" name="Rectangle 3">
            <a:extLst>
              <a:ext uri="{FF2B5EF4-FFF2-40B4-BE49-F238E27FC236}">
                <a16:creationId xmlns:a16="http://schemas.microsoft.com/office/drawing/2014/main" id="{972A41FD-6D01-4D50-86B9-6E628B8C7744}"/>
              </a:ext>
            </a:extLst>
          </p:cNvPr>
          <p:cNvSpPr>
            <a:spLocks noGrp="1" noChangeArrowheads="1"/>
          </p:cNvSpPr>
          <p:nvPr>
            <p:ph type="body" idx="1"/>
          </p:nvPr>
        </p:nvSpPr>
        <p:spPr>
          <a:xfrm>
            <a:off x="1753792" y="820342"/>
            <a:ext cx="5745956" cy="725090"/>
          </a:xfrm>
        </p:spPr>
        <p:txBody>
          <a:bodyPr/>
          <a:lstStyle/>
          <a:p>
            <a:r>
              <a:rPr lang="en-US" altLang="en-US" dirty="0"/>
              <a:t>Dense index on </a:t>
            </a:r>
            <a:r>
              <a:rPr lang="en-US" altLang="en-US" i="1" dirty="0"/>
              <a:t>dept_name</a:t>
            </a:r>
            <a:r>
              <a:rPr lang="en-US" altLang="en-US" dirty="0"/>
              <a:t>, with </a:t>
            </a:r>
            <a:r>
              <a:rPr lang="en-US" altLang="en-US" i="1" dirty="0"/>
              <a:t>instructor </a:t>
            </a:r>
            <a:r>
              <a:rPr lang="en-US" altLang="en-US" dirty="0"/>
              <a:t>file sorted on </a:t>
            </a:r>
            <a:r>
              <a:rPr lang="en-US" altLang="en-US" i="1" dirty="0"/>
              <a:t>dept_name</a:t>
            </a:r>
            <a:endParaRPr lang="en-US" altLang="en-US" dirty="0"/>
          </a:p>
        </p:txBody>
      </p:sp>
      <p:pic>
        <p:nvPicPr>
          <p:cNvPr id="17412" name="Picture 7">
            <a:extLst>
              <a:ext uri="{FF2B5EF4-FFF2-40B4-BE49-F238E27FC236}">
                <a16:creationId xmlns:a16="http://schemas.microsoft.com/office/drawing/2014/main" id="{6206C307-EB8B-44EE-BC03-F42F67E293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8850" y="1254125"/>
            <a:ext cx="5311379" cy="220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3359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970" name="Rectangle 2">
            <a:extLst>
              <a:ext uri="{FF2B5EF4-FFF2-40B4-BE49-F238E27FC236}">
                <a16:creationId xmlns:a16="http://schemas.microsoft.com/office/drawing/2014/main" id="{D16DB98C-5073-42B4-BF88-0C454293884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Sparse Index Files</a:t>
            </a:r>
          </a:p>
        </p:txBody>
      </p:sp>
      <p:sp>
        <p:nvSpPr>
          <p:cNvPr id="19459" name="Rectangle 3">
            <a:extLst>
              <a:ext uri="{FF2B5EF4-FFF2-40B4-BE49-F238E27FC236}">
                <a16:creationId xmlns:a16="http://schemas.microsoft.com/office/drawing/2014/main" id="{AEC30A03-5B48-4877-BFDE-46B4DC9354F2}"/>
              </a:ext>
            </a:extLst>
          </p:cNvPr>
          <p:cNvSpPr>
            <a:spLocks noGrp="1" noChangeArrowheads="1"/>
          </p:cNvSpPr>
          <p:nvPr>
            <p:ph type="body" idx="1"/>
          </p:nvPr>
        </p:nvSpPr>
        <p:spPr>
          <a:xfrm>
            <a:off x="1753792" y="820341"/>
            <a:ext cx="5574506" cy="1871663"/>
          </a:xfrm>
        </p:spPr>
        <p:txBody>
          <a:bodyPr/>
          <a:lstStyle/>
          <a:p>
            <a:r>
              <a:rPr lang="en-US" altLang="en-US" b="1" dirty="0">
                <a:solidFill>
                  <a:srgbClr val="002060"/>
                </a:solidFill>
              </a:rPr>
              <a:t>Sparse Index</a:t>
            </a:r>
            <a:r>
              <a:rPr lang="en-US" altLang="en-US" dirty="0"/>
              <a:t>:  contains index records for only some search-key values.</a:t>
            </a:r>
          </a:p>
          <a:p>
            <a:pPr lvl="1"/>
            <a:r>
              <a:rPr lang="en-US" altLang="en-US" dirty="0"/>
              <a:t>Applicable when records are sequentially ordered on search-key</a:t>
            </a:r>
          </a:p>
          <a:p>
            <a:r>
              <a:rPr lang="en-US" altLang="en-US" dirty="0"/>
              <a:t>To locate a record with search-key value </a:t>
            </a:r>
            <a:r>
              <a:rPr lang="en-US" altLang="en-US" i="1" dirty="0"/>
              <a:t>K</a:t>
            </a:r>
            <a:r>
              <a:rPr lang="en-US" altLang="en-US" dirty="0"/>
              <a:t> we:</a:t>
            </a:r>
          </a:p>
          <a:p>
            <a:pPr lvl="1"/>
            <a:r>
              <a:rPr lang="en-US" altLang="en-US" dirty="0"/>
              <a:t>Find index record with largest search-key value &lt; </a:t>
            </a:r>
            <a:r>
              <a:rPr lang="en-US" altLang="en-US" i="1" dirty="0"/>
              <a:t>K</a:t>
            </a:r>
            <a:endParaRPr lang="en-US" altLang="en-US" dirty="0"/>
          </a:p>
          <a:p>
            <a:pPr lvl="1"/>
            <a:r>
              <a:rPr lang="en-US" altLang="en-US" dirty="0"/>
              <a:t>Search file sequentially starting at the record to which the index record points</a:t>
            </a:r>
          </a:p>
        </p:txBody>
      </p:sp>
      <p:pic>
        <p:nvPicPr>
          <p:cNvPr id="19460" name="Picture 7">
            <a:extLst>
              <a:ext uri="{FF2B5EF4-FFF2-40B4-BE49-F238E27FC236}">
                <a16:creationId xmlns:a16="http://schemas.microsoft.com/office/drawing/2014/main" id="{4CA72F48-2A38-43A9-866F-F0DC188821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6241" y="2616992"/>
            <a:ext cx="4558949" cy="209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741A1B1C-C3DC-194A-ACAD-109765FC895B}"/>
              </a:ext>
            </a:extLst>
          </p:cNvPr>
          <p:cNvSpPr/>
          <p:nvPr/>
        </p:nvSpPr>
        <p:spPr bwMode="auto">
          <a:xfrm>
            <a:off x="4114800" y="2616992"/>
            <a:ext cx="2743200" cy="640558"/>
          </a:xfrm>
          <a:prstGeom prst="rect">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6" name="Rectangle 5">
            <a:extLst>
              <a:ext uri="{FF2B5EF4-FFF2-40B4-BE49-F238E27FC236}">
                <a16:creationId xmlns:a16="http://schemas.microsoft.com/office/drawing/2014/main" id="{2CDD37C5-58AB-774C-9104-31D62AC5C189}"/>
              </a:ext>
            </a:extLst>
          </p:cNvPr>
          <p:cNvSpPr/>
          <p:nvPr/>
        </p:nvSpPr>
        <p:spPr bwMode="auto">
          <a:xfrm>
            <a:off x="4114800" y="3302792"/>
            <a:ext cx="2743200" cy="640558"/>
          </a:xfrm>
          <a:prstGeom prst="rect">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7" name="Rectangle 6">
            <a:extLst>
              <a:ext uri="{FF2B5EF4-FFF2-40B4-BE49-F238E27FC236}">
                <a16:creationId xmlns:a16="http://schemas.microsoft.com/office/drawing/2014/main" id="{C49E7513-6AEC-F94D-9219-17A433A11AD2}"/>
              </a:ext>
            </a:extLst>
          </p:cNvPr>
          <p:cNvSpPr/>
          <p:nvPr/>
        </p:nvSpPr>
        <p:spPr bwMode="auto">
          <a:xfrm>
            <a:off x="4114800" y="3986209"/>
            <a:ext cx="2743200" cy="640558"/>
          </a:xfrm>
          <a:prstGeom prst="rect">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Tree>
    <p:extLst>
      <p:ext uri="{BB962C8B-B14F-4D97-AF65-F5344CB8AC3E}">
        <p14:creationId xmlns:p14="http://schemas.microsoft.com/office/powerpoint/2010/main" val="1438062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3490" name="Rectangle 2">
            <a:extLst>
              <a:ext uri="{FF2B5EF4-FFF2-40B4-BE49-F238E27FC236}">
                <a16:creationId xmlns:a16="http://schemas.microsoft.com/office/drawing/2014/main" id="{24121C46-A7F8-4C85-B0FA-844931DCBE3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Sparse Index Files (Cont.)</a:t>
            </a:r>
          </a:p>
        </p:txBody>
      </p:sp>
      <p:sp>
        <p:nvSpPr>
          <p:cNvPr id="21507" name="Rectangle 3">
            <a:extLst>
              <a:ext uri="{FF2B5EF4-FFF2-40B4-BE49-F238E27FC236}">
                <a16:creationId xmlns:a16="http://schemas.microsoft.com/office/drawing/2014/main" id="{1497FC95-73F7-4D82-B58B-073729F719AC}"/>
              </a:ext>
            </a:extLst>
          </p:cNvPr>
          <p:cNvSpPr>
            <a:spLocks noGrp="1" noChangeArrowheads="1"/>
          </p:cNvSpPr>
          <p:nvPr>
            <p:ph type="body" idx="1"/>
          </p:nvPr>
        </p:nvSpPr>
        <p:spPr>
          <a:xfrm>
            <a:off x="1788850" y="895353"/>
            <a:ext cx="6212150" cy="3894534"/>
          </a:xfrm>
        </p:spPr>
        <p:txBody>
          <a:bodyPr/>
          <a:lstStyle/>
          <a:p>
            <a:r>
              <a:rPr lang="en-US" altLang="en-US" dirty="0"/>
              <a:t>Compared to dense indices:</a:t>
            </a:r>
          </a:p>
          <a:p>
            <a:pPr lvl="1"/>
            <a:r>
              <a:rPr lang="en-US" altLang="en-US" dirty="0"/>
              <a:t>Less space and less maintenance overhead for insertions and deletions.</a:t>
            </a:r>
          </a:p>
          <a:p>
            <a:pPr lvl="1"/>
            <a:r>
              <a:rPr lang="en-US" altLang="en-US" dirty="0"/>
              <a:t>Generally slower than dense index for locating records.</a:t>
            </a:r>
          </a:p>
          <a:p>
            <a:r>
              <a:rPr lang="en-US" altLang="en-US" b="1" dirty="0"/>
              <a:t>Good tradeoff</a:t>
            </a:r>
            <a:r>
              <a:rPr lang="en-US" altLang="en-US" dirty="0"/>
              <a:t>: </a:t>
            </a:r>
          </a:p>
          <a:p>
            <a:pPr lvl="1"/>
            <a:r>
              <a:rPr lang="en-US" altLang="en-US" dirty="0"/>
              <a:t>for clustered index: sparse index with an index entry for every block in file, corresponding to least search-key value in the block.</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pPr lvl="1"/>
            <a:r>
              <a:rPr lang="en-US" altLang="en-US" dirty="0"/>
              <a:t>For </a:t>
            </a:r>
            <a:r>
              <a:rPr lang="en-US" altLang="en-US" dirty="0" err="1"/>
              <a:t>unclustered</a:t>
            </a:r>
            <a:r>
              <a:rPr lang="en-US" altLang="en-US" dirty="0"/>
              <a:t> index: sparse index on top of dense index (multilevel index)</a:t>
            </a:r>
          </a:p>
        </p:txBody>
      </p:sp>
      <p:grpSp>
        <p:nvGrpSpPr>
          <p:cNvPr id="5" name="Group 4">
            <a:extLst>
              <a:ext uri="{FF2B5EF4-FFF2-40B4-BE49-F238E27FC236}">
                <a16:creationId xmlns:a16="http://schemas.microsoft.com/office/drawing/2014/main" id="{1BDE9D94-E986-4FDA-B2F6-B47DE62C9308}"/>
              </a:ext>
            </a:extLst>
          </p:cNvPr>
          <p:cNvGrpSpPr/>
          <p:nvPr/>
        </p:nvGrpSpPr>
        <p:grpSpPr>
          <a:xfrm>
            <a:off x="3200400" y="2561034"/>
            <a:ext cx="1878304" cy="1679969"/>
            <a:chOff x="2465294" y="3429000"/>
            <a:chExt cx="2782312" cy="2568575"/>
          </a:xfrm>
        </p:grpSpPr>
        <p:pic>
          <p:nvPicPr>
            <p:cNvPr id="3" name="Graphic 2">
              <a:extLst>
                <a:ext uri="{FF2B5EF4-FFF2-40B4-BE49-F238E27FC236}">
                  <a16:creationId xmlns:a16="http://schemas.microsoft.com/office/drawing/2014/main" id="{816BB815-C486-41E2-8B5C-0756C1851E3A}"/>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39022" t="-6" r="-1376" b="53812"/>
            <a:stretch/>
          </p:blipFill>
          <p:spPr>
            <a:xfrm>
              <a:off x="2528392" y="3429000"/>
              <a:ext cx="2719214" cy="2441743"/>
            </a:xfrm>
            <a:prstGeom prst="rect">
              <a:avLst/>
            </a:prstGeom>
          </p:spPr>
        </p:pic>
        <p:sp>
          <p:nvSpPr>
            <p:cNvPr id="4" name="Rectangle 3">
              <a:extLst>
                <a:ext uri="{FF2B5EF4-FFF2-40B4-BE49-F238E27FC236}">
                  <a16:creationId xmlns:a16="http://schemas.microsoft.com/office/drawing/2014/main" id="{1C584757-4F0D-4F53-8610-649ED2931878}"/>
                </a:ext>
              </a:extLst>
            </p:cNvPr>
            <p:cNvSpPr/>
            <p:nvPr/>
          </p:nvSpPr>
          <p:spPr bwMode="auto">
            <a:xfrm>
              <a:off x="2465294" y="4649871"/>
              <a:ext cx="1147482" cy="1220872"/>
            </a:xfrm>
            <a:prstGeom prst="rect">
              <a:avLst/>
            </a:prstGeom>
            <a:solidFill>
              <a:schemeClr val="accent1"/>
            </a:solidFill>
            <a:ln w="9525" cap="flat" cmpd="sng" algn="ctr">
              <a:no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en-IN" sz="1200" b="0" i="0" u="none" strike="noStrike" kern="1200" cap="none" spc="0" normalizeH="0" baseline="0" noProof="0">
                <a:ln>
                  <a:noFill/>
                </a:ln>
                <a:solidFill>
                  <a:srgbClr val="000000"/>
                </a:solidFill>
                <a:effectLst/>
                <a:uLnTx/>
                <a:uFillTx/>
                <a:latin typeface="Helvetica" charset="0"/>
                <a:ea typeface="MS PGothic" panose="020B0600070205080204" pitchFamily="34" charset="-128"/>
                <a:cs typeface="+mn-cs"/>
              </a:endParaRPr>
            </a:p>
          </p:txBody>
        </p:sp>
        <p:sp>
          <p:nvSpPr>
            <p:cNvPr id="11" name="Rectangle 10">
              <a:extLst>
                <a:ext uri="{FF2B5EF4-FFF2-40B4-BE49-F238E27FC236}">
                  <a16:creationId xmlns:a16="http://schemas.microsoft.com/office/drawing/2014/main" id="{3CA78095-0A25-48F9-9B32-1E9D76A9734D}"/>
                </a:ext>
              </a:extLst>
            </p:cNvPr>
            <p:cNvSpPr/>
            <p:nvPr/>
          </p:nvSpPr>
          <p:spPr bwMode="auto">
            <a:xfrm>
              <a:off x="3357627" y="5333999"/>
              <a:ext cx="636494" cy="663576"/>
            </a:xfrm>
            <a:prstGeom prst="rect">
              <a:avLst/>
            </a:prstGeom>
            <a:solidFill>
              <a:schemeClr val="accent1"/>
            </a:solidFill>
            <a:ln w="9525" cap="flat" cmpd="sng" algn="ctr">
              <a:no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marL="0" marR="0" lvl="0" indent="0" algn="l" defTabSz="685800" rtl="0" eaLnBrk="0" fontAlgn="base" latinLnBrk="0" hangingPunct="0">
                <a:lnSpc>
                  <a:spcPct val="100000"/>
                </a:lnSpc>
                <a:spcBef>
                  <a:spcPct val="0"/>
                </a:spcBef>
                <a:spcAft>
                  <a:spcPct val="0"/>
                </a:spcAft>
                <a:buClrTx/>
                <a:buSzTx/>
                <a:buFontTx/>
                <a:buNone/>
                <a:tabLst/>
                <a:defRPr/>
              </a:pPr>
              <a:endParaRPr kumimoji="0" lang="en-IN" sz="1200" b="0" i="0" u="none" strike="noStrike" kern="1200" cap="none" spc="0" normalizeH="0" baseline="0" noProof="0">
                <a:ln>
                  <a:noFill/>
                </a:ln>
                <a:solidFill>
                  <a:srgbClr val="000000"/>
                </a:solidFill>
                <a:effectLst/>
                <a:uLnTx/>
                <a:uFillTx/>
                <a:latin typeface="Helvetica" charset="0"/>
                <a:ea typeface="MS PGothic" panose="020B0600070205080204" pitchFamily="34" charset="-128"/>
                <a:cs typeface="+mn-cs"/>
              </a:endParaRPr>
            </a:p>
          </p:txBody>
        </p:sp>
      </p:grpSp>
    </p:spTree>
    <p:extLst>
      <p:ext uri="{BB962C8B-B14F-4D97-AF65-F5344CB8AC3E}">
        <p14:creationId xmlns:p14="http://schemas.microsoft.com/office/powerpoint/2010/main" val="645107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78" name="Rectangle 2">
            <a:extLst>
              <a:ext uri="{FF2B5EF4-FFF2-40B4-BE49-F238E27FC236}">
                <a16:creationId xmlns:a16="http://schemas.microsoft.com/office/drawing/2014/main" id="{71DBFB25-C332-4E15-B164-4E01F5530593}"/>
              </a:ext>
            </a:extLst>
          </p:cNvPr>
          <p:cNvSpPr>
            <a:spLocks noGrp="1" noChangeArrowheads="1"/>
          </p:cNvSpPr>
          <p:nvPr>
            <p:ph type="title"/>
          </p:nvPr>
        </p:nvSpPr>
        <p:spPr>
          <a:xfrm>
            <a:off x="1719263" y="72629"/>
            <a:ext cx="6057900" cy="457200"/>
          </a:xfrm>
        </p:spPr>
        <p:txBody>
          <a:bodyPr/>
          <a:lstStyle/>
          <a:p>
            <a:pPr>
              <a:defRPr/>
            </a:pPr>
            <a:r>
              <a:rPr lang="en-US" altLang="en-US">
                <a:effectLst>
                  <a:outerShdw blurRad="38100" dist="38100" dir="2700000" algn="tl">
                    <a:srgbClr val="C0C0C0"/>
                  </a:outerShdw>
                </a:effectLst>
              </a:rPr>
              <a:t>Secondary Indices Example</a:t>
            </a:r>
          </a:p>
        </p:txBody>
      </p:sp>
      <p:sp>
        <p:nvSpPr>
          <p:cNvPr id="23555" name="Rectangle 3">
            <a:extLst>
              <a:ext uri="{FF2B5EF4-FFF2-40B4-BE49-F238E27FC236}">
                <a16:creationId xmlns:a16="http://schemas.microsoft.com/office/drawing/2014/main" id="{614B819D-50FE-4933-AE5F-989AA66F7244}"/>
              </a:ext>
            </a:extLst>
          </p:cNvPr>
          <p:cNvSpPr>
            <a:spLocks noGrp="1" noChangeArrowheads="1"/>
          </p:cNvSpPr>
          <p:nvPr>
            <p:ph type="body" sz="half" idx="2"/>
          </p:nvPr>
        </p:nvSpPr>
        <p:spPr>
          <a:xfrm>
            <a:off x="1818085" y="897713"/>
            <a:ext cx="5765006" cy="3613566"/>
          </a:xfrm>
        </p:spPr>
        <p:txBody>
          <a:bodyPr/>
          <a:lstStyle/>
          <a:p>
            <a:pPr>
              <a:buFont typeface="Wingdings" panose="05000000000000000000" pitchFamily="2" charset="2"/>
              <a:buChar char="§"/>
            </a:pPr>
            <a:r>
              <a:rPr lang="en-US" altLang="en-US" dirty="0"/>
              <a:t>Secondary index on salary field of instructor</a:t>
            </a:r>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a:buFont typeface="Wingdings" panose="05000000000000000000" pitchFamily="2" charset="2"/>
              <a:buChar char="§"/>
            </a:pPr>
            <a:endParaRPr lang="en-US" altLang="en-US" dirty="0"/>
          </a:p>
          <a:p>
            <a:pPr marL="0" indent="0">
              <a:buNone/>
            </a:pPr>
            <a:endParaRPr lang="en-US" altLang="en-US" dirty="0"/>
          </a:p>
          <a:p>
            <a:pPr>
              <a:buFont typeface="Wingdings" panose="05000000000000000000" pitchFamily="2" charset="2"/>
              <a:buChar char="§"/>
            </a:pPr>
            <a:r>
              <a:rPr lang="en-US" altLang="en-US" dirty="0"/>
              <a:t>Index record points to a bucket that contains pointers to all the actual records with that particular search-key value.</a:t>
            </a:r>
          </a:p>
          <a:p>
            <a:pPr>
              <a:buFont typeface="Wingdings" panose="05000000000000000000" pitchFamily="2" charset="2"/>
              <a:buChar char="§"/>
            </a:pPr>
            <a:r>
              <a:rPr lang="en-US" altLang="en-US" dirty="0"/>
              <a:t>Secondary indices have to be dense</a:t>
            </a:r>
          </a:p>
        </p:txBody>
      </p:sp>
      <p:pic>
        <p:nvPicPr>
          <p:cNvPr id="23557" name="Picture 7">
            <a:extLst>
              <a:ext uri="{FF2B5EF4-FFF2-40B4-BE49-F238E27FC236}">
                <a16:creationId xmlns:a16="http://schemas.microsoft.com/office/drawing/2014/main" id="{676DB81F-D9AB-4AD6-84B4-BF691501F9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5294" y="1275153"/>
            <a:ext cx="4914893" cy="2411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40D102F4-3F79-5870-7DB0-3E39D5826093}"/>
              </a:ext>
            </a:extLst>
          </p:cNvPr>
          <p:cNvSpPr/>
          <p:nvPr/>
        </p:nvSpPr>
        <p:spPr bwMode="auto">
          <a:xfrm>
            <a:off x="3429000" y="2495550"/>
            <a:ext cx="304800" cy="381000"/>
          </a:xfrm>
          <a:prstGeom prst="rect">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Tree>
    <p:extLst>
      <p:ext uri="{BB962C8B-B14F-4D97-AF65-F5344CB8AC3E}">
        <p14:creationId xmlns:p14="http://schemas.microsoft.com/office/powerpoint/2010/main" val="1287994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7826" name="Rectangle 2">
            <a:extLst>
              <a:ext uri="{FF2B5EF4-FFF2-40B4-BE49-F238E27FC236}">
                <a16:creationId xmlns:a16="http://schemas.microsoft.com/office/drawing/2014/main" id="{FE7A2C49-1A11-4078-8A81-EA64D95ADA45}"/>
              </a:ext>
            </a:extLst>
          </p:cNvPr>
          <p:cNvSpPr>
            <a:spLocks noGrp="1" noChangeArrowheads="1"/>
          </p:cNvSpPr>
          <p:nvPr>
            <p:ph type="title"/>
          </p:nvPr>
        </p:nvSpPr>
        <p:spPr/>
        <p:txBody>
          <a:bodyPr/>
          <a:lstStyle/>
          <a:p>
            <a:pPr>
              <a:defRPr/>
            </a:pPr>
            <a:r>
              <a:rPr lang="en-US" altLang="en-US" dirty="0">
                <a:effectLst>
                  <a:outerShdw blurRad="38100" dist="38100" dir="2700000" algn="tl">
                    <a:srgbClr val="C0C0C0"/>
                  </a:outerShdw>
                </a:effectLst>
              </a:rPr>
              <a:t>Clustering vs Nonclustering Indices</a:t>
            </a:r>
          </a:p>
        </p:txBody>
      </p:sp>
      <p:sp>
        <p:nvSpPr>
          <p:cNvPr id="25603" name="Rectangle 3">
            <a:extLst>
              <a:ext uri="{FF2B5EF4-FFF2-40B4-BE49-F238E27FC236}">
                <a16:creationId xmlns:a16="http://schemas.microsoft.com/office/drawing/2014/main" id="{A2949146-9391-4615-A79E-36372130CCBD}"/>
              </a:ext>
            </a:extLst>
          </p:cNvPr>
          <p:cNvSpPr>
            <a:spLocks noGrp="1" noChangeArrowheads="1"/>
          </p:cNvSpPr>
          <p:nvPr>
            <p:ph type="body" idx="1"/>
          </p:nvPr>
        </p:nvSpPr>
        <p:spPr>
          <a:xfrm>
            <a:off x="1788851" y="800747"/>
            <a:ext cx="5740202" cy="3947602"/>
          </a:xfrm>
        </p:spPr>
        <p:txBody>
          <a:bodyPr/>
          <a:lstStyle/>
          <a:p>
            <a:r>
              <a:rPr lang="en-US" altLang="en-US" dirty="0"/>
              <a:t>Indices offer substantial benefits when searching for records.</a:t>
            </a:r>
          </a:p>
          <a:p>
            <a:r>
              <a:rPr lang="en-US" altLang="en-US" dirty="0"/>
              <a:t>BUT: indices imposes overhead on database modification</a:t>
            </a:r>
          </a:p>
          <a:p>
            <a:pPr lvl="1"/>
            <a:r>
              <a:rPr lang="en-US" altLang="en-US" dirty="0"/>
              <a:t>when a record is inserted or deleted, every index on the relation must be updated</a:t>
            </a:r>
          </a:p>
          <a:p>
            <a:pPr lvl="1"/>
            <a:r>
              <a:rPr lang="en-US" altLang="en-US" dirty="0"/>
              <a:t>When a record is updated, any index on an updated attribute must be updated</a:t>
            </a:r>
          </a:p>
          <a:p>
            <a:r>
              <a:rPr lang="en-US" altLang="en-US" dirty="0"/>
              <a:t>Sequential scan using clustering index is efficient, but a sequential scan using a secondary (</a:t>
            </a:r>
            <a:r>
              <a:rPr lang="en-US" altLang="en-US" dirty="0" err="1"/>
              <a:t>nonclustering</a:t>
            </a:r>
            <a:r>
              <a:rPr lang="en-US" altLang="en-US" dirty="0"/>
              <a:t>) index is expensive on magnetic disk</a:t>
            </a:r>
          </a:p>
          <a:p>
            <a:pPr lvl="1"/>
            <a:r>
              <a:rPr lang="en-US" altLang="en-US" dirty="0"/>
              <a:t>Each record access may fetch a new block from disk</a:t>
            </a:r>
          </a:p>
          <a:p>
            <a:pPr lvl="1"/>
            <a:r>
              <a:rPr lang="en-US" altLang="en-US" dirty="0"/>
              <a:t>Each block fetch on magnetic disk requires about 5 to 10 milliseconds</a:t>
            </a:r>
          </a:p>
        </p:txBody>
      </p:sp>
    </p:spTree>
    <p:extLst>
      <p:ext uri="{BB962C8B-B14F-4D97-AF65-F5344CB8AC3E}">
        <p14:creationId xmlns:p14="http://schemas.microsoft.com/office/powerpoint/2010/main" val="1559976431"/>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D221E-9C52-442B-B60E-604C6F42F655}"/>
              </a:ext>
            </a:extLst>
          </p:cNvPr>
          <p:cNvSpPr>
            <a:spLocks noGrp="1"/>
          </p:cNvSpPr>
          <p:nvPr>
            <p:ph type="title"/>
          </p:nvPr>
        </p:nvSpPr>
        <p:spPr/>
        <p:txBody>
          <a:bodyPr/>
          <a:lstStyle/>
          <a:p>
            <a:r>
              <a:rPr lang="en-IN" dirty="0"/>
              <a:t>Indices on Multiple Keys</a:t>
            </a:r>
          </a:p>
        </p:txBody>
      </p:sp>
      <p:sp>
        <p:nvSpPr>
          <p:cNvPr id="3" name="Content Placeholder 2">
            <a:extLst>
              <a:ext uri="{FF2B5EF4-FFF2-40B4-BE49-F238E27FC236}">
                <a16:creationId xmlns:a16="http://schemas.microsoft.com/office/drawing/2014/main" id="{34B33A1F-9167-438A-AF27-3662D79CF52F}"/>
              </a:ext>
            </a:extLst>
          </p:cNvPr>
          <p:cNvSpPr>
            <a:spLocks noGrp="1"/>
          </p:cNvSpPr>
          <p:nvPr>
            <p:ph idx="1"/>
          </p:nvPr>
        </p:nvSpPr>
        <p:spPr>
          <a:xfrm>
            <a:off x="1788851" y="800747"/>
            <a:ext cx="5740202" cy="3947602"/>
          </a:xfrm>
        </p:spPr>
        <p:txBody>
          <a:bodyPr/>
          <a:lstStyle/>
          <a:p>
            <a:r>
              <a:rPr lang="en-IN" b="1" dirty="0">
                <a:solidFill>
                  <a:srgbClr val="002060"/>
                </a:solidFill>
              </a:rPr>
              <a:t>Composite search key</a:t>
            </a:r>
            <a:r>
              <a:rPr lang="en-IN" dirty="0"/>
              <a:t>  </a:t>
            </a:r>
          </a:p>
          <a:p>
            <a:pPr lvl="1"/>
            <a:r>
              <a:rPr lang="en-IN" dirty="0"/>
              <a:t>E.g., index on </a:t>
            </a:r>
            <a:r>
              <a:rPr lang="en-IN" i="1" dirty="0"/>
              <a:t>instructor</a:t>
            </a:r>
            <a:r>
              <a:rPr lang="en-IN" dirty="0"/>
              <a:t> relation on attributes (</a:t>
            </a:r>
            <a:r>
              <a:rPr lang="en-IN" i="1" dirty="0"/>
              <a:t>name, ID</a:t>
            </a:r>
            <a:r>
              <a:rPr lang="en-IN" dirty="0"/>
              <a:t>)</a:t>
            </a:r>
          </a:p>
          <a:p>
            <a:pPr lvl="1"/>
            <a:r>
              <a:rPr lang="en-IN" dirty="0"/>
              <a:t>Values are sorted lexicographically</a:t>
            </a:r>
          </a:p>
          <a:p>
            <a:pPr lvl="2"/>
            <a:r>
              <a:rPr lang="en-IN" dirty="0"/>
              <a:t>E.g.  (John, 12121) &lt; (John, 13514)  and </a:t>
            </a:r>
            <a:br>
              <a:rPr lang="en-IN" dirty="0"/>
            </a:br>
            <a:r>
              <a:rPr lang="en-IN" dirty="0"/>
              <a:t>        (John, 13514) &lt; (Peter, 11223)</a:t>
            </a:r>
          </a:p>
          <a:p>
            <a:pPr lvl="1"/>
            <a:r>
              <a:rPr lang="en-IN" dirty="0"/>
              <a:t>Can query on just </a:t>
            </a:r>
            <a:r>
              <a:rPr lang="en-IN" i="1" dirty="0"/>
              <a:t>name</a:t>
            </a:r>
            <a:r>
              <a:rPr lang="en-IN" dirty="0"/>
              <a:t>, or on (</a:t>
            </a:r>
            <a:r>
              <a:rPr lang="en-IN" i="1" dirty="0"/>
              <a:t>name, ID</a:t>
            </a:r>
            <a:r>
              <a:rPr lang="en-IN" dirty="0"/>
              <a:t>)</a:t>
            </a:r>
          </a:p>
          <a:p>
            <a:pPr lvl="1"/>
            <a:endParaRPr lang="en-IN" dirty="0"/>
          </a:p>
          <a:p>
            <a:r>
              <a:rPr lang="en-IN" dirty="0">
                <a:solidFill>
                  <a:srgbClr val="FF0000"/>
                </a:solidFill>
              </a:rPr>
              <a:t>(</a:t>
            </a:r>
            <a:r>
              <a:rPr lang="en-IN" dirty="0" err="1">
                <a:solidFill>
                  <a:srgbClr val="FF0000"/>
                </a:solidFill>
              </a:rPr>
              <a:t>nameLast</a:t>
            </a:r>
            <a:r>
              <a:rPr lang="en-IN" dirty="0">
                <a:solidFill>
                  <a:srgbClr val="FF0000"/>
                </a:solidFill>
              </a:rPr>
              <a:t>, </a:t>
            </a:r>
            <a:r>
              <a:rPr lang="en-IN" dirty="0" err="1">
                <a:solidFill>
                  <a:srgbClr val="FF0000"/>
                </a:solidFill>
              </a:rPr>
              <a:t>nameFirst</a:t>
            </a:r>
            <a:r>
              <a:rPr lang="en-IN" dirty="0">
                <a:solidFill>
                  <a:srgbClr val="FF0000"/>
                </a:solidFill>
              </a:rPr>
              <a:t>, birthyear)</a:t>
            </a:r>
          </a:p>
          <a:p>
            <a:pPr lvl="1"/>
            <a:r>
              <a:rPr lang="en-IN" dirty="0" err="1">
                <a:solidFill>
                  <a:srgbClr val="FF0000"/>
                </a:solidFill>
              </a:rPr>
              <a:t>nameLast</a:t>
            </a:r>
            <a:r>
              <a:rPr lang="en-IN" dirty="0">
                <a:solidFill>
                  <a:srgbClr val="FF0000"/>
                </a:solidFill>
              </a:rPr>
              <a:t> [</a:t>
            </a:r>
            <a:r>
              <a:rPr lang="en-IN" dirty="0" err="1">
                <a:solidFill>
                  <a:srgbClr val="FF0000"/>
                </a:solidFill>
              </a:rPr>
              <a:t>nameLast</a:t>
            </a:r>
            <a:r>
              <a:rPr lang="en-IN" dirty="0">
                <a:solidFill>
                  <a:srgbClr val="FF0000"/>
                </a:solidFill>
              </a:rPr>
              <a:t> = “Ferguson”] [</a:t>
            </a:r>
            <a:r>
              <a:rPr lang="en-IN" dirty="0" err="1">
                <a:solidFill>
                  <a:srgbClr val="FF0000"/>
                </a:solidFill>
              </a:rPr>
              <a:t>nameLast</a:t>
            </a:r>
            <a:r>
              <a:rPr lang="en-IN" dirty="0">
                <a:solidFill>
                  <a:srgbClr val="FF0000"/>
                </a:solidFill>
              </a:rPr>
              <a:t> like “Fer%”]</a:t>
            </a:r>
          </a:p>
          <a:p>
            <a:pPr lvl="1"/>
            <a:r>
              <a:rPr lang="en-IN" dirty="0" err="1">
                <a:solidFill>
                  <a:srgbClr val="FF0000"/>
                </a:solidFill>
              </a:rPr>
              <a:t>nameLast</a:t>
            </a:r>
            <a:r>
              <a:rPr lang="en-IN" dirty="0">
                <a:solidFill>
                  <a:srgbClr val="FF0000"/>
                </a:solidFill>
              </a:rPr>
              <a:t>, </a:t>
            </a:r>
            <a:r>
              <a:rPr lang="en-IN" dirty="0" err="1">
                <a:solidFill>
                  <a:srgbClr val="FF0000"/>
                </a:solidFill>
              </a:rPr>
              <a:t>nameFirst</a:t>
            </a:r>
            <a:endParaRPr lang="en-IN" dirty="0">
              <a:solidFill>
                <a:srgbClr val="FF0000"/>
              </a:solidFill>
            </a:endParaRPr>
          </a:p>
          <a:p>
            <a:pPr lvl="1"/>
            <a:r>
              <a:rPr lang="en-IN" dirty="0" err="1">
                <a:solidFill>
                  <a:srgbClr val="FF0000"/>
                </a:solidFill>
              </a:rPr>
              <a:t>nameLast</a:t>
            </a:r>
            <a:r>
              <a:rPr lang="en-IN" dirty="0">
                <a:solidFill>
                  <a:srgbClr val="FF0000"/>
                </a:solidFill>
              </a:rPr>
              <a:t>, </a:t>
            </a:r>
            <a:r>
              <a:rPr lang="en-IN" dirty="0" err="1">
                <a:solidFill>
                  <a:srgbClr val="FF0000"/>
                </a:solidFill>
              </a:rPr>
              <a:t>nameFirst</a:t>
            </a:r>
            <a:r>
              <a:rPr lang="en-IN" dirty="0">
                <a:solidFill>
                  <a:srgbClr val="FF0000"/>
                </a:solidFill>
              </a:rPr>
              <a:t>, birthyear</a:t>
            </a:r>
          </a:p>
          <a:p>
            <a:r>
              <a:rPr lang="en-IN" dirty="0">
                <a:solidFill>
                  <a:srgbClr val="FF0000"/>
                </a:solidFill>
              </a:rPr>
              <a:t>NOT and index on</a:t>
            </a:r>
          </a:p>
          <a:p>
            <a:pPr lvl="1"/>
            <a:r>
              <a:rPr lang="en-IN" dirty="0" err="1">
                <a:solidFill>
                  <a:srgbClr val="FF0000"/>
                </a:solidFill>
              </a:rPr>
              <a:t>nameFirst</a:t>
            </a:r>
            <a:r>
              <a:rPr lang="en-IN" dirty="0">
                <a:solidFill>
                  <a:srgbClr val="FF0000"/>
                </a:solidFill>
              </a:rPr>
              <a:t>, </a:t>
            </a:r>
            <a:r>
              <a:rPr lang="en-IN" dirty="0" err="1">
                <a:solidFill>
                  <a:srgbClr val="FF0000"/>
                </a:solidFill>
              </a:rPr>
              <a:t>nameLast</a:t>
            </a:r>
            <a:endParaRPr lang="en-IN" dirty="0">
              <a:solidFill>
                <a:srgbClr val="FF0000"/>
              </a:solidFill>
            </a:endParaRPr>
          </a:p>
          <a:p>
            <a:pPr lvl="1"/>
            <a:r>
              <a:rPr lang="en-IN" dirty="0">
                <a:solidFill>
                  <a:srgbClr val="FF0000"/>
                </a:solidFill>
              </a:rPr>
              <a:t>birthyear</a:t>
            </a:r>
          </a:p>
          <a:p>
            <a:pPr lvl="1"/>
            <a:r>
              <a:rPr lang="en-IN" dirty="0" err="1">
                <a:solidFill>
                  <a:srgbClr val="FF0000"/>
                </a:solidFill>
              </a:rPr>
              <a:t>nameLast</a:t>
            </a:r>
            <a:r>
              <a:rPr lang="en-IN" dirty="0">
                <a:solidFill>
                  <a:srgbClr val="FF0000"/>
                </a:solidFill>
              </a:rPr>
              <a:t> like [%</a:t>
            </a:r>
            <a:r>
              <a:rPr lang="en-IN" dirty="0" err="1">
                <a:solidFill>
                  <a:srgbClr val="FF0000"/>
                </a:solidFill>
              </a:rPr>
              <a:t>er</a:t>
            </a:r>
            <a:r>
              <a:rPr lang="en-IN" dirty="0">
                <a:solidFill>
                  <a:srgbClr val="FF0000"/>
                </a:solidFill>
              </a:rPr>
              <a:t>%]</a:t>
            </a:r>
          </a:p>
        </p:txBody>
      </p:sp>
    </p:spTree>
    <p:extLst>
      <p:ext uri="{BB962C8B-B14F-4D97-AF65-F5344CB8AC3E}">
        <p14:creationId xmlns:p14="http://schemas.microsoft.com/office/powerpoint/2010/main" val="2270622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9874" name="Rectangle 2">
            <a:extLst>
              <a:ext uri="{FF2B5EF4-FFF2-40B4-BE49-F238E27FC236}">
                <a16:creationId xmlns:a16="http://schemas.microsoft.com/office/drawing/2014/main" id="{DEFA663B-A102-4E3E-8A2F-E81DCB5BED3C}"/>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 Index Files</a:t>
            </a:r>
          </a:p>
        </p:txBody>
      </p:sp>
      <p:sp>
        <p:nvSpPr>
          <p:cNvPr id="37891" name="Rectangle 3">
            <a:extLst>
              <a:ext uri="{FF2B5EF4-FFF2-40B4-BE49-F238E27FC236}">
                <a16:creationId xmlns:a16="http://schemas.microsoft.com/office/drawing/2014/main" id="{22162B0D-B51D-446C-A191-D7BE1B40440C}"/>
              </a:ext>
            </a:extLst>
          </p:cNvPr>
          <p:cNvSpPr>
            <a:spLocks noGrp="1" noChangeArrowheads="1"/>
          </p:cNvSpPr>
          <p:nvPr>
            <p:ph type="body" idx="1"/>
          </p:nvPr>
        </p:nvSpPr>
        <p:spPr>
          <a:xfrm>
            <a:off x="1808826" y="982745"/>
            <a:ext cx="5631391" cy="3460668"/>
          </a:xfrm>
        </p:spPr>
        <p:txBody>
          <a:bodyPr/>
          <a:lstStyle/>
          <a:p>
            <a:pPr>
              <a:lnSpc>
                <a:spcPct val="90000"/>
              </a:lnSpc>
            </a:pPr>
            <a:r>
              <a:rPr lang="en-US" altLang="en-US" dirty="0"/>
              <a:t>Disadvantage of indexed-sequential files</a:t>
            </a:r>
          </a:p>
          <a:p>
            <a:pPr lvl="1">
              <a:lnSpc>
                <a:spcPct val="90000"/>
              </a:lnSpc>
            </a:pPr>
            <a:r>
              <a:rPr lang="en-US" altLang="en-US" dirty="0"/>
              <a:t>Performance degrades as file grows, since many overflow blocks get created.  </a:t>
            </a:r>
          </a:p>
          <a:p>
            <a:pPr lvl="1">
              <a:lnSpc>
                <a:spcPct val="90000"/>
              </a:lnSpc>
            </a:pPr>
            <a:r>
              <a:rPr lang="en-US" altLang="en-US" dirty="0"/>
              <a:t>Periodic reorganization of entire file is required.</a:t>
            </a:r>
          </a:p>
          <a:p>
            <a:pPr>
              <a:lnSpc>
                <a:spcPct val="90000"/>
              </a:lnSpc>
            </a:pPr>
            <a:r>
              <a:rPr lang="en-US" altLang="en-US" dirty="0"/>
              <a:t>Advantage of B</a:t>
            </a:r>
            <a:r>
              <a:rPr lang="en-US" altLang="en-US" baseline="30000" dirty="0"/>
              <a:t>+</a:t>
            </a:r>
            <a:r>
              <a:rPr lang="en-US" altLang="en-US" dirty="0"/>
              <a:t>-tree index files:  </a:t>
            </a:r>
          </a:p>
          <a:p>
            <a:pPr lvl="1">
              <a:lnSpc>
                <a:spcPct val="90000"/>
              </a:lnSpc>
            </a:pPr>
            <a:r>
              <a:rPr lang="en-US" altLang="en-US" dirty="0"/>
              <a:t>Automatically reorganizes itself with small, local, changes, in the face of insertions and deletions.  </a:t>
            </a:r>
          </a:p>
          <a:p>
            <a:pPr lvl="1">
              <a:lnSpc>
                <a:spcPct val="90000"/>
              </a:lnSpc>
            </a:pPr>
            <a:r>
              <a:rPr lang="en-US" altLang="en-US" dirty="0"/>
              <a:t>Reorganization of entire file is not required to maintain performance.</a:t>
            </a:r>
          </a:p>
          <a:p>
            <a:pPr>
              <a:lnSpc>
                <a:spcPct val="90000"/>
              </a:lnSpc>
            </a:pPr>
            <a:r>
              <a:rPr lang="en-US" altLang="en-US" dirty="0"/>
              <a:t>(Minor) disadvantage of B</a:t>
            </a:r>
            <a:r>
              <a:rPr lang="en-US" altLang="en-US" baseline="30000" dirty="0"/>
              <a:t>+</a:t>
            </a:r>
            <a:r>
              <a:rPr lang="en-US" altLang="en-US" dirty="0"/>
              <a:t>-trees: </a:t>
            </a:r>
          </a:p>
          <a:p>
            <a:pPr lvl="1">
              <a:lnSpc>
                <a:spcPct val="90000"/>
              </a:lnSpc>
            </a:pPr>
            <a:r>
              <a:rPr lang="en-US" altLang="en-US" dirty="0"/>
              <a:t>Extra insertion and deletion overhead, space overhead.</a:t>
            </a:r>
          </a:p>
          <a:p>
            <a:pPr>
              <a:lnSpc>
                <a:spcPct val="90000"/>
              </a:lnSpc>
            </a:pPr>
            <a:r>
              <a:rPr lang="en-US" altLang="en-US" dirty="0"/>
              <a:t>Advantages of B</a:t>
            </a:r>
            <a:r>
              <a:rPr lang="en-US" altLang="en-US" baseline="30000" dirty="0"/>
              <a:t>+</a:t>
            </a:r>
            <a:r>
              <a:rPr lang="en-US" altLang="en-US" dirty="0"/>
              <a:t>-trees outweigh disadvantages</a:t>
            </a:r>
          </a:p>
          <a:p>
            <a:pPr lvl="1">
              <a:lnSpc>
                <a:spcPct val="90000"/>
              </a:lnSpc>
            </a:pPr>
            <a:r>
              <a:rPr lang="en-US" altLang="en-US" dirty="0"/>
              <a:t>B</a:t>
            </a:r>
            <a:r>
              <a:rPr lang="en-US" altLang="en-US" baseline="30000" dirty="0"/>
              <a:t>+</a:t>
            </a:r>
            <a:r>
              <a:rPr lang="en-US" altLang="en-US" dirty="0"/>
              <a:t>-trees are used extensively</a:t>
            </a:r>
          </a:p>
        </p:txBody>
      </p:sp>
    </p:spTree>
    <p:extLst>
      <p:ext uri="{BB962C8B-B14F-4D97-AF65-F5344CB8AC3E}">
        <p14:creationId xmlns:p14="http://schemas.microsoft.com/office/powerpoint/2010/main" val="135006198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2A0A4B5-93E8-4A46-9ABB-B723A76A3787}"/>
              </a:ext>
            </a:extLst>
          </p:cNvPr>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Example of B</a:t>
            </a:r>
            <a:r>
              <a:rPr lang="en-US" altLang="en-US" baseline="30000">
                <a:effectLst/>
              </a:rPr>
              <a:t>+</a:t>
            </a:r>
            <a:r>
              <a:rPr lang="en-US" altLang="en-US">
                <a:effectLst/>
              </a:rPr>
              <a:t>-Tree</a:t>
            </a:r>
          </a:p>
        </p:txBody>
      </p:sp>
      <p:cxnSp>
        <p:nvCxnSpPr>
          <p:cNvPr id="39939" name="Straight Connector 2">
            <a:extLst>
              <a:ext uri="{FF2B5EF4-FFF2-40B4-BE49-F238E27FC236}">
                <a16:creationId xmlns:a16="http://schemas.microsoft.com/office/drawing/2014/main" id="{BC2EC05F-0D0B-4482-9874-0FF50420CFF4}"/>
              </a:ext>
            </a:extLst>
          </p:cNvPr>
          <p:cNvCxnSpPr>
            <a:cxnSpLocks noChangeShapeType="1"/>
          </p:cNvCxnSpPr>
          <p:nvPr/>
        </p:nvCxnSpPr>
        <p:spPr bwMode="auto">
          <a:xfrm flipH="1">
            <a:off x="2093119" y="4269581"/>
            <a:ext cx="3512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9940" name="Straight Connector 4">
            <a:extLst>
              <a:ext uri="{FF2B5EF4-FFF2-40B4-BE49-F238E27FC236}">
                <a16:creationId xmlns:a16="http://schemas.microsoft.com/office/drawing/2014/main" id="{933E215A-0801-419F-B5A4-24B70097A42E}"/>
              </a:ext>
            </a:extLst>
          </p:cNvPr>
          <p:cNvCxnSpPr>
            <a:cxnSpLocks noChangeShapeType="1"/>
          </p:cNvCxnSpPr>
          <p:nvPr/>
        </p:nvCxnSpPr>
        <p:spPr bwMode="auto">
          <a:xfrm flipH="1">
            <a:off x="2095500" y="2246710"/>
            <a:ext cx="14288" cy="20145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9941" name="Group 11">
            <a:extLst>
              <a:ext uri="{FF2B5EF4-FFF2-40B4-BE49-F238E27FC236}">
                <a16:creationId xmlns:a16="http://schemas.microsoft.com/office/drawing/2014/main" id="{EF92FA19-AB38-4BA7-99E1-186F98390EB1}"/>
              </a:ext>
            </a:extLst>
          </p:cNvPr>
          <p:cNvGrpSpPr>
            <a:grpSpLocks/>
          </p:cNvGrpSpPr>
          <p:nvPr/>
        </p:nvGrpSpPr>
        <p:grpSpPr bwMode="auto">
          <a:xfrm>
            <a:off x="1248967" y="882254"/>
            <a:ext cx="6668690" cy="3773090"/>
            <a:chOff x="141288" y="1176338"/>
            <a:chExt cx="8891587" cy="5030787"/>
          </a:xfrm>
        </p:grpSpPr>
        <p:pic>
          <p:nvPicPr>
            <p:cNvPr id="39942" name="Picture 5">
              <a:extLst>
                <a:ext uri="{FF2B5EF4-FFF2-40B4-BE49-F238E27FC236}">
                  <a16:creationId xmlns:a16="http://schemas.microsoft.com/office/drawing/2014/main" id="{D1B731C9-62E9-453D-8BC8-11CED13F88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288" y="1176338"/>
              <a:ext cx="8891587" cy="503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Rectangle 10">
              <a:extLst>
                <a:ext uri="{FF2B5EF4-FFF2-40B4-BE49-F238E27FC236}">
                  <a16:creationId xmlns:a16="http://schemas.microsoft.com/office/drawing/2014/main" id="{DB162ECD-DB94-4A27-B11D-FEFC23CCB710}"/>
                </a:ext>
              </a:extLst>
            </p:cNvPr>
            <p:cNvSpPr>
              <a:spLocks noChangeArrowheads="1"/>
            </p:cNvSpPr>
            <p:nvPr/>
          </p:nvSpPr>
          <p:spPr bwMode="auto">
            <a:xfrm>
              <a:off x="1684609" y="3051960"/>
              <a:ext cx="64794" cy="2241992"/>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0"/>
                </a:spcBef>
                <a:spcAft>
                  <a:spcPct val="0"/>
                </a:spcAft>
                <a:buClrTx/>
                <a:buSzTx/>
                <a:buFont typeface="Monotype Sorts" pitchFamily="-65" charset="2"/>
                <a:buNone/>
                <a:tabLst/>
                <a:defRPr/>
              </a:pP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sp>
          <p:nvSpPr>
            <p:cNvPr id="39944" name="Rectangle 13">
              <a:extLst>
                <a:ext uri="{FF2B5EF4-FFF2-40B4-BE49-F238E27FC236}">
                  <a16:creationId xmlns:a16="http://schemas.microsoft.com/office/drawing/2014/main" id="{6E563E24-5E98-4177-9D3D-31217A7F2052}"/>
                </a:ext>
              </a:extLst>
            </p:cNvPr>
            <p:cNvSpPr>
              <a:spLocks noChangeArrowheads="1"/>
            </p:cNvSpPr>
            <p:nvPr/>
          </p:nvSpPr>
          <p:spPr bwMode="auto">
            <a:xfrm>
              <a:off x="1658717" y="5315675"/>
              <a:ext cx="100548" cy="368827"/>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0"/>
                </a:spcBef>
                <a:spcAft>
                  <a:spcPct val="0"/>
                </a:spcAft>
                <a:buClrTx/>
                <a:buSzTx/>
                <a:buFont typeface="Monotype Sorts" pitchFamily="-65" charset="2"/>
                <a:buNone/>
                <a:tabLst/>
                <a:defRPr/>
              </a:pPr>
              <a:endParaRPr kumimoji="0" lang="en-US" altLang="en-US" sz="1200" b="0" i="0" u="none" strike="noStrike" kern="120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cs typeface="+mn-cs"/>
              </a:endParaRPr>
            </a:p>
          </p:txBody>
        </p:sp>
      </p:grpSp>
    </p:spTree>
    <p:extLst>
      <p:ext uri="{BB962C8B-B14F-4D97-AF65-F5344CB8AC3E}">
        <p14:creationId xmlns:p14="http://schemas.microsoft.com/office/powerpoint/2010/main" val="32231427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22" name="Rectangle 2">
            <a:extLst>
              <a:ext uri="{FF2B5EF4-FFF2-40B4-BE49-F238E27FC236}">
                <a16:creationId xmlns:a16="http://schemas.microsoft.com/office/drawing/2014/main" id="{07CFB251-EA2C-47DA-B685-A75D8DCDB4A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 Index Files (Cont.)</a:t>
            </a:r>
          </a:p>
        </p:txBody>
      </p:sp>
      <p:sp>
        <p:nvSpPr>
          <p:cNvPr id="40963" name="Rectangle 3">
            <a:extLst>
              <a:ext uri="{FF2B5EF4-FFF2-40B4-BE49-F238E27FC236}">
                <a16:creationId xmlns:a16="http://schemas.microsoft.com/office/drawing/2014/main" id="{FD53499C-F106-46F2-BF14-D21BEF327FB2}"/>
              </a:ext>
            </a:extLst>
          </p:cNvPr>
          <p:cNvSpPr>
            <a:spLocks noGrp="1" noChangeArrowheads="1"/>
          </p:cNvSpPr>
          <p:nvPr>
            <p:ph type="body" idx="1"/>
          </p:nvPr>
        </p:nvSpPr>
        <p:spPr>
          <a:xfrm>
            <a:off x="1753791" y="1189431"/>
            <a:ext cx="5435203" cy="3183731"/>
          </a:xfrm>
        </p:spPr>
        <p:txBody>
          <a:bodyPr/>
          <a:lstStyle/>
          <a:p>
            <a:r>
              <a:rPr lang="en-US" altLang="en-US" dirty="0"/>
              <a:t>All paths from root to leaf are of the same length</a:t>
            </a:r>
          </a:p>
          <a:p>
            <a:r>
              <a:rPr lang="en-US" altLang="en-US" dirty="0"/>
              <a:t>Each node that is not a root or a leaf has between </a:t>
            </a:r>
            <a:r>
              <a:rPr lang="en-US" altLang="en-US" dirty="0">
                <a:sym typeface="Symbol" panose="05050102010706020507" pitchFamily="18" charset="2"/>
              </a:rPr>
              <a:t></a:t>
            </a:r>
            <a:r>
              <a:rPr lang="en-US" altLang="en-US" i="1" dirty="0"/>
              <a:t>n</a:t>
            </a:r>
            <a:r>
              <a:rPr lang="en-US" altLang="en-US" dirty="0"/>
              <a:t>/2</a:t>
            </a:r>
            <a:r>
              <a:rPr lang="en-US" altLang="en-US" dirty="0">
                <a:sym typeface="Symbol" panose="05050102010706020507" pitchFamily="18" charset="2"/>
              </a:rPr>
              <a:t></a:t>
            </a:r>
            <a:r>
              <a:rPr lang="en-US" altLang="en-US" dirty="0"/>
              <a:t> and </a:t>
            </a:r>
            <a:r>
              <a:rPr lang="en-US" altLang="en-US" i="1" dirty="0"/>
              <a:t>n</a:t>
            </a:r>
            <a:r>
              <a:rPr lang="en-US" altLang="en-US" dirty="0"/>
              <a:t> children.</a:t>
            </a:r>
          </a:p>
          <a:p>
            <a:r>
              <a:rPr lang="en-US" altLang="en-US" dirty="0"/>
              <a:t>A leaf node has between </a:t>
            </a:r>
            <a:r>
              <a:rPr lang="en-US" altLang="en-US" dirty="0">
                <a:sym typeface="Symbol" panose="05050102010706020507" pitchFamily="18" charset="2"/>
              </a:rPr>
              <a:t></a:t>
            </a:r>
            <a:r>
              <a:rPr lang="en-US" altLang="en-US" dirty="0"/>
              <a:t>(</a:t>
            </a:r>
            <a:r>
              <a:rPr lang="en-US" altLang="en-US" i="1" dirty="0"/>
              <a:t>n</a:t>
            </a:r>
            <a:r>
              <a:rPr lang="en-US" altLang="en-US" dirty="0"/>
              <a:t>–1)/2</a:t>
            </a:r>
            <a:r>
              <a:rPr lang="en-US" altLang="en-US" dirty="0">
                <a:sym typeface="Symbol" panose="05050102010706020507" pitchFamily="18" charset="2"/>
              </a:rPr>
              <a:t></a:t>
            </a:r>
            <a:r>
              <a:rPr lang="en-US" altLang="en-US" dirty="0"/>
              <a:t> and </a:t>
            </a:r>
            <a:r>
              <a:rPr lang="en-US" altLang="en-US" i="1" dirty="0"/>
              <a:t>n</a:t>
            </a:r>
            <a:r>
              <a:rPr lang="en-US" altLang="en-US" dirty="0"/>
              <a:t>–1 values</a:t>
            </a:r>
          </a:p>
          <a:p>
            <a:r>
              <a:rPr lang="en-US" altLang="en-US" dirty="0"/>
              <a:t>Special cases: </a:t>
            </a:r>
          </a:p>
          <a:p>
            <a:pPr lvl="1"/>
            <a:r>
              <a:rPr lang="en-US" altLang="en-US" dirty="0"/>
              <a:t>If the root is not a leaf, it has at least 2 children.</a:t>
            </a:r>
          </a:p>
          <a:p>
            <a:pPr lvl="1"/>
            <a:r>
              <a:rPr lang="en-US" altLang="en-US" dirty="0"/>
              <a:t>If the root is a leaf (that is, there are no other nodes in the tree), it can have between 0 and (</a:t>
            </a:r>
            <a:r>
              <a:rPr lang="en-US" altLang="en-US" i="1" dirty="0"/>
              <a:t>n</a:t>
            </a:r>
            <a:r>
              <a:rPr lang="en-US" altLang="en-US" dirty="0"/>
              <a:t>–1) values.</a:t>
            </a:r>
          </a:p>
        </p:txBody>
      </p:sp>
      <p:sp>
        <p:nvSpPr>
          <p:cNvPr id="40964" name="Text Box 4">
            <a:extLst>
              <a:ext uri="{FF2B5EF4-FFF2-40B4-BE49-F238E27FC236}">
                <a16:creationId xmlns:a16="http://schemas.microsoft.com/office/drawing/2014/main" id="{50EC1053-5CAA-4B1C-B11A-D206AA5195D2}"/>
              </a:ext>
            </a:extLst>
          </p:cNvPr>
          <p:cNvSpPr txBox="1">
            <a:spLocks noChangeArrowheads="1"/>
          </p:cNvSpPr>
          <p:nvPr/>
        </p:nvSpPr>
        <p:spPr bwMode="auto">
          <a:xfrm>
            <a:off x="1753791" y="857046"/>
            <a:ext cx="4953000"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50000"/>
              </a:spcBef>
              <a:spcAft>
                <a:spcPct val="0"/>
              </a:spcAft>
              <a:buClrTx/>
              <a:buSzTx/>
              <a:buFont typeface="Monotype Sorts" pitchFamily="-65" charset="2"/>
              <a:buNone/>
              <a:tabLst/>
              <a:defRPr/>
            </a:pP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A B</a:t>
            </a:r>
            <a:r>
              <a:rPr kumimoji="0" lang="en-US" altLang="en-US" sz="1275" b="0" i="0" u="none" strike="noStrike" kern="1200" cap="none" spc="0" normalizeH="0" baseline="30000" noProof="0" dirty="0">
                <a:ln>
                  <a:noFill/>
                </a:ln>
                <a:solidFill>
                  <a:srgbClr val="000000"/>
                </a:solidFill>
                <a:effectLst/>
                <a:uLnTx/>
                <a:uFillTx/>
                <a:latin typeface="Helvetica" panose="020B0604020202020204" pitchFamily="34" charset="0"/>
                <a:ea typeface="MS PGothic" panose="020B0600070205080204" pitchFamily="34" charset="-128"/>
                <a:cs typeface="+mn-cs"/>
              </a:rPr>
              <a:t>+</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-tree is a rooted tree satisfying the following properties:</a:t>
            </a:r>
          </a:p>
        </p:txBody>
      </p:sp>
    </p:spTree>
    <p:extLst>
      <p:ext uri="{BB962C8B-B14F-4D97-AF65-F5344CB8AC3E}">
        <p14:creationId xmlns:p14="http://schemas.microsoft.com/office/powerpoint/2010/main" val="954573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3970" name="Rectangle 2">
            <a:extLst>
              <a:ext uri="{FF2B5EF4-FFF2-40B4-BE49-F238E27FC236}">
                <a16:creationId xmlns:a16="http://schemas.microsoft.com/office/drawing/2014/main" id="{68085FC6-4A92-4F65-BAF7-E4906F9897AD}"/>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 Node Structure</a:t>
            </a:r>
          </a:p>
        </p:txBody>
      </p:sp>
      <p:sp>
        <p:nvSpPr>
          <p:cNvPr id="43011" name="Rectangle 3">
            <a:extLst>
              <a:ext uri="{FF2B5EF4-FFF2-40B4-BE49-F238E27FC236}">
                <a16:creationId xmlns:a16="http://schemas.microsoft.com/office/drawing/2014/main" id="{5E2DF636-C20B-414E-A588-A610771C96EE}"/>
              </a:ext>
            </a:extLst>
          </p:cNvPr>
          <p:cNvSpPr>
            <a:spLocks noGrp="1" noChangeArrowheads="1"/>
          </p:cNvSpPr>
          <p:nvPr>
            <p:ph type="body" idx="1"/>
          </p:nvPr>
        </p:nvSpPr>
        <p:spPr>
          <a:xfrm>
            <a:off x="1719263" y="800747"/>
            <a:ext cx="5809790" cy="3947602"/>
          </a:xfrm>
        </p:spPr>
        <p:txBody>
          <a:bodyPr/>
          <a:lstStyle/>
          <a:p>
            <a:pPr>
              <a:tabLst>
                <a:tab pos="1241822" algn="l"/>
              </a:tabLst>
            </a:pPr>
            <a:r>
              <a:rPr lang="en-US" altLang="en-US" dirty="0"/>
              <a:t>Typical node</a:t>
            </a:r>
            <a:br>
              <a:rPr lang="en-US" altLang="en-US" dirty="0"/>
            </a:br>
            <a:br>
              <a:rPr lang="en-US" altLang="en-US" dirty="0"/>
            </a:br>
            <a:br>
              <a:rPr lang="en-US" altLang="en-US" dirty="0"/>
            </a:br>
            <a:endParaRPr lang="en-US" altLang="en-US" dirty="0"/>
          </a:p>
          <a:p>
            <a:pPr lvl="1">
              <a:tabLst>
                <a:tab pos="1241822" algn="l"/>
              </a:tabLst>
            </a:pPr>
            <a:r>
              <a:rPr lang="en-US" altLang="en-US" dirty="0"/>
              <a:t>K</a:t>
            </a:r>
            <a:r>
              <a:rPr lang="en-US" altLang="en-US" baseline="-25000" dirty="0"/>
              <a:t>i</a:t>
            </a:r>
            <a:r>
              <a:rPr lang="en-US" altLang="en-US" dirty="0"/>
              <a:t> are the search-key values </a:t>
            </a:r>
          </a:p>
          <a:p>
            <a:pPr lvl="1">
              <a:tabLst>
                <a:tab pos="1241822" algn="l"/>
              </a:tabLst>
            </a:pPr>
            <a:r>
              <a:rPr lang="en-US" altLang="en-US" dirty="0"/>
              <a:t>P</a:t>
            </a:r>
            <a:r>
              <a:rPr lang="en-US" altLang="en-US" baseline="-25000" dirty="0"/>
              <a:t>i</a:t>
            </a:r>
            <a:r>
              <a:rPr lang="en-US" altLang="en-US" dirty="0"/>
              <a:t> are pointers to children (for non-leaf nodes) or pointers to records or buckets of records (for leaf nodes).</a:t>
            </a:r>
          </a:p>
          <a:p>
            <a:pPr>
              <a:tabLst>
                <a:tab pos="1241822" algn="l"/>
              </a:tabLst>
            </a:pPr>
            <a:r>
              <a:rPr lang="en-US" altLang="en-US" dirty="0"/>
              <a:t>The search-keys in a node are ordered </a:t>
            </a:r>
          </a:p>
          <a:p>
            <a:pPr>
              <a:buNone/>
              <a:tabLst>
                <a:tab pos="1241822" algn="l"/>
              </a:tabLst>
            </a:pPr>
            <a:r>
              <a:rPr lang="en-US" altLang="en-US" dirty="0"/>
              <a:t>		 </a:t>
            </a:r>
            <a:r>
              <a:rPr lang="en-US" altLang="en-US" i="1" dirty="0"/>
              <a:t>K</a:t>
            </a:r>
            <a:r>
              <a:rPr lang="en-US" altLang="en-US" baseline="-25000" dirty="0"/>
              <a:t>1 </a:t>
            </a:r>
            <a:r>
              <a:rPr lang="en-US" altLang="en-US" dirty="0">
                <a:sym typeface="Symbol" panose="05050102010706020507" pitchFamily="18" charset="2"/>
              </a:rPr>
              <a:t>&lt;</a:t>
            </a:r>
            <a:r>
              <a:rPr lang="en-US" altLang="en-US" dirty="0"/>
              <a:t> </a:t>
            </a:r>
            <a:r>
              <a:rPr lang="en-US" altLang="en-US" i="1" dirty="0"/>
              <a:t>K</a:t>
            </a:r>
            <a:r>
              <a:rPr lang="en-US" altLang="en-US" baseline="-25000" dirty="0"/>
              <a:t>2 </a:t>
            </a:r>
            <a:r>
              <a:rPr lang="en-US" altLang="en-US" dirty="0">
                <a:sym typeface="Symbol" panose="05050102010706020507" pitchFamily="18" charset="2"/>
              </a:rPr>
              <a:t>&lt;</a:t>
            </a:r>
            <a:r>
              <a:rPr lang="en-US" altLang="en-US" dirty="0"/>
              <a:t> </a:t>
            </a:r>
            <a:r>
              <a:rPr lang="en-US" altLang="en-US" i="1" dirty="0"/>
              <a:t>K</a:t>
            </a:r>
            <a:r>
              <a:rPr lang="en-US" altLang="en-US" baseline="-25000" dirty="0"/>
              <a:t>3 </a:t>
            </a:r>
            <a:r>
              <a:rPr lang="en-US" altLang="en-US" dirty="0">
                <a:sym typeface="Symbol" panose="05050102010706020507" pitchFamily="18" charset="2"/>
              </a:rPr>
              <a:t>&lt;</a:t>
            </a:r>
            <a:r>
              <a:rPr lang="en-US" altLang="en-US" dirty="0"/>
              <a:t> </a:t>
            </a:r>
            <a:r>
              <a:rPr lang="en-US" altLang="en-US" i="1" dirty="0"/>
              <a:t>. . .</a:t>
            </a:r>
            <a:r>
              <a:rPr lang="en-US" altLang="en-US" baseline="-25000" dirty="0"/>
              <a:t> </a:t>
            </a:r>
            <a:r>
              <a:rPr lang="en-US" altLang="en-US" dirty="0">
                <a:sym typeface="Symbol" panose="05050102010706020507" pitchFamily="18" charset="2"/>
              </a:rPr>
              <a:t>&lt;</a:t>
            </a:r>
            <a:r>
              <a:rPr lang="en-US" altLang="en-US" dirty="0"/>
              <a:t> </a:t>
            </a:r>
            <a:r>
              <a:rPr lang="en-US" altLang="en-US" i="1" dirty="0" err="1"/>
              <a:t>K</a:t>
            </a:r>
            <a:r>
              <a:rPr lang="en-US" altLang="en-US" i="1" baseline="-25000" dirty="0" err="1"/>
              <a:t>n</a:t>
            </a:r>
            <a:r>
              <a:rPr lang="en-US" altLang="en-US" i="1" baseline="-25000" dirty="0"/>
              <a:t>–</a:t>
            </a:r>
            <a:r>
              <a:rPr lang="en-US" altLang="en-US" baseline="-25000" dirty="0"/>
              <a:t>1</a:t>
            </a:r>
          </a:p>
          <a:p>
            <a:pPr>
              <a:buNone/>
              <a:tabLst>
                <a:tab pos="1241822" algn="l"/>
              </a:tabLst>
            </a:pPr>
            <a:r>
              <a:rPr lang="en-US" altLang="en-US" baseline="-25000" dirty="0"/>
              <a:t>        </a:t>
            </a:r>
            <a:r>
              <a:rPr lang="en-US" altLang="en-US" dirty="0"/>
              <a:t>(Initially assume no duplicate keys, address duplicates later)</a:t>
            </a:r>
          </a:p>
          <a:p>
            <a:pPr>
              <a:buNone/>
              <a:tabLst>
                <a:tab pos="1241822" algn="l"/>
              </a:tabLst>
            </a:pPr>
            <a:endParaRPr lang="en-US" altLang="en-US" dirty="0"/>
          </a:p>
          <a:p>
            <a:pPr>
              <a:buNone/>
              <a:tabLst>
                <a:tab pos="1241822" algn="l"/>
              </a:tabLst>
            </a:pPr>
            <a:endParaRPr lang="en-US" altLang="en-US" dirty="0"/>
          </a:p>
          <a:p>
            <a:pPr>
              <a:buNone/>
              <a:tabLst>
                <a:tab pos="1241822" algn="l"/>
              </a:tabLst>
            </a:pPr>
            <a:endParaRPr lang="en-US" altLang="en-US" dirty="0"/>
          </a:p>
        </p:txBody>
      </p:sp>
      <p:pic>
        <p:nvPicPr>
          <p:cNvPr id="43012" name="Picture 6">
            <a:extLst>
              <a:ext uri="{FF2B5EF4-FFF2-40B4-BE49-F238E27FC236}">
                <a16:creationId xmlns:a16="http://schemas.microsoft.com/office/drawing/2014/main" id="{61F7658D-8529-4C17-B4AA-522328E48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6003" y="1236048"/>
            <a:ext cx="4360068" cy="337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87359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6018" name="Rectangle 2">
            <a:extLst>
              <a:ext uri="{FF2B5EF4-FFF2-40B4-BE49-F238E27FC236}">
                <a16:creationId xmlns:a16="http://schemas.microsoft.com/office/drawing/2014/main" id="{30825248-ECF3-42B1-B321-CDFB41005F4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Leaf Nodes in 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-Trees</a:t>
            </a:r>
          </a:p>
        </p:txBody>
      </p:sp>
      <p:sp>
        <p:nvSpPr>
          <p:cNvPr id="45059" name="Rectangle 3">
            <a:extLst>
              <a:ext uri="{FF2B5EF4-FFF2-40B4-BE49-F238E27FC236}">
                <a16:creationId xmlns:a16="http://schemas.microsoft.com/office/drawing/2014/main" id="{33B428D0-E1FF-4080-8E20-A5CE39542436}"/>
              </a:ext>
            </a:extLst>
          </p:cNvPr>
          <p:cNvSpPr>
            <a:spLocks noGrp="1" noChangeArrowheads="1"/>
          </p:cNvSpPr>
          <p:nvPr>
            <p:ph type="body" idx="1"/>
          </p:nvPr>
        </p:nvSpPr>
        <p:spPr>
          <a:xfrm>
            <a:off x="1775535" y="1191816"/>
            <a:ext cx="5950432" cy="3657600"/>
          </a:xfrm>
        </p:spPr>
        <p:txBody>
          <a:bodyPr/>
          <a:lstStyle/>
          <a:p>
            <a:r>
              <a:rPr lang="en-US" altLang="en-US" dirty="0"/>
              <a:t>For </a:t>
            </a:r>
            <a:r>
              <a:rPr lang="en-US" altLang="en-US" i="1" dirty="0" err="1"/>
              <a:t>i</a:t>
            </a:r>
            <a:r>
              <a:rPr lang="en-US" altLang="en-US" dirty="0"/>
              <a:t> = 1, 2, . . ., </a:t>
            </a:r>
            <a:r>
              <a:rPr lang="en-US" altLang="en-US" i="1" dirty="0"/>
              <a:t>n–</a:t>
            </a:r>
            <a:r>
              <a:rPr lang="en-US" altLang="en-US" dirty="0"/>
              <a:t>1, pointer </a:t>
            </a:r>
            <a:r>
              <a:rPr lang="en-US" altLang="en-US" i="1" dirty="0"/>
              <a:t>P</a:t>
            </a:r>
            <a:r>
              <a:rPr lang="en-US" altLang="en-US" i="1" baseline="-25000" dirty="0"/>
              <a:t>i</a:t>
            </a:r>
            <a:r>
              <a:rPr lang="en-US" altLang="en-US" dirty="0"/>
              <a:t> points to a file record with search-key value </a:t>
            </a:r>
            <a:r>
              <a:rPr lang="en-US" altLang="en-US" i="1" dirty="0"/>
              <a:t>K</a:t>
            </a:r>
            <a:r>
              <a:rPr lang="en-US" altLang="en-US" i="1" baseline="-25000" dirty="0"/>
              <a:t>i</a:t>
            </a:r>
            <a:r>
              <a:rPr lang="en-US" altLang="en-US" dirty="0"/>
              <a:t>, </a:t>
            </a:r>
          </a:p>
          <a:p>
            <a:r>
              <a:rPr lang="en-US" altLang="en-US" dirty="0"/>
              <a:t>If </a:t>
            </a:r>
            <a:r>
              <a:rPr lang="en-US" altLang="en-US" i="1" dirty="0"/>
              <a:t>L</a:t>
            </a:r>
            <a:r>
              <a:rPr lang="en-US" altLang="en-US" i="1" baseline="-25000" dirty="0"/>
              <a:t>i</a:t>
            </a:r>
            <a:r>
              <a:rPr lang="en-US" altLang="en-US" i="1" dirty="0"/>
              <a:t>, </a:t>
            </a:r>
            <a:r>
              <a:rPr lang="en-US" altLang="en-US" i="1" dirty="0" err="1"/>
              <a:t>L</a:t>
            </a:r>
            <a:r>
              <a:rPr lang="en-US" altLang="en-US" i="1" baseline="-25000" dirty="0" err="1"/>
              <a:t>j</a:t>
            </a:r>
            <a:r>
              <a:rPr lang="en-US" altLang="en-US" dirty="0"/>
              <a:t> are leaf nodes and </a:t>
            </a:r>
            <a:r>
              <a:rPr lang="en-US" altLang="en-US" i="1" dirty="0" err="1"/>
              <a:t>i</a:t>
            </a:r>
            <a:r>
              <a:rPr lang="en-US" altLang="en-US" i="1" dirty="0"/>
              <a:t> </a:t>
            </a:r>
            <a:r>
              <a:rPr lang="en-US" altLang="en-US" dirty="0"/>
              <a:t>&lt; </a:t>
            </a:r>
            <a:r>
              <a:rPr lang="en-US" altLang="en-US" i="1" dirty="0"/>
              <a:t>j, L</a:t>
            </a:r>
            <a:r>
              <a:rPr lang="en-US" altLang="en-US" i="1" baseline="-25000" dirty="0"/>
              <a:t>i</a:t>
            </a:r>
            <a:r>
              <a:rPr lang="ja-JP" altLang="en-US" dirty="0"/>
              <a:t>’</a:t>
            </a:r>
            <a:r>
              <a:rPr lang="en-US" altLang="ja-JP" dirty="0"/>
              <a:t>s search-key values are less than or equal to </a:t>
            </a:r>
            <a:r>
              <a:rPr lang="en-US" altLang="ja-JP" i="1" dirty="0" err="1"/>
              <a:t>L</a:t>
            </a:r>
            <a:r>
              <a:rPr lang="en-US" altLang="ja-JP" i="1" baseline="-25000" dirty="0" err="1"/>
              <a:t>j</a:t>
            </a:r>
            <a:r>
              <a:rPr lang="ja-JP" altLang="en-US" dirty="0"/>
              <a:t>’</a:t>
            </a:r>
            <a:r>
              <a:rPr lang="en-US" altLang="ja-JP" dirty="0"/>
              <a:t>s search-key values</a:t>
            </a:r>
          </a:p>
          <a:p>
            <a:r>
              <a:rPr lang="en-US" altLang="en-US" i="1" dirty="0" err="1"/>
              <a:t>P</a:t>
            </a:r>
            <a:r>
              <a:rPr lang="en-US" altLang="en-US" i="1" baseline="-25000" dirty="0" err="1"/>
              <a:t>n</a:t>
            </a:r>
            <a:r>
              <a:rPr lang="en-US" altLang="en-US" dirty="0"/>
              <a:t> points to next leaf node in search-key order</a:t>
            </a:r>
          </a:p>
        </p:txBody>
      </p:sp>
      <p:sp>
        <p:nvSpPr>
          <p:cNvPr id="45060" name="Text Box 4">
            <a:extLst>
              <a:ext uri="{FF2B5EF4-FFF2-40B4-BE49-F238E27FC236}">
                <a16:creationId xmlns:a16="http://schemas.microsoft.com/office/drawing/2014/main" id="{76855706-2897-4A1C-BB15-612E6E125592}"/>
              </a:ext>
            </a:extLst>
          </p:cNvPr>
          <p:cNvSpPr txBox="1">
            <a:spLocks noChangeArrowheads="1"/>
          </p:cNvSpPr>
          <p:nvPr/>
        </p:nvSpPr>
        <p:spPr bwMode="auto">
          <a:xfrm>
            <a:off x="1775535" y="859739"/>
            <a:ext cx="2342332"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50000"/>
              </a:spcBef>
              <a:spcAft>
                <a:spcPct val="0"/>
              </a:spcAft>
              <a:buClrTx/>
              <a:buSzTx/>
              <a:buFont typeface="Monotype Sorts" pitchFamily="-65" charset="2"/>
              <a:buNone/>
              <a:tabLst/>
              <a:defRPr/>
            </a:pP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Properties of a leaf node:</a:t>
            </a:r>
          </a:p>
        </p:txBody>
      </p:sp>
      <p:grpSp>
        <p:nvGrpSpPr>
          <p:cNvPr id="45061" name="Group 7">
            <a:extLst>
              <a:ext uri="{FF2B5EF4-FFF2-40B4-BE49-F238E27FC236}">
                <a16:creationId xmlns:a16="http://schemas.microsoft.com/office/drawing/2014/main" id="{0ABF95CC-E6C9-439C-8C6C-8B69BDB3EC8C}"/>
              </a:ext>
            </a:extLst>
          </p:cNvPr>
          <p:cNvGrpSpPr>
            <a:grpSpLocks/>
          </p:cNvGrpSpPr>
          <p:nvPr/>
        </p:nvGrpSpPr>
        <p:grpSpPr bwMode="auto">
          <a:xfrm>
            <a:off x="1968104" y="2289190"/>
            <a:ext cx="5629275" cy="2471738"/>
            <a:chOff x="961" y="2239"/>
            <a:chExt cx="4527" cy="1961"/>
          </a:xfrm>
        </p:grpSpPr>
        <p:pic>
          <p:nvPicPr>
            <p:cNvPr id="45062" name="Picture 8">
              <a:extLst>
                <a:ext uri="{FF2B5EF4-FFF2-40B4-BE49-F238E27FC236}">
                  <a16:creationId xmlns:a16="http://schemas.microsoft.com/office/drawing/2014/main" id="{012C4B4A-CC70-4617-8C41-85390F3903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8848" b="9171"/>
            <a:stretch>
              <a:fillRect/>
            </a:stretch>
          </p:blipFill>
          <p:spPr bwMode="auto">
            <a:xfrm>
              <a:off x="961" y="2537"/>
              <a:ext cx="4521" cy="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3" name="Picture 8">
              <a:extLst>
                <a:ext uri="{FF2B5EF4-FFF2-40B4-BE49-F238E27FC236}">
                  <a16:creationId xmlns:a16="http://schemas.microsoft.com/office/drawing/2014/main" id="{7BD2BFE1-0AF9-488E-85E2-AE4A1033A7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8744"/>
            <a:stretch>
              <a:fillRect/>
            </a:stretch>
          </p:blipFill>
          <p:spPr bwMode="auto">
            <a:xfrm>
              <a:off x="967" y="2239"/>
              <a:ext cx="4521"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447243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0977D842-A55D-45FB-A569-781D6F374B75}"/>
              </a:ext>
            </a:extLst>
          </p:cNvPr>
          <p:cNvSpPr>
            <a:spLocks noGrp="1" noChangeArrowheads="1"/>
          </p:cNvSpPr>
          <p:nvPr>
            <p:ph type="title"/>
          </p:nvPr>
        </p:nvSpPr>
        <p:spPr>
          <a:extLst>
            <a:ext uri="{909E8E84-426E-40dd-AFC4-6F175D3DCCD1}"/>
            <a:ext uri="{91240B29-F687-4f45-9708-019B960494DF}"/>
          </a:extLst>
        </p:spPr>
        <p:txBody>
          <a:bodyPr/>
          <a:lstStyle/>
          <a:p>
            <a:pPr>
              <a:defRPr/>
            </a:pPr>
            <a:r>
              <a:rPr lang="en-US" altLang="en-US">
                <a:effectLst>
                  <a:outerShdw blurRad="38100" dist="38100" dir="2700000" algn="tl">
                    <a:srgbClr val="C0C0C0"/>
                  </a:outerShdw>
                </a:effectLst>
              </a:rPr>
              <a:t>Non-Leaf Nodes in 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-Trees</a:t>
            </a:r>
          </a:p>
        </p:txBody>
      </p:sp>
      <p:sp>
        <p:nvSpPr>
          <p:cNvPr id="47107" name="Rectangle 3">
            <a:extLst>
              <a:ext uri="{FF2B5EF4-FFF2-40B4-BE49-F238E27FC236}">
                <a16:creationId xmlns:a16="http://schemas.microsoft.com/office/drawing/2014/main" id="{522285B4-4C44-43C2-9590-DFD402152A18}"/>
              </a:ext>
            </a:extLst>
          </p:cNvPr>
          <p:cNvSpPr>
            <a:spLocks noGrp="1" noChangeArrowheads="1"/>
          </p:cNvSpPr>
          <p:nvPr>
            <p:ph type="body" idx="1"/>
          </p:nvPr>
        </p:nvSpPr>
        <p:spPr>
          <a:xfrm>
            <a:off x="1719263" y="800747"/>
            <a:ext cx="5809790" cy="3947602"/>
          </a:xfrm>
        </p:spPr>
        <p:txBody>
          <a:bodyPr/>
          <a:lstStyle/>
          <a:p>
            <a:r>
              <a:rPr lang="en-US" altLang="en-US" dirty="0"/>
              <a:t>Non leaf nodes form a multi-level sparse index on the leaf nodes.  For a non-leaf node with </a:t>
            </a:r>
            <a:r>
              <a:rPr lang="en-US" altLang="en-US" i="1" dirty="0"/>
              <a:t>m</a:t>
            </a:r>
            <a:r>
              <a:rPr lang="en-US" altLang="en-US" dirty="0"/>
              <a:t> pointers:</a:t>
            </a:r>
          </a:p>
          <a:p>
            <a:pPr lvl="1"/>
            <a:r>
              <a:rPr lang="en-US" altLang="en-US" dirty="0"/>
              <a:t>All the search-keys in the subtree to which </a:t>
            </a:r>
            <a:r>
              <a:rPr lang="en-US" altLang="en-US" i="1" dirty="0"/>
              <a:t>P</a:t>
            </a:r>
            <a:r>
              <a:rPr lang="en-US" altLang="en-US" baseline="-25000" dirty="0"/>
              <a:t>1</a:t>
            </a:r>
            <a:r>
              <a:rPr lang="en-US" altLang="en-US" dirty="0"/>
              <a:t> points are less than </a:t>
            </a:r>
            <a:r>
              <a:rPr lang="en-US" altLang="en-US" i="1" dirty="0"/>
              <a:t>K</a:t>
            </a:r>
            <a:r>
              <a:rPr lang="en-US" altLang="en-US" baseline="-25000" dirty="0"/>
              <a:t>1 </a:t>
            </a:r>
            <a:endParaRPr lang="en-US" altLang="en-US" dirty="0"/>
          </a:p>
          <a:p>
            <a:pPr lvl="1"/>
            <a:r>
              <a:rPr lang="en-US" altLang="en-US" dirty="0"/>
              <a:t>For 2 </a:t>
            </a:r>
            <a:r>
              <a:rPr lang="en-US" altLang="en-US" dirty="0">
                <a:sym typeface="Symbol" panose="05050102010706020507" pitchFamily="18" charset="2"/>
              </a:rPr>
              <a:t> </a:t>
            </a:r>
            <a:r>
              <a:rPr lang="en-US" altLang="en-US" i="1" dirty="0" err="1">
                <a:sym typeface="Symbol" panose="05050102010706020507" pitchFamily="18" charset="2"/>
              </a:rPr>
              <a:t>i</a:t>
            </a:r>
            <a:r>
              <a:rPr lang="en-US" altLang="en-US" i="1" dirty="0">
                <a:sym typeface="Symbol" panose="05050102010706020507" pitchFamily="18" charset="2"/>
              </a:rPr>
              <a:t> </a:t>
            </a:r>
            <a:r>
              <a:rPr lang="en-US" altLang="en-US" dirty="0">
                <a:sym typeface="Symbol" panose="05050102010706020507" pitchFamily="18" charset="2"/>
              </a:rPr>
              <a:t> </a:t>
            </a:r>
            <a:r>
              <a:rPr lang="en-US" altLang="en-US" i="1" dirty="0">
                <a:sym typeface="Symbol" panose="05050102010706020507" pitchFamily="18" charset="2"/>
              </a:rPr>
              <a:t>n </a:t>
            </a:r>
            <a:r>
              <a:rPr lang="en-US" altLang="en-US" dirty="0">
                <a:sym typeface="Symbol" panose="05050102010706020507" pitchFamily="18" charset="2"/>
              </a:rPr>
              <a:t>– 1, all the search-keys in the subtree to which </a:t>
            </a:r>
            <a:r>
              <a:rPr lang="en-US" altLang="en-US" i="1" dirty="0">
                <a:sym typeface="Symbol" panose="05050102010706020507" pitchFamily="18" charset="2"/>
              </a:rPr>
              <a:t>P</a:t>
            </a:r>
            <a:r>
              <a:rPr lang="en-US" altLang="en-US" i="1" baseline="-25000" dirty="0">
                <a:sym typeface="Symbol" panose="05050102010706020507" pitchFamily="18" charset="2"/>
              </a:rPr>
              <a:t>i</a:t>
            </a:r>
            <a:r>
              <a:rPr lang="en-US" altLang="en-US" dirty="0">
                <a:sym typeface="Symbol" panose="05050102010706020507" pitchFamily="18" charset="2"/>
              </a:rPr>
              <a:t> points have values greater than or equal to </a:t>
            </a:r>
            <a:r>
              <a:rPr lang="en-US" altLang="en-US" i="1" dirty="0">
                <a:sym typeface="Symbol" panose="05050102010706020507" pitchFamily="18" charset="2"/>
              </a:rPr>
              <a:t>K</a:t>
            </a:r>
            <a:r>
              <a:rPr lang="en-US" altLang="en-US" i="1" baseline="-25000" dirty="0">
                <a:sym typeface="Symbol" panose="05050102010706020507" pitchFamily="18" charset="2"/>
              </a:rPr>
              <a:t>i</a:t>
            </a:r>
            <a:r>
              <a:rPr lang="en-US" altLang="en-US" baseline="-25000" dirty="0">
                <a:sym typeface="Symbol" panose="05050102010706020507" pitchFamily="18" charset="2"/>
              </a:rPr>
              <a:t>–1</a:t>
            </a:r>
            <a:r>
              <a:rPr lang="en-US" altLang="en-US" dirty="0">
                <a:sym typeface="Symbol" panose="05050102010706020507" pitchFamily="18" charset="2"/>
              </a:rPr>
              <a:t> and less than </a:t>
            </a:r>
            <a:r>
              <a:rPr lang="en-US" altLang="en-US" i="1" dirty="0">
                <a:sym typeface="Symbol" panose="05050102010706020507" pitchFamily="18" charset="2"/>
              </a:rPr>
              <a:t>K</a:t>
            </a:r>
            <a:r>
              <a:rPr lang="en-US" altLang="en-US" i="1" baseline="-25000" dirty="0">
                <a:sym typeface="Symbol" panose="05050102010706020507" pitchFamily="18" charset="2"/>
              </a:rPr>
              <a:t>i </a:t>
            </a:r>
          </a:p>
          <a:p>
            <a:pPr lvl="1"/>
            <a:r>
              <a:rPr lang="en-US" altLang="en-US" dirty="0">
                <a:sym typeface="Symbol" panose="05050102010706020507" pitchFamily="18" charset="2"/>
              </a:rPr>
              <a:t>All the search-keys in the subtree to which </a:t>
            </a:r>
            <a:r>
              <a:rPr lang="en-US" altLang="en-US" i="1" dirty="0" err="1">
                <a:sym typeface="Symbol" panose="05050102010706020507" pitchFamily="18" charset="2"/>
              </a:rPr>
              <a:t>P</a:t>
            </a:r>
            <a:r>
              <a:rPr lang="en-US" altLang="en-US" i="1" baseline="-25000" dirty="0" err="1">
                <a:sym typeface="Symbol" panose="05050102010706020507" pitchFamily="18" charset="2"/>
              </a:rPr>
              <a:t>n</a:t>
            </a:r>
            <a:r>
              <a:rPr lang="en-US" altLang="en-US" dirty="0">
                <a:sym typeface="Symbol" panose="05050102010706020507" pitchFamily="18" charset="2"/>
              </a:rPr>
              <a:t> points have values greater than or equal to </a:t>
            </a:r>
            <a:r>
              <a:rPr lang="en-US" altLang="en-US" i="1" dirty="0" err="1">
                <a:sym typeface="Symbol" panose="05050102010706020507" pitchFamily="18" charset="2"/>
              </a:rPr>
              <a:t>K</a:t>
            </a:r>
            <a:r>
              <a:rPr lang="en-US" altLang="en-US" i="1" baseline="-25000" dirty="0" err="1">
                <a:sym typeface="Symbol" panose="05050102010706020507" pitchFamily="18" charset="2"/>
              </a:rPr>
              <a:t>n</a:t>
            </a:r>
            <a:r>
              <a:rPr lang="en-US" altLang="en-US" baseline="-25000" dirty="0">
                <a:sym typeface="Symbol" panose="05050102010706020507" pitchFamily="18" charset="2"/>
              </a:rPr>
              <a:t>–1</a:t>
            </a:r>
            <a:endParaRPr lang="en-US" altLang="en-US" dirty="0">
              <a:sym typeface="Symbol" panose="05050102010706020507" pitchFamily="18" charset="2"/>
            </a:endParaRPr>
          </a:p>
          <a:p>
            <a:pPr lvl="1"/>
            <a:r>
              <a:rPr lang="en-US" altLang="en-US" dirty="0">
                <a:sym typeface="Symbol" panose="05050102010706020507" pitchFamily="18" charset="2"/>
              </a:rPr>
              <a:t>General structure</a:t>
            </a:r>
          </a:p>
        </p:txBody>
      </p:sp>
      <p:pic>
        <p:nvPicPr>
          <p:cNvPr id="47108" name="Picture 6">
            <a:extLst>
              <a:ext uri="{FF2B5EF4-FFF2-40B4-BE49-F238E27FC236}">
                <a16:creationId xmlns:a16="http://schemas.microsoft.com/office/drawing/2014/main" id="{62FC7E36-0E9F-4C04-A7DA-9617738A4A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4626" y="2813001"/>
            <a:ext cx="3860371" cy="29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5389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62" name="Rectangle 2">
            <a:extLst>
              <a:ext uri="{FF2B5EF4-FFF2-40B4-BE49-F238E27FC236}">
                <a16:creationId xmlns:a16="http://schemas.microsoft.com/office/drawing/2014/main" id="{32E1A6C6-86FE-48FF-AA43-AFD7CE8AD82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Example of 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a:t>
            </a:r>
          </a:p>
        </p:txBody>
      </p:sp>
      <p:sp>
        <p:nvSpPr>
          <p:cNvPr id="48131" name="Rectangle 3">
            <a:extLst>
              <a:ext uri="{FF2B5EF4-FFF2-40B4-BE49-F238E27FC236}">
                <a16:creationId xmlns:a16="http://schemas.microsoft.com/office/drawing/2014/main" id="{F1965228-E904-49E0-AF36-1FD378CB67E5}"/>
              </a:ext>
            </a:extLst>
          </p:cNvPr>
          <p:cNvSpPr>
            <a:spLocks noGrp="1" noChangeArrowheads="1"/>
          </p:cNvSpPr>
          <p:nvPr>
            <p:ph type="body" idx="1"/>
          </p:nvPr>
        </p:nvSpPr>
        <p:spPr>
          <a:xfrm>
            <a:off x="1794274" y="988209"/>
            <a:ext cx="5210173" cy="3190885"/>
          </a:xfrm>
        </p:spPr>
        <p:txBody>
          <a:bodyPr/>
          <a:lstStyle/>
          <a:p>
            <a:r>
              <a:rPr kumimoji="0" lang="en-US" altLang="en-US" dirty="0"/>
              <a:t>B</a:t>
            </a:r>
            <a:r>
              <a:rPr kumimoji="0" lang="en-US" altLang="en-US" baseline="30000" dirty="0"/>
              <a:t>+</a:t>
            </a:r>
            <a:r>
              <a:rPr kumimoji="0" lang="en-US" altLang="en-US" dirty="0"/>
              <a:t>-tree for </a:t>
            </a:r>
            <a:r>
              <a:rPr kumimoji="0" lang="en-US" altLang="en-US" i="1" dirty="0"/>
              <a:t>instructor </a:t>
            </a:r>
            <a:r>
              <a:rPr kumimoji="0" lang="en-US" altLang="en-US" dirty="0"/>
              <a:t>file (</a:t>
            </a:r>
            <a:r>
              <a:rPr kumimoji="0" lang="en-US" altLang="en-US" i="1" dirty="0"/>
              <a:t>n</a:t>
            </a:r>
            <a:r>
              <a:rPr kumimoji="0" lang="en-US" altLang="en-US" dirty="0"/>
              <a:t> = 6)</a:t>
            </a:r>
          </a:p>
          <a:p>
            <a:endParaRPr lang="en-US" altLang="en-US" dirty="0"/>
          </a:p>
          <a:p>
            <a:endParaRPr lang="en-US" altLang="en-US" dirty="0"/>
          </a:p>
          <a:p>
            <a:endParaRPr lang="en-US" altLang="en-US" dirty="0"/>
          </a:p>
          <a:p>
            <a:endParaRPr lang="en-US" altLang="en-US" dirty="0"/>
          </a:p>
          <a:p>
            <a:pPr marL="0" indent="0">
              <a:buNone/>
            </a:pPr>
            <a:endParaRPr lang="en-US" altLang="en-US" dirty="0"/>
          </a:p>
          <a:p>
            <a:r>
              <a:rPr lang="en-US" altLang="en-US" dirty="0"/>
              <a:t>Leaf nodes must have between 3 and 5 values </a:t>
            </a:r>
            <a:br>
              <a:rPr lang="en-US" altLang="en-US" dirty="0"/>
            </a:br>
            <a:r>
              <a:rPr lang="en-US" altLang="en-US" dirty="0"/>
              <a:t>(</a:t>
            </a:r>
            <a:r>
              <a:rPr lang="en-US" altLang="en-US" dirty="0">
                <a:sym typeface="Symbol" panose="05050102010706020507" pitchFamily="18" charset="2"/>
              </a:rPr>
              <a:t>(</a:t>
            </a:r>
            <a:r>
              <a:rPr lang="en-US" altLang="en-US" i="1" dirty="0">
                <a:sym typeface="Symbol" panose="05050102010706020507" pitchFamily="18" charset="2"/>
              </a:rPr>
              <a:t>n</a:t>
            </a:r>
            <a:r>
              <a:rPr lang="en-US" altLang="en-US" dirty="0">
                <a:sym typeface="Symbol" panose="05050102010706020507" pitchFamily="18" charset="2"/>
              </a:rPr>
              <a:t>–1)/2 and </a:t>
            </a:r>
            <a:r>
              <a:rPr lang="en-US" altLang="en-US" i="1" dirty="0">
                <a:sym typeface="Symbol" panose="05050102010706020507" pitchFamily="18" charset="2"/>
              </a:rPr>
              <a:t>n </a:t>
            </a:r>
            <a:r>
              <a:rPr lang="en-US" altLang="en-US" dirty="0">
                <a:sym typeface="Symbol" panose="05050102010706020507" pitchFamily="18" charset="2"/>
              </a:rPr>
              <a:t>–1, with </a:t>
            </a:r>
            <a:r>
              <a:rPr lang="en-US" altLang="en-US" i="1" dirty="0">
                <a:sym typeface="Symbol" panose="05050102010706020507" pitchFamily="18" charset="2"/>
              </a:rPr>
              <a:t>n</a:t>
            </a:r>
            <a:r>
              <a:rPr lang="en-US" altLang="en-US" dirty="0">
                <a:sym typeface="Symbol" panose="05050102010706020507" pitchFamily="18" charset="2"/>
              </a:rPr>
              <a:t> = 6).</a:t>
            </a:r>
          </a:p>
          <a:p>
            <a:r>
              <a:rPr lang="en-US" altLang="en-US" dirty="0">
                <a:sym typeface="Symbol" panose="05050102010706020507" pitchFamily="18" charset="2"/>
              </a:rPr>
              <a:t>Non-leaf nodes other than root must have between 3 and 6 children </a:t>
            </a:r>
            <a:r>
              <a:rPr lang="en-US" altLang="en-US" dirty="0"/>
              <a:t>(</a:t>
            </a:r>
            <a:r>
              <a:rPr lang="en-US" altLang="en-US" dirty="0">
                <a:sym typeface="Symbol" panose="05050102010706020507" pitchFamily="18" charset="2"/>
              </a:rPr>
              <a:t>(</a:t>
            </a:r>
            <a:r>
              <a:rPr lang="en-US" altLang="en-US" i="1" dirty="0">
                <a:sym typeface="Symbol" panose="05050102010706020507" pitchFamily="18" charset="2"/>
              </a:rPr>
              <a:t>n</a:t>
            </a:r>
            <a:r>
              <a:rPr lang="en-US" altLang="en-US" dirty="0">
                <a:sym typeface="Symbol" panose="05050102010706020507" pitchFamily="18" charset="2"/>
              </a:rPr>
              <a:t>/2 and </a:t>
            </a:r>
            <a:r>
              <a:rPr lang="en-US" altLang="en-US" i="1" dirty="0">
                <a:sym typeface="Symbol" panose="05050102010706020507" pitchFamily="18" charset="2"/>
              </a:rPr>
              <a:t>n </a:t>
            </a:r>
            <a:r>
              <a:rPr lang="en-US" altLang="en-US" dirty="0">
                <a:sym typeface="Symbol" panose="05050102010706020507" pitchFamily="18" charset="2"/>
              </a:rPr>
              <a:t>with </a:t>
            </a:r>
            <a:r>
              <a:rPr lang="en-US" altLang="en-US" i="1" dirty="0">
                <a:sym typeface="Symbol" panose="05050102010706020507" pitchFamily="18" charset="2"/>
              </a:rPr>
              <a:t>n</a:t>
            </a:r>
            <a:r>
              <a:rPr lang="en-US" altLang="en-US" dirty="0">
                <a:sym typeface="Symbol" panose="05050102010706020507" pitchFamily="18" charset="2"/>
              </a:rPr>
              <a:t> =6).</a:t>
            </a:r>
          </a:p>
          <a:p>
            <a:r>
              <a:rPr lang="en-US" altLang="en-US" dirty="0">
                <a:sym typeface="Symbol" panose="05050102010706020507" pitchFamily="18" charset="2"/>
              </a:rPr>
              <a:t>Root must have at least 2 children.</a:t>
            </a:r>
          </a:p>
        </p:txBody>
      </p:sp>
      <p:pic>
        <p:nvPicPr>
          <p:cNvPr id="48133" name="Picture 6">
            <a:extLst>
              <a:ext uri="{FF2B5EF4-FFF2-40B4-BE49-F238E27FC236}">
                <a16:creationId xmlns:a16="http://schemas.microsoft.com/office/drawing/2014/main" id="{33F38C9F-4795-45E8-AC13-8552F375D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4931" y="1419218"/>
            <a:ext cx="6405563" cy="870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80815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4210" name="Rectangle 2">
            <a:extLst>
              <a:ext uri="{FF2B5EF4-FFF2-40B4-BE49-F238E27FC236}">
                <a16:creationId xmlns:a16="http://schemas.microsoft.com/office/drawing/2014/main" id="{2236C35C-12A7-41B6-BCCD-455129331DC9}"/>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Observations about B</a:t>
            </a:r>
            <a:r>
              <a:rPr lang="en-US" altLang="en-US" baseline="30000">
                <a:effectLst>
                  <a:outerShdw blurRad="38100" dist="38100" dir="2700000" algn="tl">
                    <a:srgbClr val="C0C0C0"/>
                  </a:outerShdw>
                </a:effectLst>
              </a:rPr>
              <a:t>+</a:t>
            </a:r>
            <a:r>
              <a:rPr lang="en-US" altLang="en-US">
                <a:effectLst>
                  <a:outerShdw blurRad="38100" dist="38100" dir="2700000" algn="tl">
                    <a:srgbClr val="C0C0C0"/>
                  </a:outerShdw>
                </a:effectLst>
              </a:rPr>
              <a:t>-trees</a:t>
            </a:r>
          </a:p>
        </p:txBody>
      </p:sp>
      <p:sp>
        <p:nvSpPr>
          <p:cNvPr id="61442" name="Rectangle 3">
            <a:extLst>
              <a:ext uri="{FF2B5EF4-FFF2-40B4-BE49-F238E27FC236}">
                <a16:creationId xmlns:a16="http://schemas.microsoft.com/office/drawing/2014/main" id="{30320B58-A814-4C25-9DB6-EE325318540C}"/>
              </a:ext>
            </a:extLst>
          </p:cNvPr>
          <p:cNvSpPr>
            <a:spLocks noGrp="1" noChangeArrowheads="1"/>
          </p:cNvSpPr>
          <p:nvPr>
            <p:ph type="body" idx="1"/>
          </p:nvPr>
        </p:nvSpPr>
        <p:spPr>
          <a:xfrm>
            <a:off x="1719263" y="800747"/>
            <a:ext cx="5809790" cy="3947602"/>
          </a:xfrm>
        </p:spPr>
        <p:txBody>
          <a:bodyPr/>
          <a:lstStyle/>
          <a:p>
            <a:r>
              <a:rPr lang="en-US" altLang="en-US" dirty="0"/>
              <a:t>Since the inter-node connections are done by pointers, </a:t>
            </a:r>
            <a:r>
              <a:rPr lang="ja-JP" altLang="en-US" dirty="0"/>
              <a:t>“</a:t>
            </a:r>
            <a:r>
              <a:rPr lang="en-US" altLang="ja-JP" dirty="0"/>
              <a:t>logically</a:t>
            </a:r>
            <a:r>
              <a:rPr lang="ja-JP" altLang="en-US" dirty="0"/>
              <a:t>”</a:t>
            </a:r>
            <a:r>
              <a:rPr lang="en-US" altLang="ja-JP" dirty="0"/>
              <a:t> close blocks need not be </a:t>
            </a:r>
            <a:r>
              <a:rPr lang="ja-JP" altLang="en-US" dirty="0"/>
              <a:t>“</a:t>
            </a:r>
            <a:r>
              <a:rPr lang="en-US" altLang="ja-JP" dirty="0"/>
              <a:t>physically</a:t>
            </a:r>
            <a:r>
              <a:rPr lang="ja-JP" altLang="en-US" dirty="0"/>
              <a:t>”</a:t>
            </a:r>
            <a:r>
              <a:rPr lang="en-US" altLang="ja-JP" dirty="0"/>
              <a:t> close.</a:t>
            </a:r>
          </a:p>
          <a:p>
            <a:r>
              <a:rPr lang="en-US" altLang="en-US" dirty="0"/>
              <a:t>The non-leaf levels of the B</a:t>
            </a:r>
            <a:r>
              <a:rPr lang="en-US" altLang="en-US" baseline="30000" dirty="0"/>
              <a:t>+</a:t>
            </a:r>
            <a:r>
              <a:rPr lang="en-US" altLang="en-US" dirty="0"/>
              <a:t>-tree form a hierarchy of sparse indices.</a:t>
            </a:r>
          </a:p>
          <a:p>
            <a:r>
              <a:rPr lang="en-US" altLang="en-US" dirty="0"/>
              <a:t>The B</a:t>
            </a:r>
            <a:r>
              <a:rPr lang="en-US" altLang="en-US" baseline="30000" dirty="0"/>
              <a:t>+</a:t>
            </a:r>
            <a:r>
              <a:rPr lang="en-US" altLang="en-US" dirty="0"/>
              <a:t>-tree contains a relatively small number of levels</a:t>
            </a:r>
          </a:p>
          <a:p>
            <a:pPr lvl="2"/>
            <a:r>
              <a:rPr lang="en-US" altLang="en-US" dirty="0"/>
              <a:t>Level below root has at least 2* </a:t>
            </a:r>
            <a:r>
              <a:rPr lang="en-US" altLang="en-US" dirty="0">
                <a:sym typeface="Symbol" panose="05050102010706020507" pitchFamily="18" charset="2"/>
              </a:rPr>
              <a:t></a:t>
            </a:r>
            <a:r>
              <a:rPr lang="en-US" altLang="en-US" dirty="0"/>
              <a:t>n/2</a:t>
            </a:r>
            <a:r>
              <a:rPr lang="en-US" altLang="en-US" dirty="0">
                <a:sym typeface="Symbol" panose="05050102010706020507" pitchFamily="18" charset="2"/>
              </a:rPr>
              <a:t> </a:t>
            </a:r>
            <a:r>
              <a:rPr lang="en-US" altLang="en-US" dirty="0"/>
              <a:t>values</a:t>
            </a:r>
          </a:p>
          <a:p>
            <a:pPr lvl="2"/>
            <a:r>
              <a:rPr lang="en-US" altLang="en-US" dirty="0"/>
              <a:t>Next level has at least 2* </a:t>
            </a:r>
            <a:r>
              <a:rPr lang="en-US" altLang="en-US" dirty="0">
                <a:sym typeface="Symbol" panose="05050102010706020507" pitchFamily="18" charset="2"/>
              </a:rPr>
              <a:t></a:t>
            </a:r>
            <a:r>
              <a:rPr lang="en-US" altLang="en-US" dirty="0"/>
              <a:t>n/2</a:t>
            </a:r>
            <a:r>
              <a:rPr lang="en-US" altLang="en-US" dirty="0">
                <a:sym typeface="Symbol" panose="05050102010706020507" pitchFamily="18" charset="2"/>
              </a:rPr>
              <a:t> * </a:t>
            </a:r>
            <a:r>
              <a:rPr lang="en-US" altLang="en-US" dirty="0"/>
              <a:t>n/2</a:t>
            </a:r>
            <a:r>
              <a:rPr lang="en-US" altLang="en-US" dirty="0">
                <a:sym typeface="Symbol" panose="05050102010706020507" pitchFamily="18" charset="2"/>
              </a:rPr>
              <a:t></a:t>
            </a:r>
            <a:r>
              <a:rPr lang="en-US" altLang="en-US" dirty="0"/>
              <a:t> values</a:t>
            </a:r>
          </a:p>
          <a:p>
            <a:pPr lvl="2"/>
            <a:r>
              <a:rPr lang="en-US" altLang="en-US" dirty="0"/>
              <a:t>.. etc.</a:t>
            </a:r>
          </a:p>
          <a:p>
            <a:pPr lvl="1"/>
            <a:r>
              <a:rPr lang="en-US" altLang="en-US" dirty="0"/>
              <a:t>If there are </a:t>
            </a:r>
            <a:r>
              <a:rPr lang="en-US" altLang="en-US" i="1" dirty="0"/>
              <a:t>K</a:t>
            </a:r>
            <a:r>
              <a:rPr lang="en-US" altLang="en-US" dirty="0"/>
              <a:t> search-key values in the file, the tree height is no more than </a:t>
            </a:r>
            <a:r>
              <a:rPr lang="en-US" altLang="en-US" dirty="0">
                <a:sym typeface="Symbol" panose="05050102010706020507" pitchFamily="18" charset="2"/>
              </a:rPr>
              <a:t> </a:t>
            </a:r>
            <a:r>
              <a:rPr lang="en-US" altLang="en-US" dirty="0" err="1">
                <a:sym typeface="Symbol" panose="05050102010706020507" pitchFamily="18" charset="2"/>
              </a:rPr>
              <a:t>log</a:t>
            </a:r>
            <a:r>
              <a:rPr lang="en-US" altLang="en-US" baseline="-25000" dirty="0" err="1">
                <a:sym typeface="Symbol" panose="05050102010706020507" pitchFamily="18" charset="2"/>
              </a:rPr>
              <a:t></a:t>
            </a:r>
            <a:r>
              <a:rPr lang="en-US" altLang="en-US" i="1" baseline="-25000" dirty="0" err="1">
                <a:sym typeface="Symbol" panose="05050102010706020507" pitchFamily="18" charset="2"/>
              </a:rPr>
              <a:t>n</a:t>
            </a:r>
            <a:r>
              <a:rPr lang="en-US" altLang="en-US" baseline="-25000" dirty="0">
                <a:sym typeface="Symbol" panose="05050102010706020507" pitchFamily="18" charset="2"/>
              </a:rPr>
              <a:t>/2</a:t>
            </a:r>
            <a:r>
              <a:rPr lang="en-US" altLang="en-US" dirty="0">
                <a:sym typeface="Symbol" panose="05050102010706020507" pitchFamily="18" charset="2"/>
              </a:rPr>
              <a:t>(</a:t>
            </a:r>
            <a:r>
              <a:rPr lang="en-US" altLang="en-US" i="1" dirty="0">
                <a:sym typeface="Symbol" panose="05050102010706020507" pitchFamily="18" charset="2"/>
              </a:rPr>
              <a:t>K</a:t>
            </a:r>
            <a:r>
              <a:rPr lang="en-US" altLang="en-US" dirty="0">
                <a:sym typeface="Symbol" panose="05050102010706020507" pitchFamily="18" charset="2"/>
              </a:rPr>
              <a:t>)</a:t>
            </a:r>
            <a:endParaRPr lang="en-US" altLang="en-US" dirty="0"/>
          </a:p>
          <a:p>
            <a:pPr lvl="1"/>
            <a:r>
              <a:rPr lang="en-US" altLang="en-US" dirty="0"/>
              <a:t>thus searches can be conducted efficiently.</a:t>
            </a:r>
          </a:p>
          <a:p>
            <a:r>
              <a:rPr lang="en-US" altLang="en-US" dirty="0"/>
              <a:t>Insertions and deletions to the main file can be handled efficiently, as the index can be restructured in logarithmic time (as we shall see).</a:t>
            </a:r>
          </a:p>
        </p:txBody>
      </p:sp>
    </p:spTree>
    <p:extLst>
      <p:ext uri="{BB962C8B-B14F-4D97-AF65-F5344CB8AC3E}">
        <p14:creationId xmlns:p14="http://schemas.microsoft.com/office/powerpoint/2010/main" val="41809397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44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4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44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44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442">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44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442">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144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bg1"/>
                </a:solidFill>
              </a:rPr>
              <a:t>Show the Simulator</a:t>
            </a:r>
          </a:p>
        </p:txBody>
      </p:sp>
      <p:sp>
        <p:nvSpPr>
          <p:cNvPr id="8" name="Rectangle 7">
            <a:extLst>
              <a:ext uri="{FF2B5EF4-FFF2-40B4-BE49-F238E27FC236}">
                <a16:creationId xmlns:a16="http://schemas.microsoft.com/office/drawing/2014/main" id="{33DA582E-19EA-AD4E-9C58-1C4C48D5AC23}"/>
              </a:ext>
            </a:extLst>
          </p:cNvPr>
          <p:cNvSpPr/>
          <p:nvPr/>
        </p:nvSpPr>
        <p:spPr>
          <a:xfrm>
            <a:off x="1333500" y="1657350"/>
            <a:ext cx="6477000" cy="369332"/>
          </a:xfrm>
          <a:prstGeom prst="rect">
            <a:avLst/>
          </a:prstGeom>
        </p:spPr>
        <p:txBody>
          <a:bodyPr wrap="square">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https://</a:t>
            </a:r>
            <a:r>
              <a:rPr kumimoji="0" lang="en-US" sz="1800" b="0" i="0" u="none" strike="noStrike" kern="1200" cap="none" spc="0" normalizeH="0" baseline="0" noProof="0" dirty="0" err="1">
                <a:ln>
                  <a:noFill/>
                </a:ln>
                <a:solidFill>
                  <a:prstClr val="black"/>
                </a:solidFill>
                <a:effectLst/>
                <a:uLnTx/>
                <a:uFillTx/>
                <a:latin typeface="Calibri" charset="0"/>
                <a:ea typeface="ＭＳ Ｐゴシック" charset="-128"/>
                <a:cs typeface="+mn-cs"/>
              </a:rPr>
              <a:t>www.cs.usfca.edu</a:t>
            </a: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prstClr val="black"/>
                </a:solidFill>
                <a:effectLst/>
                <a:uLnTx/>
                <a:uFillTx/>
                <a:latin typeface="Calibri" charset="0"/>
                <a:ea typeface="ＭＳ Ｐゴシック" charset="-128"/>
                <a:cs typeface="+mn-cs"/>
              </a:rPr>
              <a:t>galles</a:t>
            </a: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/visualization/</a:t>
            </a:r>
            <a:r>
              <a:rPr kumimoji="0" lang="en-US" sz="1800" b="0" i="0" u="none" strike="noStrike" kern="1200" cap="none" spc="0" normalizeH="0" baseline="0" noProof="0" dirty="0" err="1">
                <a:ln>
                  <a:noFill/>
                </a:ln>
                <a:solidFill>
                  <a:prstClr val="black"/>
                </a:solidFill>
                <a:effectLst/>
                <a:uLnTx/>
                <a:uFillTx/>
                <a:latin typeface="Calibri" charset="0"/>
                <a:ea typeface="ＭＳ Ｐゴシック" charset="-128"/>
                <a:cs typeface="+mn-cs"/>
              </a:rPr>
              <a:t>BPlusTree.html</a:t>
            </a:r>
            <a:endPar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970662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C369F0-E989-4F4E-9740-0E12922F33DE}"/>
              </a:ext>
            </a:extLst>
          </p:cNvPr>
          <p:cNvSpPr>
            <a:spLocks noGrp="1"/>
          </p:cNvSpPr>
          <p:nvPr>
            <p:ph idx="1"/>
          </p:nvPr>
        </p:nvSpPr>
        <p:spPr>
          <a:xfrm>
            <a:off x="3618886" y="2118917"/>
            <a:ext cx="2581892" cy="611629"/>
          </a:xfrm>
        </p:spPr>
        <p:txBody>
          <a:bodyPr/>
          <a:lstStyle/>
          <a:p>
            <a:pPr marL="0" indent="0">
              <a:buNone/>
            </a:pPr>
            <a:r>
              <a:rPr lang="en-US" altLang="en-US" sz="2400" b="1" dirty="0">
                <a:solidFill>
                  <a:srgbClr val="002060"/>
                </a:solidFill>
                <a:effectLst>
                  <a:outerShdw blurRad="38100" dist="38100" dir="2700000" algn="tl">
                    <a:srgbClr val="DDDDDD"/>
                  </a:outerShdw>
                </a:effectLst>
                <a:latin typeface="+mj-lt"/>
              </a:rPr>
              <a:t>Hashing</a:t>
            </a:r>
            <a:endParaRPr lang="en-IN" sz="2400" b="1" dirty="0">
              <a:solidFill>
                <a:srgbClr val="002060"/>
              </a:solidFill>
              <a:effectLst>
                <a:outerShdw blurRad="38100" dist="38100" dir="2700000" algn="tl">
                  <a:srgbClr val="DDDDDD"/>
                </a:outerShdw>
              </a:effectLst>
              <a:latin typeface="+mj-lt"/>
            </a:endParaRPr>
          </a:p>
        </p:txBody>
      </p:sp>
    </p:spTree>
    <p:extLst>
      <p:ext uri="{BB962C8B-B14F-4D97-AF65-F5344CB8AC3E}">
        <p14:creationId xmlns:p14="http://schemas.microsoft.com/office/powerpoint/2010/main" val="25334965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2" name="Rectangle 2">
            <a:extLst>
              <a:ext uri="{FF2B5EF4-FFF2-40B4-BE49-F238E27FC236}">
                <a16:creationId xmlns:a16="http://schemas.microsoft.com/office/drawing/2014/main" id="{52FD36A4-F39A-4F81-86BF-A9A0BC6C741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Static Hashing</a:t>
            </a:r>
          </a:p>
        </p:txBody>
      </p:sp>
      <p:sp>
        <p:nvSpPr>
          <p:cNvPr id="104451" name="Rectangle 3">
            <a:extLst>
              <a:ext uri="{FF2B5EF4-FFF2-40B4-BE49-F238E27FC236}">
                <a16:creationId xmlns:a16="http://schemas.microsoft.com/office/drawing/2014/main" id="{E38D9A33-26FC-4A62-AD5F-F72CC746C29B}"/>
              </a:ext>
            </a:extLst>
          </p:cNvPr>
          <p:cNvSpPr>
            <a:spLocks noGrp="1" noChangeArrowheads="1"/>
          </p:cNvSpPr>
          <p:nvPr>
            <p:ph type="body" idx="1"/>
          </p:nvPr>
        </p:nvSpPr>
        <p:spPr>
          <a:xfrm>
            <a:off x="1775534" y="893675"/>
            <a:ext cx="5521807" cy="3103959"/>
          </a:xfrm>
        </p:spPr>
        <p:txBody>
          <a:bodyPr/>
          <a:lstStyle/>
          <a:p>
            <a:r>
              <a:rPr lang="en-US" altLang="en-US" dirty="0"/>
              <a:t>A </a:t>
            </a:r>
            <a:r>
              <a:rPr lang="en-US" altLang="en-US" b="1" dirty="0">
                <a:solidFill>
                  <a:srgbClr val="002060"/>
                </a:solidFill>
              </a:rPr>
              <a:t>bucket</a:t>
            </a:r>
            <a:r>
              <a:rPr lang="en-US" altLang="en-US" dirty="0">
                <a:solidFill>
                  <a:srgbClr val="002060"/>
                </a:solidFill>
              </a:rPr>
              <a:t> </a:t>
            </a:r>
            <a:r>
              <a:rPr lang="en-US" altLang="en-US" dirty="0"/>
              <a:t>is a unit of storage containing one or more entries (a bucket is typically a disk block). </a:t>
            </a:r>
          </a:p>
          <a:p>
            <a:pPr lvl="1"/>
            <a:r>
              <a:rPr lang="en-US" altLang="en-US" dirty="0"/>
              <a:t>we obtain the bucket of an entry from its search-key value using a </a:t>
            </a:r>
            <a:r>
              <a:rPr lang="en-US" altLang="en-US" b="1" dirty="0">
                <a:solidFill>
                  <a:srgbClr val="002060"/>
                </a:solidFill>
              </a:rPr>
              <a:t>hash</a:t>
            </a:r>
            <a:r>
              <a:rPr lang="en-US" altLang="en-US" dirty="0">
                <a:solidFill>
                  <a:srgbClr val="002060"/>
                </a:solidFill>
              </a:rPr>
              <a:t> </a:t>
            </a:r>
            <a:r>
              <a:rPr lang="en-US" altLang="en-US" b="1" dirty="0">
                <a:solidFill>
                  <a:srgbClr val="002060"/>
                </a:solidFill>
              </a:rPr>
              <a:t>function</a:t>
            </a:r>
            <a:endParaRPr lang="en-US" altLang="en-US" dirty="0"/>
          </a:p>
          <a:p>
            <a:r>
              <a:rPr lang="en-US" altLang="en-US" dirty="0"/>
              <a:t>Hash function </a:t>
            </a:r>
            <a:r>
              <a:rPr lang="en-US" altLang="en-US" i="1" dirty="0"/>
              <a:t>h</a:t>
            </a:r>
            <a:r>
              <a:rPr lang="en-US" altLang="en-US" dirty="0"/>
              <a:t> is a function from the set of all search-key values </a:t>
            </a:r>
            <a:r>
              <a:rPr lang="en-US" altLang="en-US" i="1" dirty="0"/>
              <a:t>K</a:t>
            </a:r>
            <a:r>
              <a:rPr lang="en-US" altLang="en-US" dirty="0"/>
              <a:t> to the set of all bucket addresses </a:t>
            </a:r>
            <a:r>
              <a:rPr lang="en-US" altLang="en-US" i="1" dirty="0"/>
              <a:t>B.</a:t>
            </a:r>
          </a:p>
          <a:p>
            <a:r>
              <a:rPr lang="en-US" altLang="en-US" dirty="0"/>
              <a:t>Hash function is used to locate entries for access, insertion as well as deletion.</a:t>
            </a:r>
          </a:p>
          <a:p>
            <a:r>
              <a:rPr lang="en-US" altLang="en-US" dirty="0"/>
              <a:t>Entries with different search-key values may be mapped to the same bucket; thus entire bucket has to be searched sequentially to locate an entry. </a:t>
            </a:r>
          </a:p>
          <a:p>
            <a:r>
              <a:rPr lang="en-US" altLang="en-US" dirty="0"/>
              <a:t>In a </a:t>
            </a:r>
            <a:r>
              <a:rPr lang="en-US" altLang="en-US" b="1" dirty="0">
                <a:solidFill>
                  <a:srgbClr val="002060"/>
                </a:solidFill>
              </a:rPr>
              <a:t>hash index</a:t>
            </a:r>
            <a:r>
              <a:rPr lang="en-US" altLang="en-US" dirty="0"/>
              <a:t>, buckets store entries with pointers to records</a:t>
            </a:r>
          </a:p>
          <a:p>
            <a:r>
              <a:rPr lang="en-US" altLang="en-US" dirty="0"/>
              <a:t>In a </a:t>
            </a:r>
            <a:r>
              <a:rPr lang="en-US" altLang="en-US" b="1" dirty="0">
                <a:solidFill>
                  <a:srgbClr val="002060"/>
                </a:solidFill>
              </a:rPr>
              <a:t>hash file-organization </a:t>
            </a:r>
            <a:r>
              <a:rPr lang="en-US" altLang="en-US" dirty="0">
                <a:solidFill>
                  <a:schemeClr val="tx1">
                    <a:lumMod val="95000"/>
                    <a:lumOff val="5000"/>
                  </a:schemeClr>
                </a:solidFill>
              </a:rPr>
              <a:t>buckets store records</a:t>
            </a:r>
          </a:p>
        </p:txBody>
      </p:sp>
    </p:spTree>
    <p:extLst>
      <p:ext uri="{BB962C8B-B14F-4D97-AF65-F5344CB8AC3E}">
        <p14:creationId xmlns:p14="http://schemas.microsoft.com/office/powerpoint/2010/main" val="23627141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02" name="Rectangle 2">
            <a:extLst>
              <a:ext uri="{FF2B5EF4-FFF2-40B4-BE49-F238E27FC236}">
                <a16:creationId xmlns:a16="http://schemas.microsoft.com/office/drawing/2014/main" id="{279E72F7-D3A3-4E47-9DCA-7CDF97CE41A3}"/>
              </a:ext>
            </a:extLst>
          </p:cNvPr>
          <p:cNvSpPr>
            <a:spLocks noGrp="1" noChangeArrowheads="1"/>
          </p:cNvSpPr>
          <p:nvPr>
            <p:ph type="title"/>
          </p:nvPr>
        </p:nvSpPr>
        <p:spPr>
          <a:xfrm>
            <a:off x="1713310" y="0"/>
            <a:ext cx="6057900" cy="597695"/>
          </a:xfrm>
        </p:spPr>
        <p:txBody>
          <a:bodyPr/>
          <a:lstStyle/>
          <a:p>
            <a:pPr>
              <a:defRPr/>
            </a:pPr>
            <a:r>
              <a:rPr lang="en-US" altLang="en-US" dirty="0">
                <a:effectLst>
                  <a:outerShdw blurRad="38100" dist="38100" dir="2700000" algn="tl">
                    <a:srgbClr val="C0C0C0"/>
                  </a:outerShdw>
                </a:effectLst>
              </a:rPr>
              <a:t>Handling of Bucket Overflows (Cont.)</a:t>
            </a:r>
          </a:p>
        </p:txBody>
      </p:sp>
      <p:sp>
        <p:nvSpPr>
          <p:cNvPr id="112643" name="Rectangle 3">
            <a:extLst>
              <a:ext uri="{FF2B5EF4-FFF2-40B4-BE49-F238E27FC236}">
                <a16:creationId xmlns:a16="http://schemas.microsoft.com/office/drawing/2014/main" id="{72707851-F199-458F-9740-4660D004E83D}"/>
              </a:ext>
            </a:extLst>
          </p:cNvPr>
          <p:cNvSpPr>
            <a:spLocks noGrp="1" noChangeArrowheads="1"/>
          </p:cNvSpPr>
          <p:nvPr>
            <p:ph type="body" idx="1"/>
          </p:nvPr>
        </p:nvSpPr>
        <p:spPr>
          <a:xfrm>
            <a:off x="1713310" y="851297"/>
            <a:ext cx="5847159" cy="3657600"/>
          </a:xfrm>
        </p:spPr>
        <p:txBody>
          <a:bodyPr/>
          <a:lstStyle/>
          <a:p>
            <a:r>
              <a:rPr lang="en-US" altLang="en-US" b="1" dirty="0">
                <a:solidFill>
                  <a:srgbClr val="002060"/>
                </a:solidFill>
              </a:rPr>
              <a:t>Overflow chaining</a:t>
            </a:r>
            <a:r>
              <a:rPr lang="en-US" altLang="en-US" dirty="0">
                <a:solidFill>
                  <a:srgbClr val="002060"/>
                </a:solidFill>
              </a:rPr>
              <a:t> </a:t>
            </a:r>
            <a:r>
              <a:rPr lang="en-US" altLang="en-US" dirty="0"/>
              <a:t>– the overflow buckets of a given bucket are chained together in a linked list.</a:t>
            </a:r>
          </a:p>
          <a:p>
            <a:r>
              <a:rPr lang="en-US" altLang="en-US" dirty="0"/>
              <a:t>Above scheme is called </a:t>
            </a:r>
            <a:r>
              <a:rPr lang="en-US" altLang="en-US" b="1" dirty="0">
                <a:solidFill>
                  <a:srgbClr val="002060"/>
                </a:solidFill>
              </a:rPr>
              <a:t>closed addressing (</a:t>
            </a:r>
            <a:r>
              <a:rPr lang="en-US" altLang="en-US" dirty="0">
                <a:solidFill>
                  <a:srgbClr val="000000"/>
                </a:solidFill>
              </a:rPr>
              <a:t>also called </a:t>
            </a:r>
            <a:r>
              <a:rPr lang="en-US" altLang="en-US" b="1" dirty="0">
                <a:solidFill>
                  <a:srgbClr val="002060"/>
                </a:solidFill>
              </a:rPr>
              <a:t>closed hashing </a:t>
            </a:r>
            <a:r>
              <a:rPr lang="en-US" altLang="en-US" b="1" dirty="0"/>
              <a:t>or </a:t>
            </a:r>
            <a:r>
              <a:rPr lang="en-US" altLang="en-US" b="1" dirty="0">
                <a:solidFill>
                  <a:srgbClr val="002060"/>
                </a:solidFill>
              </a:rPr>
              <a:t>open hashing </a:t>
            </a:r>
            <a:r>
              <a:rPr lang="en-US" altLang="en-US" dirty="0"/>
              <a:t>depending on the book you use</a:t>
            </a:r>
            <a:r>
              <a:rPr lang="en-US" altLang="en-US" b="1" dirty="0">
                <a:solidFill>
                  <a:srgbClr val="002060"/>
                </a:solidFill>
              </a:rPr>
              <a:t>)</a:t>
            </a:r>
            <a:r>
              <a:rPr lang="en-US" altLang="en-US" dirty="0"/>
              <a:t>  </a:t>
            </a:r>
          </a:p>
          <a:p>
            <a:pPr lvl="1"/>
            <a:r>
              <a:rPr lang="en-US" altLang="en-US" dirty="0"/>
              <a:t>An alternative, called </a:t>
            </a:r>
            <a:br>
              <a:rPr lang="en-US" altLang="en-US" dirty="0"/>
            </a:br>
            <a:r>
              <a:rPr lang="en-US" altLang="en-US" b="1" dirty="0">
                <a:solidFill>
                  <a:srgbClr val="002060"/>
                </a:solidFill>
              </a:rPr>
              <a:t>open addressing </a:t>
            </a:r>
            <a:br>
              <a:rPr lang="en-US" altLang="en-US" b="1" dirty="0">
                <a:solidFill>
                  <a:srgbClr val="002060"/>
                </a:solidFill>
              </a:rPr>
            </a:br>
            <a:r>
              <a:rPr lang="en-US" altLang="en-US" b="1" dirty="0">
                <a:solidFill>
                  <a:srgbClr val="002060"/>
                </a:solidFill>
              </a:rPr>
              <a:t>(</a:t>
            </a:r>
            <a:r>
              <a:rPr lang="en-US" altLang="en-US" dirty="0"/>
              <a:t>also called </a:t>
            </a:r>
            <a:br>
              <a:rPr lang="en-US" altLang="en-US" dirty="0"/>
            </a:br>
            <a:r>
              <a:rPr lang="en-US" altLang="en-US" b="1" dirty="0">
                <a:solidFill>
                  <a:srgbClr val="002060"/>
                </a:solidFill>
              </a:rPr>
              <a:t>open hashing </a:t>
            </a:r>
            <a:r>
              <a:rPr lang="en-US" altLang="en-US" dirty="0"/>
              <a:t>or</a:t>
            </a:r>
            <a:r>
              <a:rPr lang="en-US" altLang="en-US" b="1" dirty="0"/>
              <a:t> </a:t>
            </a:r>
            <a:br>
              <a:rPr lang="en-US" altLang="en-US" b="1" dirty="0"/>
            </a:br>
            <a:r>
              <a:rPr lang="en-US" altLang="en-US" b="1" dirty="0">
                <a:solidFill>
                  <a:srgbClr val="002060"/>
                </a:solidFill>
              </a:rPr>
              <a:t>closed hashing </a:t>
            </a:r>
            <a:br>
              <a:rPr lang="en-US" altLang="en-US" b="1" dirty="0">
                <a:solidFill>
                  <a:srgbClr val="0000FF"/>
                </a:solidFill>
              </a:rPr>
            </a:br>
            <a:r>
              <a:rPr lang="en-US" altLang="en-US" dirty="0"/>
              <a:t>depending on the                                                                                    book you use) which                                                                           does not use over-                                                                                     flow buckets, is not                                                                         suitable for database                                                                               applications.</a:t>
            </a:r>
          </a:p>
          <a:p>
            <a:endParaRPr lang="en-US" altLang="en-US" dirty="0"/>
          </a:p>
        </p:txBody>
      </p:sp>
      <p:pic>
        <p:nvPicPr>
          <p:cNvPr id="112644" name="Picture 6">
            <a:extLst>
              <a:ext uri="{FF2B5EF4-FFF2-40B4-BE49-F238E27FC236}">
                <a16:creationId xmlns:a16="http://schemas.microsoft.com/office/drawing/2014/main" id="{15758074-D6CE-40EA-AEF2-7A68D90B6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8447" y="1896661"/>
            <a:ext cx="3436083" cy="245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99474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7458" name="Rectangle 2">
            <a:extLst>
              <a:ext uri="{FF2B5EF4-FFF2-40B4-BE49-F238E27FC236}">
                <a16:creationId xmlns:a16="http://schemas.microsoft.com/office/drawing/2014/main" id="{8A3B5075-8130-4281-882A-D976C0672A5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Example of Hash File Organization </a:t>
            </a:r>
          </a:p>
        </p:txBody>
      </p:sp>
      <p:sp>
        <p:nvSpPr>
          <p:cNvPr id="108547" name="Text Box 3">
            <a:extLst>
              <a:ext uri="{FF2B5EF4-FFF2-40B4-BE49-F238E27FC236}">
                <a16:creationId xmlns:a16="http://schemas.microsoft.com/office/drawing/2014/main" id="{4BAE5A9F-1290-412E-968C-F49355AF344F}"/>
              </a:ext>
            </a:extLst>
          </p:cNvPr>
          <p:cNvSpPr txBox="1">
            <a:spLocks noChangeArrowheads="1"/>
          </p:cNvSpPr>
          <p:nvPr/>
        </p:nvSpPr>
        <p:spPr bwMode="auto">
          <a:xfrm>
            <a:off x="1968623" y="834615"/>
            <a:ext cx="5226324"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0"/>
              </a:spcBef>
              <a:spcAft>
                <a:spcPct val="0"/>
              </a:spcAft>
              <a:buClrTx/>
              <a:buSzTx/>
              <a:buFont typeface="Monotype Sorts" pitchFamily="-65" charset="2"/>
              <a:buNone/>
              <a:tabLst/>
              <a:defRPr/>
            </a:pP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Hash file organization of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instructor</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 file, using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dept_name </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as key.</a:t>
            </a:r>
          </a:p>
        </p:txBody>
      </p:sp>
      <p:pic>
        <p:nvPicPr>
          <p:cNvPr id="108548" name="Picture 6">
            <a:extLst>
              <a:ext uri="{FF2B5EF4-FFF2-40B4-BE49-F238E27FC236}">
                <a16:creationId xmlns:a16="http://schemas.microsoft.com/office/drawing/2014/main" id="{3298B221-151A-44EB-AECB-B6F776393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610" y="1269061"/>
            <a:ext cx="4220765" cy="333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19963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9746" name="Rectangle 2">
            <a:extLst>
              <a:ext uri="{FF2B5EF4-FFF2-40B4-BE49-F238E27FC236}">
                <a16:creationId xmlns:a16="http://schemas.microsoft.com/office/drawing/2014/main" id="{9EB85E01-AB48-4CA9-A569-E29B02BAC6C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rPr>
              <a:t>Deficiencies of Static Hashing</a:t>
            </a:r>
          </a:p>
        </p:txBody>
      </p:sp>
      <p:sp>
        <p:nvSpPr>
          <p:cNvPr id="120835" name="Rectangle 3">
            <a:extLst>
              <a:ext uri="{FF2B5EF4-FFF2-40B4-BE49-F238E27FC236}">
                <a16:creationId xmlns:a16="http://schemas.microsoft.com/office/drawing/2014/main" id="{7141BECF-8644-459C-B0A2-A3A738C22504}"/>
              </a:ext>
            </a:extLst>
          </p:cNvPr>
          <p:cNvSpPr>
            <a:spLocks noGrp="1" noChangeArrowheads="1"/>
          </p:cNvSpPr>
          <p:nvPr>
            <p:ph type="body" idx="1"/>
          </p:nvPr>
        </p:nvSpPr>
        <p:spPr>
          <a:xfrm>
            <a:off x="1818085" y="851297"/>
            <a:ext cx="5656913" cy="3257550"/>
          </a:xfrm>
        </p:spPr>
        <p:txBody>
          <a:bodyPr/>
          <a:lstStyle/>
          <a:p>
            <a:r>
              <a:rPr lang="en-US" altLang="en-US" dirty="0"/>
              <a:t>In static hashing, function </a:t>
            </a:r>
            <a:r>
              <a:rPr lang="en-US" altLang="en-US" i="1" dirty="0"/>
              <a:t>h</a:t>
            </a:r>
            <a:r>
              <a:rPr lang="en-US" altLang="en-US" dirty="0"/>
              <a:t> maps search-key values to a fixed set of </a:t>
            </a:r>
            <a:r>
              <a:rPr lang="en-US" altLang="en-US" i="1" dirty="0"/>
              <a:t>B</a:t>
            </a:r>
            <a:r>
              <a:rPr lang="en-US" altLang="en-US" dirty="0"/>
              <a:t> of bucket addresses. Databases grow or shrink with time. </a:t>
            </a:r>
          </a:p>
          <a:p>
            <a:pPr lvl="1"/>
            <a:r>
              <a:rPr lang="en-US" altLang="en-US" dirty="0"/>
              <a:t>If initial number of buckets is too small, and file grows, performance will degrade due to too much overflows.</a:t>
            </a:r>
          </a:p>
          <a:p>
            <a:pPr lvl="1"/>
            <a:r>
              <a:rPr lang="en-US" altLang="en-US" dirty="0"/>
              <a:t>If space is allocated for anticipated growth, a significant amount of space will be wasted initially (and buckets will be </a:t>
            </a:r>
            <a:r>
              <a:rPr lang="en-US" altLang="en-US" dirty="0" err="1"/>
              <a:t>underfull</a:t>
            </a:r>
            <a:r>
              <a:rPr lang="en-US" altLang="en-US" dirty="0"/>
              <a:t>).</a:t>
            </a:r>
          </a:p>
          <a:p>
            <a:pPr lvl="1"/>
            <a:r>
              <a:rPr lang="en-US" altLang="en-US" dirty="0"/>
              <a:t>If database shrinks, again space will be wasted.</a:t>
            </a:r>
          </a:p>
          <a:p>
            <a:r>
              <a:rPr lang="en-US" altLang="en-US" dirty="0"/>
              <a:t>One solution: periodic re-organization of the file with a new hash function</a:t>
            </a:r>
          </a:p>
          <a:p>
            <a:pPr lvl="1"/>
            <a:r>
              <a:rPr lang="en-US" altLang="en-US" dirty="0"/>
              <a:t>Expensive, disrupts normal operations</a:t>
            </a:r>
          </a:p>
          <a:p>
            <a:r>
              <a:rPr lang="en-US" altLang="en-US" dirty="0"/>
              <a:t>Better solution: allow the number of buckets to be modified dynamically. </a:t>
            </a:r>
          </a:p>
        </p:txBody>
      </p:sp>
    </p:spTree>
    <p:extLst>
      <p:ext uri="{BB962C8B-B14F-4D97-AF65-F5344CB8AC3E}">
        <p14:creationId xmlns:p14="http://schemas.microsoft.com/office/powerpoint/2010/main" val="4830469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bg1"/>
                </a:solidFill>
              </a:rPr>
              <a:t>Show the Simulator</a:t>
            </a:r>
          </a:p>
        </p:txBody>
      </p:sp>
      <p:sp>
        <p:nvSpPr>
          <p:cNvPr id="8" name="Rectangle 7">
            <a:extLst>
              <a:ext uri="{FF2B5EF4-FFF2-40B4-BE49-F238E27FC236}">
                <a16:creationId xmlns:a16="http://schemas.microsoft.com/office/drawing/2014/main" id="{33DA582E-19EA-AD4E-9C58-1C4C48D5AC23}"/>
              </a:ext>
            </a:extLst>
          </p:cNvPr>
          <p:cNvSpPr/>
          <p:nvPr/>
        </p:nvSpPr>
        <p:spPr>
          <a:xfrm>
            <a:off x="609600" y="1657350"/>
            <a:ext cx="8077200" cy="1754326"/>
          </a:xfrm>
          <a:prstGeom prst="rect">
            <a:avLst/>
          </a:prstGeom>
        </p:spPr>
        <p:txBody>
          <a:bodyPr wrap="square">
            <a:spAutoFit/>
          </a:bodyPr>
          <a:lstStyle/>
          <a:p>
            <a:pPr lvl="0">
              <a:defRPr/>
            </a:pPr>
            <a:r>
              <a:rPr lang="en-US" dirty="0">
                <a:solidFill>
                  <a:prstClr val="black"/>
                </a:solidFill>
                <a:hlinkClick r:id="rId2"/>
              </a:rPr>
              <a:t>https://www.cs.usfca.edu/~galles/visualization/OpenHash.html</a:t>
            </a:r>
          </a:p>
          <a:p>
            <a:pPr lvl="0">
              <a:defRPr/>
            </a:pPr>
            <a:r>
              <a:rPr lang="en-US" dirty="0">
                <a:solidFill>
                  <a:prstClr val="black"/>
                </a:solidFill>
                <a:hlinkClick r:id="rId2"/>
              </a:rPr>
              <a:t>https://visualgo.net/en/hashtable</a:t>
            </a:r>
          </a:p>
          <a:p>
            <a:pPr lvl="0">
              <a:defRPr/>
            </a:pPr>
            <a:endParaRPr lang="en-US" dirty="0">
              <a:solidFill>
                <a:prstClr val="black"/>
              </a:solidFill>
              <a:hlinkClick r:id="rId2"/>
            </a:endParaRP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hlinkClick r:id="rId2"/>
              </a:rPr>
              <a:t>http://iswsa.acm.org/mphf/openDSAPerfectHashAnimation/perfectHashAV.html</a:t>
            </a:r>
            <a:endPar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hlinkClick r:id="rId3"/>
              </a:rPr>
              <a:t>https://opendsa-server.cs.vt.edu/ODSA/AV/Development/hashAV.html</a:t>
            </a:r>
            <a:endPar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a:p>
            <a:pPr marL="0" marR="0" lvl="0" indent="0" algn="l"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1125507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E53A7-1BAD-E6C2-16C2-19116F16CF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4E8210-B61E-300B-2775-C86777E42C3D}"/>
              </a:ext>
            </a:extLst>
          </p:cNvPr>
          <p:cNvSpPr>
            <a:spLocks noGrp="1"/>
          </p:cNvSpPr>
          <p:nvPr>
            <p:ph idx="1"/>
          </p:nvPr>
        </p:nvSpPr>
        <p:spPr/>
        <p:txBody>
          <a:bodyPr/>
          <a:lstStyle/>
          <a:p>
            <a:r>
              <a:rPr lang="en-US" dirty="0"/>
              <a:t>Query Compilation</a:t>
            </a:r>
          </a:p>
        </p:txBody>
      </p:sp>
    </p:spTree>
    <p:extLst>
      <p:ext uri="{BB962C8B-B14F-4D97-AF65-F5344CB8AC3E}">
        <p14:creationId xmlns:p14="http://schemas.microsoft.com/office/powerpoint/2010/main" val="1997447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Compilation</a:t>
            </a:r>
          </a:p>
        </p:txBody>
      </p:sp>
      <p:pic>
        <p:nvPicPr>
          <p:cNvPr id="5" name="Picture 4"/>
          <p:cNvPicPr>
            <a:picLocks noChangeAspect="1"/>
          </p:cNvPicPr>
          <p:nvPr/>
        </p:nvPicPr>
        <p:blipFill>
          <a:blip r:embed="rId2"/>
          <a:stretch>
            <a:fillRect/>
          </a:stretch>
        </p:blipFill>
        <p:spPr>
          <a:xfrm>
            <a:off x="457200" y="514350"/>
            <a:ext cx="6845300" cy="2209800"/>
          </a:xfrm>
          <a:prstGeom prst="rect">
            <a:avLst/>
          </a:prstGeom>
        </p:spPr>
      </p:pic>
      <p:pic>
        <p:nvPicPr>
          <p:cNvPr id="6" name="Picture 5"/>
          <p:cNvPicPr>
            <a:picLocks noChangeAspect="1"/>
          </p:cNvPicPr>
          <p:nvPr/>
        </p:nvPicPr>
        <p:blipFill>
          <a:blip r:embed="rId3"/>
          <a:stretch>
            <a:fillRect/>
          </a:stretch>
        </p:blipFill>
        <p:spPr>
          <a:xfrm>
            <a:off x="546100" y="2488752"/>
            <a:ext cx="6616700" cy="2159000"/>
          </a:xfrm>
          <a:prstGeom prst="rect">
            <a:avLst/>
          </a:prstGeom>
        </p:spPr>
      </p:pic>
      <p:sp>
        <p:nvSpPr>
          <p:cNvPr id="7" name="Rectangle 6"/>
          <p:cNvSpPr/>
          <p:nvPr/>
        </p:nvSpPr>
        <p:spPr>
          <a:xfrm>
            <a:off x="3733800" y="514350"/>
            <a:ext cx="6324600" cy="430887"/>
          </a:xfrm>
          <a:prstGeom prst="rect">
            <a:avLst/>
          </a:prstGeom>
        </p:spPr>
        <p:txBody>
          <a:bodyPr wrap="square">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11111"/>
                </a:solidFill>
                <a:effectLst/>
                <a:uLnTx/>
                <a:uFillTx/>
                <a:latin typeface="Amazon Ember" charset="0"/>
                <a:ea typeface="ＭＳ Ｐゴシック" charset="-128"/>
                <a:cs typeface="+mn-cs"/>
              </a:rPr>
              <a:t>Database Systems: The Complete Book (2nd Edition) </a:t>
            </a:r>
            <a:r>
              <a:rPr kumimoji="0" lang="en-US" sz="11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2nd Edition</a:t>
            </a:r>
            <a:endParaRPr kumimoji="0" lang="en-US" sz="1100" b="1" i="0" u="none" strike="noStrike" kern="1200" cap="none" spc="0" normalizeH="0" baseline="0" noProof="0" dirty="0">
              <a:ln>
                <a:noFill/>
              </a:ln>
              <a:solidFill>
                <a:srgbClr val="111111"/>
              </a:solidFill>
              <a:effectLst/>
              <a:uLnTx/>
              <a:uFillTx/>
              <a:latin typeface="Amazon Ember" charset="0"/>
              <a:ea typeface="ＭＳ Ｐゴシック" charset="-128"/>
              <a:cs typeface="+mn-cs"/>
            </a:endParaRP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by </a:t>
            </a:r>
            <a:r>
              <a:rPr kumimoji="0" lang="en-US" sz="11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4"/>
              </a:rPr>
              <a:t>Hector Garcia-Molina</a:t>
            </a:r>
            <a:r>
              <a:rPr kumimoji="0" lang="en-US" sz="11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11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 </a:t>
            </a:r>
            <a:r>
              <a:rPr kumimoji="0" lang="en-US" sz="11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5"/>
              </a:rPr>
              <a:t>Jeffrey D. Ullman</a:t>
            </a:r>
            <a:r>
              <a:rPr kumimoji="0" lang="en-US" sz="11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11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 </a:t>
            </a:r>
            <a:r>
              <a:rPr kumimoji="0" lang="en-US" sz="1100" b="0" i="0" u="none" strike="noStrike" kern="1200" cap="none" spc="0" normalizeH="0" baseline="0" noProof="0" dirty="0">
                <a:ln>
                  <a:noFill/>
                </a:ln>
                <a:solidFill>
                  <a:srgbClr val="0066C0"/>
                </a:solidFill>
                <a:effectLst/>
                <a:uLnTx/>
                <a:uFillTx/>
                <a:latin typeface="Amazon Ember" charset="0"/>
                <a:ea typeface="ＭＳ Ｐゴシック" charset="-128"/>
                <a:cs typeface="+mn-cs"/>
                <a:hlinkClick r:id="rId6"/>
              </a:rPr>
              <a:t>Jennifer Widom</a:t>
            </a:r>
            <a:r>
              <a:rPr kumimoji="0" lang="en-US" sz="1100" b="0" i="0" u="none" strike="noStrike" kern="1200" cap="none" spc="0" normalizeH="0" baseline="0" noProof="0" dirty="0">
                <a:ln>
                  <a:noFill/>
                </a:ln>
                <a:solidFill>
                  <a:srgbClr val="111111"/>
                </a:solidFill>
                <a:effectLst/>
                <a:uLnTx/>
                <a:uFillTx/>
                <a:latin typeface="Amazon Ember" charset="0"/>
                <a:ea typeface="ＭＳ Ｐゴシック" charset="-128"/>
                <a:cs typeface="+mn-cs"/>
              </a:rPr>
              <a:t> </a:t>
            </a:r>
            <a:r>
              <a:rPr kumimoji="0" lang="en-US" sz="1100" b="0" i="0" u="none" strike="noStrike" kern="1200" cap="none" spc="0" normalizeH="0" baseline="0" noProof="0" dirty="0">
                <a:ln>
                  <a:noFill/>
                </a:ln>
                <a:solidFill>
                  <a:srgbClr val="555555"/>
                </a:solidFill>
                <a:effectLst/>
                <a:uLnTx/>
                <a:uFillTx/>
                <a:latin typeface="Amazon Ember" charset="0"/>
                <a:ea typeface="ＭＳ Ｐゴシック" charset="-128"/>
                <a:cs typeface="+mn-cs"/>
              </a:rPr>
              <a:t>(Author)</a:t>
            </a:r>
            <a:endParaRPr kumimoji="0" lang="en-US" sz="1100" b="0" i="0" u="none" strike="noStrike" kern="1200" cap="none" spc="0" normalizeH="0" baseline="0" noProof="0" dirty="0">
              <a:ln>
                <a:noFill/>
              </a:ln>
              <a:solidFill>
                <a:srgbClr val="111111"/>
              </a:solidFill>
              <a:effectLst/>
              <a:uLnTx/>
              <a:uFillTx/>
              <a:latin typeface="Amazon Ember" charset="0"/>
              <a:ea typeface="ＭＳ Ｐゴシック" charset="-128"/>
              <a:cs typeface="+mn-cs"/>
            </a:endParaRPr>
          </a:p>
        </p:txBody>
      </p:sp>
    </p:spTree>
    <p:extLst>
      <p:ext uri="{BB962C8B-B14F-4D97-AF65-F5344CB8AC3E}">
        <p14:creationId xmlns:p14="http://schemas.microsoft.com/office/powerpoint/2010/main" val="2802288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a:extLst>
              <a:ext uri="{FF2B5EF4-FFF2-40B4-BE49-F238E27FC236}">
                <a16:creationId xmlns:a16="http://schemas.microsoft.com/office/drawing/2014/main" id="{C4F7EECF-E672-4EC7-A229-C16B8BBFB5E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Basic Steps in Query Processing</a:t>
            </a:r>
          </a:p>
        </p:txBody>
      </p:sp>
      <p:sp>
        <p:nvSpPr>
          <p:cNvPr id="9219" name="Rectangle 3">
            <a:extLst>
              <a:ext uri="{FF2B5EF4-FFF2-40B4-BE49-F238E27FC236}">
                <a16:creationId xmlns:a16="http://schemas.microsoft.com/office/drawing/2014/main" id="{2D2522C3-D90D-4FC0-8084-00D0088674AB}"/>
              </a:ext>
            </a:extLst>
          </p:cNvPr>
          <p:cNvSpPr>
            <a:spLocks noGrp="1" noChangeArrowheads="1"/>
          </p:cNvSpPr>
          <p:nvPr>
            <p:ph idx="1"/>
          </p:nvPr>
        </p:nvSpPr>
        <p:spPr>
          <a:xfrm>
            <a:off x="1768876" y="820342"/>
            <a:ext cx="5194403" cy="921230"/>
          </a:xfrm>
        </p:spPr>
        <p:txBody>
          <a:bodyPr/>
          <a:lstStyle/>
          <a:p>
            <a:pPr>
              <a:buFont typeface="Monotype Sorts" pitchFamily="-65" charset="2"/>
              <a:buNone/>
            </a:pPr>
            <a:r>
              <a:rPr lang="en-US" altLang="en-US" dirty="0">
                <a:ea typeface="MS PGothic" panose="020B0600070205080204" pitchFamily="34" charset="-128"/>
              </a:rPr>
              <a:t>1.	Parsing and translation</a:t>
            </a:r>
          </a:p>
          <a:p>
            <a:pPr>
              <a:buFont typeface="Monotype Sorts" pitchFamily="-65" charset="2"/>
              <a:buNone/>
            </a:pPr>
            <a:r>
              <a:rPr lang="en-US" altLang="en-US" dirty="0">
                <a:ea typeface="MS PGothic" panose="020B0600070205080204" pitchFamily="34" charset="-128"/>
              </a:rPr>
              <a:t>2.	Optimization</a:t>
            </a:r>
          </a:p>
          <a:p>
            <a:pPr>
              <a:buFont typeface="Monotype Sorts" pitchFamily="-65" charset="2"/>
              <a:buNone/>
            </a:pPr>
            <a:r>
              <a:rPr lang="en-US" altLang="en-US" dirty="0">
                <a:ea typeface="MS PGothic" panose="020B0600070205080204" pitchFamily="34" charset="-128"/>
              </a:rPr>
              <a:t>3.	Evaluation</a:t>
            </a:r>
          </a:p>
        </p:txBody>
      </p:sp>
      <p:pic>
        <p:nvPicPr>
          <p:cNvPr id="9220" name="Picture 11">
            <a:extLst>
              <a:ext uri="{FF2B5EF4-FFF2-40B4-BE49-F238E27FC236}">
                <a16:creationId xmlns:a16="http://schemas.microsoft.com/office/drawing/2014/main" id="{CDACD50C-619F-4E1E-97A1-AEC99C2D45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6042" y="1724453"/>
            <a:ext cx="4391840" cy="2637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152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4B778D-CDAB-9C08-6199-9F3E3FF1FA6A}"/>
              </a:ext>
            </a:extLst>
          </p:cNvPr>
          <p:cNvSpPr>
            <a:spLocks noGrp="1"/>
          </p:cNvSpPr>
          <p:nvPr>
            <p:ph type="title"/>
          </p:nvPr>
        </p:nvSpPr>
        <p:spPr/>
        <p:txBody>
          <a:bodyPr/>
          <a:lstStyle/>
          <a:p>
            <a:r>
              <a:rPr lang="en-US" dirty="0"/>
              <a:t>Query Processing</a:t>
            </a:r>
          </a:p>
        </p:txBody>
      </p:sp>
      <p:pic>
        <p:nvPicPr>
          <p:cNvPr id="4" name="Picture 11">
            <a:extLst>
              <a:ext uri="{FF2B5EF4-FFF2-40B4-BE49-F238E27FC236}">
                <a16:creationId xmlns:a16="http://schemas.microsoft.com/office/drawing/2014/main" id="{924A7746-830B-2263-2CF0-EF5D2D5F8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749" y="525235"/>
            <a:ext cx="2895600" cy="1738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90946A29-BCC5-C7DE-5A7D-F3DCB6ECC4E7}"/>
              </a:ext>
            </a:extLst>
          </p:cNvPr>
          <p:cNvPicPr>
            <a:picLocks noChangeAspect="1"/>
          </p:cNvPicPr>
          <p:nvPr/>
        </p:nvPicPr>
        <p:blipFill>
          <a:blip r:embed="rId3"/>
          <a:stretch>
            <a:fillRect/>
          </a:stretch>
        </p:blipFill>
        <p:spPr>
          <a:xfrm>
            <a:off x="4267200" y="586165"/>
            <a:ext cx="3861987" cy="1295400"/>
          </a:xfrm>
          <a:prstGeom prst="rect">
            <a:avLst/>
          </a:prstGeom>
        </p:spPr>
      </p:pic>
      <p:pic>
        <p:nvPicPr>
          <p:cNvPr id="6" name="Picture 5">
            <a:extLst>
              <a:ext uri="{FF2B5EF4-FFF2-40B4-BE49-F238E27FC236}">
                <a16:creationId xmlns:a16="http://schemas.microsoft.com/office/drawing/2014/main" id="{4355BFB7-94B8-0209-0A5D-DD362648A115}"/>
              </a:ext>
            </a:extLst>
          </p:cNvPr>
          <p:cNvPicPr>
            <a:picLocks noChangeAspect="1"/>
          </p:cNvPicPr>
          <p:nvPr/>
        </p:nvPicPr>
        <p:blipFill>
          <a:blip r:embed="rId4"/>
          <a:stretch>
            <a:fillRect/>
          </a:stretch>
        </p:blipFill>
        <p:spPr>
          <a:xfrm>
            <a:off x="197749" y="2345037"/>
            <a:ext cx="2575898" cy="2207913"/>
          </a:xfrm>
          <a:prstGeom prst="rect">
            <a:avLst/>
          </a:prstGeom>
        </p:spPr>
      </p:pic>
      <p:pic>
        <p:nvPicPr>
          <p:cNvPr id="1026" name="Picture 2">
            <a:extLst>
              <a:ext uri="{FF2B5EF4-FFF2-40B4-BE49-F238E27FC236}">
                <a16:creationId xmlns:a16="http://schemas.microsoft.com/office/drawing/2014/main" id="{0ECF309E-C087-ADCA-104E-7163793781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1455" y="2230388"/>
            <a:ext cx="5257800" cy="2437209"/>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565C5A09-7EF2-76B5-8E2F-8CA278076EA6}"/>
              </a:ext>
            </a:extLst>
          </p:cNvPr>
          <p:cNvCxnSpPr>
            <a:endCxn id="5" idx="1"/>
          </p:cNvCxnSpPr>
          <p:nvPr/>
        </p:nvCxnSpPr>
        <p:spPr>
          <a:xfrm>
            <a:off x="3093349" y="1233865"/>
            <a:ext cx="1173851" cy="0"/>
          </a:xfrm>
          <a:prstGeom prst="straightConnector1">
            <a:avLst/>
          </a:prstGeom>
          <a:ln w="5715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BE0C8711-853B-1A31-29AC-4E4C14E032A1}"/>
              </a:ext>
            </a:extLst>
          </p:cNvPr>
          <p:cNvCxnSpPr>
            <a:cxnSpLocks/>
          </p:cNvCxnSpPr>
          <p:nvPr/>
        </p:nvCxnSpPr>
        <p:spPr>
          <a:xfrm flipH="1">
            <a:off x="2819400" y="1941039"/>
            <a:ext cx="1447800" cy="1087911"/>
          </a:xfrm>
          <a:prstGeom prst="straightConnector1">
            <a:avLst/>
          </a:prstGeom>
          <a:ln w="5715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DE6F077-871C-71AB-639E-26B758F547C5}"/>
              </a:ext>
            </a:extLst>
          </p:cNvPr>
          <p:cNvCxnSpPr>
            <a:cxnSpLocks/>
          </p:cNvCxnSpPr>
          <p:nvPr/>
        </p:nvCxnSpPr>
        <p:spPr>
          <a:xfrm>
            <a:off x="2819400" y="3448992"/>
            <a:ext cx="1276351" cy="59842"/>
          </a:xfrm>
          <a:prstGeom prst="straightConnector1">
            <a:avLst/>
          </a:prstGeom>
          <a:ln w="57150">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23156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2F82F1-0570-F1E1-E069-61C476AA68F1}"/>
              </a:ext>
            </a:extLst>
          </p:cNvPr>
          <p:cNvSpPr>
            <a:spLocks noGrp="1"/>
          </p:cNvSpPr>
          <p:nvPr>
            <p:ph type="title"/>
          </p:nvPr>
        </p:nvSpPr>
        <p:spPr/>
        <p:txBody>
          <a:bodyPr/>
          <a:lstStyle/>
          <a:p>
            <a:r>
              <a:rPr lang="en-US" dirty="0"/>
              <a:t>Query Plan and Algorithms</a:t>
            </a:r>
          </a:p>
        </p:txBody>
      </p:sp>
      <p:pic>
        <p:nvPicPr>
          <p:cNvPr id="4" name="Picture 2">
            <a:extLst>
              <a:ext uri="{FF2B5EF4-FFF2-40B4-BE49-F238E27FC236}">
                <a16:creationId xmlns:a16="http://schemas.microsoft.com/office/drawing/2014/main" id="{A0836EB9-4CBA-05A3-68DA-BD9F5127E9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99" y="666750"/>
            <a:ext cx="7068621"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0560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nSpc>
                <a:spcPct val="120000"/>
              </a:lnSpc>
              <a:spcBef>
                <a:spcPts val="0"/>
              </a:spcBef>
              <a:spcAft>
                <a:spcPts val="200"/>
              </a:spcAft>
            </a:pPr>
            <a:r>
              <a:rPr lang="en-US" dirty="0"/>
              <a:t>Parser/Translator</a:t>
            </a:r>
          </a:p>
          <a:p>
            <a:pPr lvl="1">
              <a:lnSpc>
                <a:spcPct val="120000"/>
              </a:lnSpc>
              <a:spcBef>
                <a:spcPts val="0"/>
              </a:spcBef>
              <a:spcAft>
                <a:spcPts val="200"/>
              </a:spcAft>
            </a:pPr>
            <a:r>
              <a:rPr lang="en-US" dirty="0"/>
              <a:t>Verifies syntax correctness and generates a </a:t>
            </a:r>
            <a:r>
              <a:rPr lang="en-US" i="1" dirty="0"/>
              <a:t>parse tree.</a:t>
            </a:r>
            <a:endParaRPr lang="en-US" dirty="0"/>
          </a:p>
          <a:p>
            <a:pPr lvl="1">
              <a:lnSpc>
                <a:spcPct val="120000"/>
              </a:lnSpc>
              <a:spcBef>
                <a:spcPts val="0"/>
              </a:spcBef>
              <a:spcAft>
                <a:spcPts val="200"/>
              </a:spcAft>
            </a:pPr>
            <a:r>
              <a:rPr lang="en-US" dirty="0"/>
              <a:t>Converts to </a:t>
            </a:r>
            <a:r>
              <a:rPr lang="en-US" i="1" dirty="0"/>
              <a:t>logical</a:t>
            </a:r>
            <a:r>
              <a:rPr lang="en-US" dirty="0"/>
              <a:t> </a:t>
            </a:r>
            <a:r>
              <a:rPr lang="en-US" i="1" dirty="0"/>
              <a:t>plan tree</a:t>
            </a:r>
            <a:r>
              <a:rPr lang="en-US" dirty="0"/>
              <a:t> that defines how to execute the query.</a:t>
            </a:r>
          </a:p>
          <a:p>
            <a:pPr lvl="2">
              <a:lnSpc>
                <a:spcPct val="120000"/>
              </a:lnSpc>
              <a:spcBef>
                <a:spcPts val="0"/>
              </a:spcBef>
              <a:spcAft>
                <a:spcPts val="200"/>
              </a:spcAft>
            </a:pPr>
            <a:r>
              <a:rPr lang="en-US" dirty="0"/>
              <a:t>Tree nodes are </a:t>
            </a:r>
            <a:r>
              <a:rPr lang="en-US" i="1" dirty="0"/>
              <a:t>operator(tables, parameters)</a:t>
            </a:r>
          </a:p>
          <a:p>
            <a:pPr lvl="2">
              <a:lnSpc>
                <a:spcPct val="120000"/>
              </a:lnSpc>
              <a:spcBef>
                <a:spcPts val="0"/>
              </a:spcBef>
              <a:spcAft>
                <a:spcPts val="200"/>
              </a:spcAft>
            </a:pPr>
            <a:r>
              <a:rPr lang="en-US" dirty="0"/>
              <a:t>Edges are the flow of data “up the tree” from node to node.</a:t>
            </a:r>
          </a:p>
          <a:p>
            <a:pPr>
              <a:lnSpc>
                <a:spcPct val="120000"/>
              </a:lnSpc>
              <a:spcBef>
                <a:spcPts val="0"/>
              </a:spcBef>
              <a:spcAft>
                <a:spcPts val="200"/>
              </a:spcAft>
            </a:pPr>
            <a:r>
              <a:rPr lang="en-US" dirty="0"/>
              <a:t>Optimizer</a:t>
            </a:r>
          </a:p>
          <a:p>
            <a:pPr lvl="1">
              <a:lnSpc>
                <a:spcPct val="120000"/>
              </a:lnSpc>
              <a:spcBef>
                <a:spcPts val="0"/>
              </a:spcBef>
              <a:spcAft>
                <a:spcPts val="200"/>
              </a:spcAft>
            </a:pPr>
            <a:r>
              <a:rPr lang="en-US" dirty="0"/>
              <a:t>Modifies the logical plan to define an improved execution.</a:t>
            </a:r>
          </a:p>
          <a:p>
            <a:pPr lvl="1">
              <a:lnSpc>
                <a:spcPct val="120000"/>
              </a:lnSpc>
              <a:spcBef>
                <a:spcPts val="0"/>
              </a:spcBef>
              <a:spcAft>
                <a:spcPts val="200"/>
              </a:spcAft>
            </a:pPr>
            <a:r>
              <a:rPr lang="en-US" dirty="0"/>
              <a:t>Query rewrite/transformation.</a:t>
            </a:r>
          </a:p>
          <a:p>
            <a:pPr lvl="1">
              <a:lnSpc>
                <a:spcPct val="120000"/>
              </a:lnSpc>
              <a:spcBef>
                <a:spcPts val="0"/>
              </a:spcBef>
              <a:spcAft>
                <a:spcPts val="200"/>
              </a:spcAft>
            </a:pPr>
            <a:r>
              <a:rPr lang="en-US" dirty="0"/>
              <a:t>Determines </a:t>
            </a:r>
            <a:r>
              <a:rPr lang="en-US" i="1" dirty="0"/>
              <a:t>how</a:t>
            </a:r>
            <a:r>
              <a:rPr lang="en-US" dirty="0"/>
              <a:t> to choose among multiple implementations of operators.</a:t>
            </a:r>
          </a:p>
          <a:p>
            <a:pPr>
              <a:lnSpc>
                <a:spcPct val="120000"/>
              </a:lnSpc>
              <a:spcBef>
                <a:spcPts val="0"/>
              </a:spcBef>
              <a:spcAft>
                <a:spcPts val="200"/>
              </a:spcAft>
            </a:pPr>
            <a:r>
              <a:rPr lang="en-US" dirty="0"/>
              <a:t>Engine</a:t>
            </a:r>
          </a:p>
          <a:p>
            <a:pPr lvl="1">
              <a:lnSpc>
                <a:spcPct val="120000"/>
              </a:lnSpc>
              <a:spcBef>
                <a:spcPts val="0"/>
              </a:spcBef>
              <a:spcAft>
                <a:spcPts val="200"/>
              </a:spcAft>
            </a:pPr>
            <a:r>
              <a:rPr lang="en-US" dirty="0"/>
              <a:t>Executes the plan</a:t>
            </a:r>
          </a:p>
          <a:p>
            <a:pPr lvl="1">
              <a:lnSpc>
                <a:spcPct val="120000"/>
              </a:lnSpc>
              <a:spcBef>
                <a:spcPts val="0"/>
              </a:spcBef>
              <a:spcAft>
                <a:spcPts val="200"/>
              </a:spcAft>
            </a:pPr>
            <a:r>
              <a:rPr lang="en-US" dirty="0"/>
              <a:t>May modify the plan to </a:t>
            </a:r>
            <a:r>
              <a:rPr lang="en-US" i="1" dirty="0"/>
              <a:t>optimize</a:t>
            </a:r>
            <a:r>
              <a:rPr lang="en-US" dirty="0"/>
              <a:t> execution, e.g. using indexes.</a:t>
            </a:r>
          </a:p>
        </p:txBody>
      </p:sp>
      <p:sp>
        <p:nvSpPr>
          <p:cNvPr id="2" name="Title 1"/>
          <p:cNvSpPr>
            <a:spLocks noGrp="1"/>
          </p:cNvSpPr>
          <p:nvPr>
            <p:ph type="title"/>
          </p:nvPr>
        </p:nvSpPr>
        <p:spPr/>
        <p:txBody>
          <a:bodyPr/>
          <a:lstStyle/>
          <a:p>
            <a:r>
              <a:rPr lang="en-US" dirty="0"/>
              <a:t>Parsing and Execution</a:t>
            </a:r>
          </a:p>
        </p:txBody>
      </p:sp>
    </p:spTree>
    <p:extLst>
      <p:ext uri="{BB962C8B-B14F-4D97-AF65-F5344CB8AC3E}">
        <p14:creationId xmlns:p14="http://schemas.microsoft.com/office/powerpoint/2010/main" val="5016312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83DA03-D2C5-49B2-420C-131545F9E26B}"/>
              </a:ext>
            </a:extLst>
          </p:cNvPr>
          <p:cNvSpPr>
            <a:spLocks noGrp="1"/>
          </p:cNvSpPr>
          <p:nvPr>
            <p:ph type="title"/>
          </p:nvPr>
        </p:nvSpPr>
        <p:spPr/>
        <p:txBody>
          <a:bodyPr/>
          <a:lstStyle/>
          <a:p>
            <a:r>
              <a:rPr lang="en-US" dirty="0"/>
              <a:t>EXPLAIN Example</a:t>
            </a:r>
          </a:p>
        </p:txBody>
      </p:sp>
      <p:pic>
        <p:nvPicPr>
          <p:cNvPr id="6" name="Picture 5">
            <a:extLst>
              <a:ext uri="{FF2B5EF4-FFF2-40B4-BE49-F238E27FC236}">
                <a16:creationId xmlns:a16="http://schemas.microsoft.com/office/drawing/2014/main" id="{3FFFCBCC-38AF-4480-4982-972C4C2C29F1}"/>
              </a:ext>
            </a:extLst>
          </p:cNvPr>
          <p:cNvPicPr>
            <a:picLocks noChangeAspect="1"/>
          </p:cNvPicPr>
          <p:nvPr/>
        </p:nvPicPr>
        <p:blipFill>
          <a:blip r:embed="rId2"/>
          <a:stretch>
            <a:fillRect/>
          </a:stretch>
        </p:blipFill>
        <p:spPr>
          <a:xfrm>
            <a:off x="161968" y="511092"/>
            <a:ext cx="5791200" cy="2959100"/>
          </a:xfrm>
          <a:prstGeom prst="rect">
            <a:avLst/>
          </a:prstGeom>
        </p:spPr>
      </p:pic>
      <p:pic>
        <p:nvPicPr>
          <p:cNvPr id="7" name="Picture 6">
            <a:extLst>
              <a:ext uri="{FF2B5EF4-FFF2-40B4-BE49-F238E27FC236}">
                <a16:creationId xmlns:a16="http://schemas.microsoft.com/office/drawing/2014/main" id="{3A15BFE1-891A-B3C0-7CE8-896F978C0272}"/>
              </a:ext>
            </a:extLst>
          </p:cNvPr>
          <p:cNvPicPr>
            <a:picLocks noChangeAspect="1"/>
          </p:cNvPicPr>
          <p:nvPr/>
        </p:nvPicPr>
        <p:blipFill>
          <a:blip r:embed="rId3"/>
          <a:stretch>
            <a:fillRect/>
          </a:stretch>
        </p:blipFill>
        <p:spPr>
          <a:xfrm>
            <a:off x="3713212" y="1428750"/>
            <a:ext cx="5155804" cy="3136900"/>
          </a:xfrm>
          <a:prstGeom prst="rect">
            <a:avLst/>
          </a:prstGeom>
        </p:spPr>
      </p:pic>
    </p:spTree>
    <p:extLst>
      <p:ext uri="{BB962C8B-B14F-4D97-AF65-F5344CB8AC3E}">
        <p14:creationId xmlns:p14="http://schemas.microsoft.com/office/powerpoint/2010/main" val="38254266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701EDBC9-0803-4051-8741-608A2893CB91}"/>
              </a:ext>
            </a:extLst>
          </p:cNvPr>
          <p:cNvSpPr>
            <a:spLocks noGrp="1" noChangeArrowheads="1"/>
          </p:cNvSpPr>
          <p:nvPr>
            <p:ph type="title"/>
          </p:nvPr>
        </p:nvSpPr>
        <p:spPr>
          <a:xfrm>
            <a:off x="1719263" y="290648"/>
            <a:ext cx="6057900" cy="457200"/>
          </a:xfrm>
        </p:spPr>
        <p:txBody>
          <a:bodyPr/>
          <a:lstStyle/>
          <a:p>
            <a:pPr>
              <a:defRPr/>
            </a:pPr>
            <a:r>
              <a:rPr lang="en-US" altLang="en-US" dirty="0">
                <a:effectLst>
                  <a:outerShdw blurRad="38100" dist="38100" dir="2700000" algn="tl">
                    <a:srgbClr val="C0C0C0"/>
                  </a:outerShdw>
                </a:effectLst>
                <a:ea typeface="MS PGothic" panose="020B0600070205080204" pitchFamily="34" charset="-128"/>
              </a:rPr>
              <a:t>Basic Steps in Query Processing: Optimization</a:t>
            </a:r>
          </a:p>
        </p:txBody>
      </p:sp>
      <p:sp>
        <p:nvSpPr>
          <p:cNvPr id="13315" name="Rectangle 3">
            <a:extLst>
              <a:ext uri="{FF2B5EF4-FFF2-40B4-BE49-F238E27FC236}">
                <a16:creationId xmlns:a16="http://schemas.microsoft.com/office/drawing/2014/main" id="{0555D7EF-9E4A-4BE9-B712-A77059F3A004}"/>
              </a:ext>
            </a:extLst>
          </p:cNvPr>
          <p:cNvSpPr>
            <a:spLocks noGrp="1" noChangeArrowheads="1"/>
          </p:cNvSpPr>
          <p:nvPr>
            <p:ph idx="1"/>
          </p:nvPr>
        </p:nvSpPr>
        <p:spPr>
          <a:xfrm>
            <a:off x="1772531" y="885548"/>
            <a:ext cx="5722442" cy="3102921"/>
          </a:xfrm>
        </p:spPr>
        <p:txBody>
          <a:bodyPr/>
          <a:lstStyle/>
          <a:p>
            <a:r>
              <a:rPr lang="en-US" altLang="en-US" dirty="0">
                <a:ea typeface="MS PGothic" panose="020B0600070205080204" pitchFamily="34" charset="-128"/>
              </a:rPr>
              <a:t>A relational algebra expression may have many equivalent expressions</a:t>
            </a:r>
          </a:p>
          <a:p>
            <a:pPr lvl="1"/>
            <a:r>
              <a:rPr lang="en-US" altLang="en-US" dirty="0">
                <a:ea typeface="MS PGothic" panose="020B0600070205080204" pitchFamily="34" charset="-128"/>
              </a:rPr>
              <a:t>E.g., </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sz="1425" baseline="-25000" dirty="0">
                <a:ea typeface="MS PGothic" panose="020B0600070205080204" pitchFamily="34" charset="-128"/>
                <a:sym typeface="Symbol" panose="05050102010706020507" pitchFamily="18" charset="2"/>
              </a:rPr>
              <a:t>75000</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instructor)) </a:t>
            </a:r>
            <a:r>
              <a:rPr lang="en-US" altLang="en-US" dirty="0">
                <a:ea typeface="MS PGothic" panose="020B0600070205080204" pitchFamily="34" charset="-128"/>
                <a:sym typeface="Symbol" panose="05050102010706020507" pitchFamily="18" charset="2"/>
              </a:rPr>
              <a:t>is equivalent to </a:t>
            </a:r>
            <a:br>
              <a:rPr lang="en-US" altLang="en-US" dirty="0">
                <a:ea typeface="MS PGothic" panose="020B0600070205080204" pitchFamily="34" charset="-128"/>
                <a:sym typeface="Symbol" panose="05050102010706020507" pitchFamily="18" charset="2"/>
              </a:rPr>
            </a:br>
            <a:r>
              <a:rPr lang="en-US" altLang="en-US" dirty="0">
                <a:ea typeface="MS PGothic" panose="020B0600070205080204" pitchFamily="34" charset="-128"/>
                <a:sym typeface="Symbol" panose="05050102010706020507" pitchFamily="18" charset="2"/>
              </a:rPr>
              <a:t>         </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sz="1425" dirty="0">
                <a:ea typeface="MS PGothic" panose="020B0600070205080204" pitchFamily="34" charset="-128"/>
                <a:sym typeface="Symbol" panose="05050102010706020507" pitchFamily="18" charset="2"/>
              </a:rPr>
              <a:t>(</a:t>
            </a:r>
            <a:r>
              <a:rPr lang="en-US" altLang="en-US" sz="1425" i="1" baseline="-25000" dirty="0">
                <a:ea typeface="MS PGothic" panose="020B0600070205080204" pitchFamily="34" charset="-128"/>
                <a:sym typeface="Symbol" panose="05050102010706020507" pitchFamily="18" charset="2"/>
              </a:rPr>
              <a:t>salary</a:t>
            </a:r>
            <a:r>
              <a:rPr lang="en-US" altLang="en-US" sz="1425" baseline="-25000" dirty="0">
                <a:ea typeface="MS PGothic" panose="020B0600070205080204" pitchFamily="34" charset="-128"/>
                <a:sym typeface="Symbol" panose="05050102010706020507" pitchFamily="18" charset="2"/>
              </a:rPr>
              <a:t>75000</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instructor))</a:t>
            </a:r>
          </a:p>
          <a:p>
            <a:r>
              <a:rPr lang="en-US" altLang="en-US" dirty="0">
                <a:ea typeface="MS PGothic" panose="020B0600070205080204" pitchFamily="34" charset="-128"/>
                <a:sym typeface="Symbol" panose="05050102010706020507" pitchFamily="18" charset="2"/>
              </a:rPr>
              <a:t>Each relational algebra operation can be evaluated using one of several different algorithms</a:t>
            </a:r>
          </a:p>
          <a:p>
            <a:pPr lvl="1"/>
            <a:r>
              <a:rPr lang="en-US" altLang="en-US" dirty="0">
                <a:ea typeface="MS PGothic" panose="020B0600070205080204" pitchFamily="34" charset="-128"/>
                <a:sym typeface="Symbol" panose="05050102010706020507" pitchFamily="18" charset="2"/>
              </a:rPr>
              <a:t>Correspondingly, a relational-algebra expression can be evaluated in many ways. </a:t>
            </a:r>
          </a:p>
          <a:p>
            <a:r>
              <a:rPr lang="en-US" altLang="en-US" dirty="0">
                <a:ea typeface="MS PGothic" panose="020B0600070205080204" pitchFamily="34" charset="-128"/>
                <a:sym typeface="Symbol" panose="05050102010706020507" pitchFamily="18" charset="2"/>
              </a:rPr>
              <a:t>Annotated expression specifying detailed evaluation strategy is called an </a:t>
            </a:r>
            <a:r>
              <a:rPr lang="en-US" altLang="en-US" b="1" dirty="0">
                <a:solidFill>
                  <a:srgbClr val="002060"/>
                </a:solidFill>
                <a:ea typeface="MS PGothic" panose="020B0600070205080204" pitchFamily="34" charset="-128"/>
                <a:sym typeface="Symbol" panose="05050102010706020507" pitchFamily="18" charset="2"/>
              </a:rPr>
              <a:t>evaluation-plan</a:t>
            </a:r>
            <a:r>
              <a:rPr lang="en-US" altLang="en-US" dirty="0">
                <a:ea typeface="MS PGothic" panose="020B0600070205080204" pitchFamily="34" charset="-128"/>
                <a:sym typeface="Symbol" panose="05050102010706020507" pitchFamily="18" charset="2"/>
              </a:rPr>
              <a:t>.  E.g.,:</a:t>
            </a:r>
          </a:p>
          <a:p>
            <a:pPr lvl="1"/>
            <a:r>
              <a:rPr lang="en-US" altLang="en-US" dirty="0">
                <a:ea typeface="MS PGothic" panose="020B0600070205080204" pitchFamily="34" charset="-128"/>
                <a:sym typeface="Symbol" panose="05050102010706020507" pitchFamily="18" charset="2"/>
              </a:rPr>
              <a:t>Use an index on </a:t>
            </a:r>
            <a:r>
              <a:rPr lang="en-US" altLang="en-US" i="1" dirty="0">
                <a:ea typeface="MS PGothic" panose="020B0600070205080204" pitchFamily="34" charset="-128"/>
                <a:sym typeface="Symbol" panose="05050102010706020507" pitchFamily="18" charset="2"/>
              </a:rPr>
              <a:t>salary</a:t>
            </a:r>
            <a:r>
              <a:rPr lang="en-US" altLang="en-US" dirty="0">
                <a:ea typeface="MS PGothic" panose="020B0600070205080204" pitchFamily="34" charset="-128"/>
                <a:sym typeface="Symbol" panose="05050102010706020507" pitchFamily="18" charset="2"/>
              </a:rPr>
              <a:t> to find instructors with salary &lt; 75000,</a:t>
            </a:r>
          </a:p>
          <a:p>
            <a:pPr lvl="1"/>
            <a:r>
              <a:rPr lang="en-US" altLang="en-US" dirty="0">
                <a:ea typeface="MS PGothic" panose="020B0600070205080204" pitchFamily="34" charset="-128"/>
                <a:sym typeface="Symbol" panose="05050102010706020507" pitchFamily="18" charset="2"/>
              </a:rPr>
              <a:t>Or perform complete relation scan and discard instructors with salary  75000</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1026">
            <a:extLst>
              <a:ext uri="{FF2B5EF4-FFF2-40B4-BE49-F238E27FC236}">
                <a16:creationId xmlns:a16="http://schemas.microsoft.com/office/drawing/2014/main" id="{E41234F1-7767-4810-97CE-92405F4C6B49}"/>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Basic Steps: Optimization (Cont.)</a:t>
            </a:r>
          </a:p>
        </p:txBody>
      </p:sp>
      <p:sp>
        <p:nvSpPr>
          <p:cNvPr id="15363" name="Rectangle 1027">
            <a:extLst>
              <a:ext uri="{FF2B5EF4-FFF2-40B4-BE49-F238E27FC236}">
                <a16:creationId xmlns:a16="http://schemas.microsoft.com/office/drawing/2014/main" id="{15285419-BB0E-4298-9661-E1BFD3567C57}"/>
              </a:ext>
            </a:extLst>
          </p:cNvPr>
          <p:cNvSpPr>
            <a:spLocks noGrp="1" noChangeArrowheads="1"/>
          </p:cNvSpPr>
          <p:nvPr>
            <p:ph idx="1"/>
          </p:nvPr>
        </p:nvSpPr>
        <p:spPr>
          <a:xfrm>
            <a:off x="1765873" y="826873"/>
            <a:ext cx="5650079" cy="3206714"/>
          </a:xfrm>
        </p:spPr>
        <p:txBody>
          <a:bodyPr/>
          <a:lstStyle/>
          <a:p>
            <a:r>
              <a:rPr lang="en-US" altLang="en-US" b="1" dirty="0">
                <a:solidFill>
                  <a:srgbClr val="002060"/>
                </a:solidFill>
                <a:ea typeface="MS PGothic" panose="020B0600070205080204" pitchFamily="34" charset="-128"/>
                <a:sym typeface="Symbol" panose="05050102010706020507" pitchFamily="18" charset="2"/>
              </a:rPr>
              <a:t>Query Optimization</a:t>
            </a:r>
            <a:r>
              <a:rPr lang="en-US" altLang="en-US" dirty="0">
                <a:ea typeface="MS PGothic" panose="020B0600070205080204" pitchFamily="34" charset="-128"/>
                <a:sym typeface="Symbol" panose="05050102010706020507" pitchFamily="18" charset="2"/>
              </a:rPr>
              <a:t>: Amongst all equivalent evaluation plans choose the one with lowest cost. </a:t>
            </a:r>
          </a:p>
          <a:p>
            <a:pPr lvl="1"/>
            <a:r>
              <a:rPr lang="en-US" altLang="en-US" dirty="0">
                <a:ea typeface="MS PGothic" panose="020B0600070205080204" pitchFamily="34" charset="-128"/>
                <a:sym typeface="Symbol" panose="05050102010706020507" pitchFamily="18" charset="2"/>
              </a:rPr>
              <a:t> Cost is estimated using statistical information from the</a:t>
            </a:r>
            <a:br>
              <a:rPr lang="en-US" altLang="en-US" dirty="0">
                <a:ea typeface="MS PGothic" panose="020B0600070205080204" pitchFamily="34" charset="-128"/>
                <a:sym typeface="Symbol" panose="05050102010706020507" pitchFamily="18" charset="2"/>
              </a:rPr>
            </a:br>
            <a:r>
              <a:rPr lang="en-US" altLang="en-US" dirty="0">
                <a:ea typeface="MS PGothic" panose="020B0600070205080204" pitchFamily="34" charset="-128"/>
                <a:sym typeface="Symbol" panose="05050102010706020507" pitchFamily="18" charset="2"/>
              </a:rPr>
              <a:t> database catalog</a:t>
            </a:r>
          </a:p>
          <a:p>
            <a:pPr lvl="2"/>
            <a:r>
              <a:rPr lang="en-US" altLang="en-US" dirty="0">
                <a:ea typeface="MS PGothic" panose="020B0600070205080204" pitchFamily="34" charset="-128"/>
                <a:sym typeface="Symbol" panose="05050102010706020507" pitchFamily="18" charset="2"/>
              </a:rPr>
              <a:t>e.g.. number of tuples in each relation, size of tuples, etc.</a:t>
            </a:r>
          </a:p>
          <a:p>
            <a:r>
              <a:rPr lang="en-US" altLang="en-US" dirty="0">
                <a:ea typeface="MS PGothic" panose="020B0600070205080204" pitchFamily="34" charset="-128"/>
                <a:sym typeface="Symbol" panose="05050102010706020507" pitchFamily="18" charset="2"/>
              </a:rPr>
              <a:t>In this chapter we study</a:t>
            </a:r>
          </a:p>
          <a:p>
            <a:pPr lvl="1"/>
            <a:r>
              <a:rPr lang="en-US" altLang="en-US" dirty="0">
                <a:ea typeface="MS PGothic" panose="020B0600070205080204" pitchFamily="34" charset="-128"/>
                <a:sym typeface="Symbol" panose="05050102010706020507" pitchFamily="18" charset="2"/>
              </a:rPr>
              <a:t>How to measure query costs</a:t>
            </a:r>
          </a:p>
          <a:p>
            <a:pPr lvl="1"/>
            <a:r>
              <a:rPr lang="en-US" altLang="en-US" dirty="0">
                <a:ea typeface="MS PGothic" panose="020B0600070205080204" pitchFamily="34" charset="-128"/>
                <a:sym typeface="Symbol" panose="05050102010706020507" pitchFamily="18" charset="2"/>
              </a:rPr>
              <a:t>Algorithms for evaluating relational algebra operations</a:t>
            </a:r>
          </a:p>
          <a:p>
            <a:pPr lvl="1"/>
            <a:r>
              <a:rPr lang="en-US" altLang="en-US" dirty="0">
                <a:ea typeface="MS PGothic" panose="020B0600070205080204" pitchFamily="34" charset="-128"/>
                <a:sym typeface="Symbol" panose="05050102010706020507" pitchFamily="18" charset="2"/>
              </a:rPr>
              <a:t>How to combine algorithms for individual operations in order to evaluate a complete expression</a:t>
            </a:r>
          </a:p>
          <a:p>
            <a:r>
              <a:rPr lang="en-US" altLang="en-US" dirty="0">
                <a:ea typeface="MS PGothic" panose="020B0600070205080204" pitchFamily="34" charset="-128"/>
                <a:sym typeface="Symbol" panose="05050102010706020507" pitchFamily="18" charset="2"/>
              </a:rPr>
              <a:t>In Chapter 16</a:t>
            </a:r>
          </a:p>
          <a:p>
            <a:pPr lvl="1"/>
            <a:r>
              <a:rPr lang="en-US" altLang="en-US" dirty="0">
                <a:ea typeface="MS PGothic" panose="020B0600070205080204" pitchFamily="34" charset="-128"/>
                <a:sym typeface="Symbol" panose="05050102010706020507" pitchFamily="18" charset="2"/>
              </a:rPr>
              <a:t>We study how to optimize queries, that is, how to find an evaluation plan with lowest estimated cost</a:t>
            </a:r>
          </a:p>
          <a:p>
            <a:endParaRPr lang="en-US" altLang="en-US" dirty="0">
              <a:ea typeface="MS PGothic" panose="020B0600070205080204" pitchFamily="34" charset="-128"/>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B02D5-5306-39F0-1863-013C9D7D04D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709C33-0F91-0A63-4521-961D7640362B}"/>
              </a:ext>
            </a:extLst>
          </p:cNvPr>
          <p:cNvSpPr>
            <a:spLocks noGrp="1"/>
          </p:cNvSpPr>
          <p:nvPr>
            <p:ph idx="1"/>
          </p:nvPr>
        </p:nvSpPr>
        <p:spPr/>
        <p:txBody>
          <a:bodyPr/>
          <a:lstStyle/>
          <a:p>
            <a:r>
              <a:rPr lang="en-US" dirty="0"/>
              <a:t>Query Cost</a:t>
            </a:r>
          </a:p>
        </p:txBody>
      </p:sp>
    </p:spTree>
    <p:extLst>
      <p:ext uri="{BB962C8B-B14F-4D97-AF65-F5344CB8AC3E}">
        <p14:creationId xmlns:p14="http://schemas.microsoft.com/office/powerpoint/2010/main" val="6279624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578F1715-B75C-468F-BB66-8D3C20C5669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Measures of Query Cost</a:t>
            </a:r>
          </a:p>
        </p:txBody>
      </p:sp>
      <p:sp>
        <p:nvSpPr>
          <p:cNvPr id="17411" name="Rectangle 3">
            <a:extLst>
              <a:ext uri="{FF2B5EF4-FFF2-40B4-BE49-F238E27FC236}">
                <a16:creationId xmlns:a16="http://schemas.microsoft.com/office/drawing/2014/main" id="{519F3437-04AB-4B6A-B938-BC4ED1610D52}"/>
              </a:ext>
            </a:extLst>
          </p:cNvPr>
          <p:cNvSpPr>
            <a:spLocks noGrp="1" noChangeArrowheads="1"/>
          </p:cNvSpPr>
          <p:nvPr>
            <p:ph idx="1"/>
          </p:nvPr>
        </p:nvSpPr>
        <p:spPr>
          <a:xfrm>
            <a:off x="1773760" y="853945"/>
            <a:ext cx="5747847" cy="3540590"/>
          </a:xfrm>
        </p:spPr>
        <p:txBody>
          <a:bodyPr/>
          <a:lstStyle/>
          <a:p>
            <a:r>
              <a:rPr lang="en-US" altLang="en-US" dirty="0">
                <a:ea typeface="MS PGothic" panose="020B0600070205080204" pitchFamily="34" charset="-128"/>
              </a:rPr>
              <a:t>Many factors contribute to time cost</a:t>
            </a:r>
          </a:p>
          <a:p>
            <a:pPr lvl="1"/>
            <a:r>
              <a:rPr lang="en-US" altLang="en-US" i="1" dirty="0">
                <a:ea typeface="MS PGothic" panose="020B0600070205080204" pitchFamily="34" charset="-128"/>
              </a:rPr>
              <a:t>disk access, CPU</a:t>
            </a:r>
            <a:r>
              <a:rPr lang="en-US" altLang="en-US" dirty="0">
                <a:ea typeface="MS PGothic" panose="020B0600070205080204" pitchFamily="34" charset="-128"/>
              </a:rPr>
              <a:t>, and network </a:t>
            </a:r>
            <a:r>
              <a:rPr lang="en-US" altLang="en-US" i="1" dirty="0">
                <a:ea typeface="MS PGothic" panose="020B0600070205080204" pitchFamily="34" charset="-128"/>
              </a:rPr>
              <a:t>communication</a:t>
            </a:r>
          </a:p>
          <a:p>
            <a:r>
              <a:rPr lang="en-US" altLang="en-US" dirty="0">
                <a:ea typeface="MS PGothic" panose="020B0600070205080204" pitchFamily="34" charset="-128"/>
              </a:rPr>
              <a:t>Cost can be measured based on </a:t>
            </a:r>
          </a:p>
          <a:p>
            <a:pPr lvl="1"/>
            <a:r>
              <a:rPr lang="en-US" altLang="en-US" b="1" dirty="0">
                <a:solidFill>
                  <a:srgbClr val="002060"/>
                </a:solidFill>
                <a:ea typeface="MS PGothic" panose="020B0600070205080204" pitchFamily="34" charset="-128"/>
              </a:rPr>
              <a:t>response time</a:t>
            </a:r>
            <a:r>
              <a:rPr lang="en-US" altLang="en-US" dirty="0">
                <a:ea typeface="MS PGothic" panose="020B0600070205080204" pitchFamily="34" charset="-128"/>
              </a:rPr>
              <a:t>, i.e. total elapsed time for answering query, or</a:t>
            </a:r>
          </a:p>
          <a:p>
            <a:pPr lvl="1"/>
            <a:r>
              <a:rPr lang="en-US" altLang="en-US" dirty="0">
                <a:ea typeface="MS PGothic" panose="020B0600070205080204" pitchFamily="34" charset="-128"/>
              </a:rPr>
              <a:t>total </a:t>
            </a:r>
            <a:r>
              <a:rPr lang="en-US" altLang="en-US" b="1" dirty="0">
                <a:solidFill>
                  <a:srgbClr val="002060"/>
                </a:solidFill>
                <a:ea typeface="MS PGothic" panose="020B0600070205080204" pitchFamily="34" charset="-128"/>
              </a:rPr>
              <a:t>resource consumption</a:t>
            </a:r>
          </a:p>
          <a:p>
            <a:r>
              <a:rPr lang="en-US" altLang="en-US" dirty="0">
                <a:ea typeface="MS PGothic" panose="020B0600070205080204" pitchFamily="34" charset="-128"/>
              </a:rPr>
              <a:t>We use total resource consumption as cost metric</a:t>
            </a:r>
          </a:p>
          <a:p>
            <a:pPr lvl="1"/>
            <a:r>
              <a:rPr lang="en-US" altLang="en-US" dirty="0">
                <a:ea typeface="MS PGothic" panose="020B0600070205080204" pitchFamily="34" charset="-128"/>
              </a:rPr>
              <a:t>Response time harder to estimate, and minimizing resource consumption is a good idea in a shared database</a:t>
            </a:r>
          </a:p>
          <a:p>
            <a:r>
              <a:rPr lang="en-US" altLang="en-US" dirty="0">
                <a:ea typeface="MS PGothic" panose="020B0600070205080204" pitchFamily="34" charset="-128"/>
              </a:rPr>
              <a:t>We ignore CPU costs for simplicity</a:t>
            </a:r>
          </a:p>
          <a:p>
            <a:pPr lvl="1"/>
            <a:r>
              <a:rPr lang="en-US" altLang="en-US" dirty="0">
                <a:ea typeface="MS PGothic" panose="020B0600070205080204" pitchFamily="34" charset="-128"/>
              </a:rPr>
              <a:t>Real systems do take CPU cost into account</a:t>
            </a:r>
          </a:p>
          <a:p>
            <a:pPr lvl="1"/>
            <a:r>
              <a:rPr lang="en-US" altLang="en-US" dirty="0">
                <a:ea typeface="MS PGothic" panose="020B0600070205080204" pitchFamily="34" charset="-128"/>
              </a:rPr>
              <a:t>Network costs must be considered for parallel systems</a:t>
            </a:r>
          </a:p>
          <a:p>
            <a:r>
              <a:rPr lang="en-US" altLang="en-US" dirty="0">
                <a:ea typeface="MS PGothic" panose="020B0600070205080204" pitchFamily="34" charset="-128"/>
              </a:rPr>
              <a:t>We describe how estimate the cost of each operation</a:t>
            </a:r>
          </a:p>
          <a:p>
            <a:pPr lvl="1"/>
            <a:r>
              <a:rPr lang="en-US" altLang="en-US" dirty="0">
                <a:ea typeface="MS PGothic" panose="020B0600070205080204" pitchFamily="34" charset="-128"/>
              </a:rPr>
              <a:t>We do not include cost to writing output to disk</a:t>
            </a:r>
          </a:p>
          <a:p>
            <a:endParaRPr lang="en-US" altLang="en-US" dirty="0">
              <a:ea typeface="MS PGothic" panose="020B0600070205080204" pitchFamily="34" charset="-128"/>
            </a:endParaRPr>
          </a:p>
          <a:p>
            <a:endParaRPr lang="en-US" altLang="en-US" dirty="0">
              <a:ea typeface="MS PGothic" panose="020B0600070205080204" pitchFamily="34" charset="-128"/>
            </a:endParaRPr>
          </a:p>
          <a:p>
            <a:endParaRPr lang="en-US" altLang="en-US" dirty="0">
              <a:ea typeface="MS PGothic" panose="020B0600070205080204" pitchFamily="34" charset="-128"/>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578F1715-B75C-468F-BB66-8D3C20C5669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Measures of Query Cost</a:t>
            </a:r>
          </a:p>
        </p:txBody>
      </p:sp>
      <p:sp>
        <p:nvSpPr>
          <p:cNvPr id="17411" name="Rectangle 3">
            <a:extLst>
              <a:ext uri="{FF2B5EF4-FFF2-40B4-BE49-F238E27FC236}">
                <a16:creationId xmlns:a16="http://schemas.microsoft.com/office/drawing/2014/main" id="{519F3437-04AB-4B6A-B938-BC4ED1610D52}"/>
              </a:ext>
            </a:extLst>
          </p:cNvPr>
          <p:cNvSpPr>
            <a:spLocks noGrp="1" noChangeArrowheads="1"/>
          </p:cNvSpPr>
          <p:nvPr>
            <p:ph idx="1"/>
          </p:nvPr>
        </p:nvSpPr>
        <p:spPr>
          <a:xfrm>
            <a:off x="3196850" y="819150"/>
            <a:ext cx="5682493" cy="3901538"/>
          </a:xfrm>
        </p:spPr>
        <p:txBody>
          <a:bodyPr/>
          <a:lstStyle/>
          <a:p>
            <a:r>
              <a:rPr lang="en-US" altLang="en-US" dirty="0">
                <a:ea typeface="MS PGothic" panose="020B0600070205080204" pitchFamily="34" charset="-128"/>
              </a:rPr>
              <a:t>Disk cost can be estimated as:</a:t>
            </a:r>
          </a:p>
          <a:p>
            <a:pPr lvl="1"/>
            <a:r>
              <a:rPr lang="en-US" altLang="en-US" dirty="0">
                <a:ea typeface="MS PGothic" panose="020B0600070205080204" pitchFamily="34" charset="-128"/>
              </a:rPr>
              <a:t>Number of seeks             * average-seek-cost</a:t>
            </a:r>
          </a:p>
          <a:p>
            <a:pPr lvl="1"/>
            <a:r>
              <a:rPr lang="en-US" altLang="en-US" dirty="0">
                <a:ea typeface="MS PGothic" panose="020B0600070205080204" pitchFamily="34" charset="-128"/>
              </a:rPr>
              <a:t>Number of blocks read     * average-block-read-cost</a:t>
            </a:r>
          </a:p>
          <a:p>
            <a:pPr lvl="1"/>
            <a:r>
              <a:rPr lang="en-US" altLang="en-US" dirty="0">
                <a:ea typeface="MS PGothic" panose="020B0600070205080204" pitchFamily="34" charset="-128"/>
              </a:rPr>
              <a:t>Number of blocks written * average-block-write-cost</a:t>
            </a:r>
          </a:p>
          <a:p>
            <a:r>
              <a:rPr lang="en-US" altLang="en-US" dirty="0">
                <a:ea typeface="MS PGothic" panose="020B0600070205080204" pitchFamily="34" charset="-128"/>
              </a:rPr>
              <a:t>For simplicity we just use the </a:t>
            </a:r>
            <a:r>
              <a:rPr lang="en-US" altLang="en-US" b="1" dirty="0">
                <a:solidFill>
                  <a:srgbClr val="002060"/>
                </a:solidFill>
                <a:ea typeface="MS PGothic" panose="020B0600070205080204" pitchFamily="34" charset="-128"/>
              </a:rPr>
              <a:t>number of block transfers</a:t>
            </a:r>
            <a:r>
              <a:rPr lang="en-US" altLang="en-US" i="1" dirty="0">
                <a:solidFill>
                  <a:srgbClr val="002060"/>
                </a:solidFill>
                <a:ea typeface="MS PGothic" panose="020B0600070205080204" pitchFamily="34" charset="-128"/>
              </a:rPr>
              <a:t> </a:t>
            </a:r>
            <a:r>
              <a:rPr lang="en-US" altLang="en-US" i="1" dirty="0">
                <a:ea typeface="MS PGothic" panose="020B0600070205080204" pitchFamily="34" charset="-128"/>
              </a:rPr>
              <a:t>from disk and the </a:t>
            </a:r>
            <a:r>
              <a:rPr lang="en-US" altLang="en-US" b="1" dirty="0">
                <a:solidFill>
                  <a:srgbClr val="002060"/>
                </a:solidFill>
                <a:ea typeface="MS PGothic" panose="020B0600070205080204" pitchFamily="34" charset="-128"/>
              </a:rPr>
              <a:t>number of seeks</a:t>
            </a:r>
            <a:r>
              <a:rPr lang="en-US" altLang="en-US" dirty="0">
                <a:solidFill>
                  <a:srgbClr val="002060"/>
                </a:solidFill>
                <a:ea typeface="MS PGothic" panose="020B0600070205080204" pitchFamily="34" charset="-128"/>
              </a:rPr>
              <a:t> </a:t>
            </a:r>
            <a:r>
              <a:rPr lang="en-US" altLang="en-US" dirty="0">
                <a:ea typeface="MS PGothic" panose="020B0600070205080204" pitchFamily="34" charset="-128"/>
              </a:rPr>
              <a:t>as the cost measures</a:t>
            </a:r>
          </a:p>
          <a:p>
            <a:pPr lvl="1"/>
            <a:r>
              <a:rPr lang="en-US" altLang="en-US" i="1" dirty="0" err="1">
                <a:solidFill>
                  <a:srgbClr val="002060"/>
                </a:solidFill>
                <a:ea typeface="MS PGothic" panose="020B0600070205080204" pitchFamily="34" charset="-128"/>
              </a:rPr>
              <a:t>t</a:t>
            </a:r>
            <a:r>
              <a:rPr lang="en-US" altLang="en-US" i="1" baseline="-25000" dirty="0" err="1">
                <a:solidFill>
                  <a:srgbClr val="002060"/>
                </a:solidFill>
                <a:ea typeface="MS PGothic" panose="020B0600070205080204" pitchFamily="34" charset="-128"/>
              </a:rPr>
              <a:t>T</a:t>
            </a:r>
            <a:r>
              <a:rPr lang="en-US" altLang="en-US" dirty="0">
                <a:ea typeface="MS PGothic" panose="020B0600070205080204" pitchFamily="34" charset="-128"/>
              </a:rPr>
              <a:t> – time to transfer one block</a:t>
            </a:r>
          </a:p>
          <a:p>
            <a:pPr lvl="2"/>
            <a:r>
              <a:rPr lang="en-US" altLang="en-US" dirty="0">
                <a:ea typeface="MS PGothic" panose="020B0600070205080204" pitchFamily="34" charset="-128"/>
              </a:rPr>
              <a:t>Assuming for simplicity that write cost is same as read cost</a:t>
            </a:r>
          </a:p>
          <a:p>
            <a:pPr lvl="1"/>
            <a:r>
              <a:rPr lang="en-US" altLang="en-US" i="1" dirty="0" err="1">
                <a:solidFill>
                  <a:srgbClr val="002060"/>
                </a:solidFill>
                <a:ea typeface="MS PGothic" panose="020B0600070205080204" pitchFamily="34" charset="-128"/>
              </a:rPr>
              <a:t>t</a:t>
            </a:r>
            <a:r>
              <a:rPr lang="en-US" altLang="en-US" i="1" baseline="-25000" dirty="0" err="1">
                <a:solidFill>
                  <a:srgbClr val="002060"/>
                </a:solidFill>
                <a:ea typeface="MS PGothic" panose="020B0600070205080204" pitchFamily="34" charset="-128"/>
              </a:rPr>
              <a:t>S</a:t>
            </a:r>
            <a:r>
              <a:rPr lang="en-US" altLang="en-US" dirty="0">
                <a:solidFill>
                  <a:srgbClr val="002060"/>
                </a:solidFill>
                <a:ea typeface="MS PGothic" panose="020B0600070205080204" pitchFamily="34" charset="-128"/>
              </a:rPr>
              <a:t> </a:t>
            </a:r>
            <a:r>
              <a:rPr lang="en-US" altLang="en-US" dirty="0">
                <a:ea typeface="MS PGothic" panose="020B0600070205080204" pitchFamily="34" charset="-128"/>
              </a:rPr>
              <a:t>– time for one seek</a:t>
            </a:r>
          </a:p>
          <a:p>
            <a:pPr lvl="1"/>
            <a:r>
              <a:rPr lang="en-US" altLang="en-US" dirty="0">
                <a:ea typeface="MS PGothic" panose="020B0600070205080204" pitchFamily="34" charset="-128"/>
              </a:rPr>
              <a:t>Cost for b block transfers plus S seeks</a:t>
            </a:r>
            <a:br>
              <a:rPr lang="en-US" altLang="en-US" dirty="0">
                <a:ea typeface="MS PGothic" panose="020B0600070205080204" pitchFamily="34" charset="-128"/>
              </a:rPr>
            </a:br>
            <a:r>
              <a:rPr lang="en-US" altLang="en-US" dirty="0">
                <a:ea typeface="MS PGothic" panose="020B0600070205080204" pitchFamily="34" charset="-128"/>
              </a:rPr>
              <a:t>        </a:t>
            </a:r>
            <a:r>
              <a:rPr lang="en-US" altLang="en-US" i="1" dirty="0">
                <a:ea typeface="MS PGothic" panose="020B0600070205080204" pitchFamily="34" charset="-128"/>
              </a:rPr>
              <a:t>b *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T</a:t>
            </a:r>
            <a:r>
              <a:rPr lang="en-US" altLang="en-US" i="1" dirty="0">
                <a:ea typeface="MS PGothic" panose="020B0600070205080204" pitchFamily="34" charset="-128"/>
              </a:rPr>
              <a:t> + S *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dirty="0">
                <a:ea typeface="MS PGothic" panose="020B0600070205080204" pitchFamily="34" charset="-128"/>
              </a:rPr>
              <a:t> </a:t>
            </a:r>
          </a:p>
          <a:p>
            <a:r>
              <a:rPr lang="en-US" altLang="en-US" i="1" dirty="0" err="1">
                <a:solidFill>
                  <a:srgbClr val="002060"/>
                </a:solidFill>
                <a:ea typeface="MS PGothic" panose="020B0600070205080204" pitchFamily="34" charset="-128"/>
              </a:rPr>
              <a:t>t</a:t>
            </a:r>
            <a:r>
              <a:rPr lang="en-US" altLang="en-US" i="1" baseline="-25000" dirty="0" err="1">
                <a:solidFill>
                  <a:srgbClr val="002060"/>
                </a:solidFill>
                <a:ea typeface="MS PGothic" panose="020B0600070205080204" pitchFamily="34" charset="-128"/>
              </a:rPr>
              <a:t>S</a:t>
            </a:r>
            <a:r>
              <a:rPr lang="en-US" altLang="en-US" baseline="-25000" dirty="0">
                <a:ea typeface="MS PGothic" panose="020B0600070205080204" pitchFamily="34" charset="-128"/>
              </a:rPr>
              <a:t> </a:t>
            </a:r>
            <a:r>
              <a:rPr lang="en-US" altLang="en-US" dirty="0">
                <a:solidFill>
                  <a:schemeClr val="accent4"/>
                </a:solidFill>
                <a:ea typeface="MS PGothic" panose="020B0600070205080204" pitchFamily="34" charset="-128"/>
              </a:rPr>
              <a:t>and</a:t>
            </a:r>
            <a:r>
              <a:rPr lang="en-US" altLang="en-US" i="1" dirty="0">
                <a:solidFill>
                  <a:srgbClr val="002060"/>
                </a:solidFill>
                <a:ea typeface="MS PGothic" panose="020B0600070205080204" pitchFamily="34" charset="-128"/>
              </a:rPr>
              <a:t> </a:t>
            </a:r>
            <a:r>
              <a:rPr lang="en-US" altLang="en-US" i="1" dirty="0" err="1">
                <a:solidFill>
                  <a:srgbClr val="002060"/>
                </a:solidFill>
                <a:ea typeface="MS PGothic" panose="020B0600070205080204" pitchFamily="34" charset="-128"/>
              </a:rPr>
              <a:t>t</a:t>
            </a:r>
            <a:r>
              <a:rPr lang="en-US" altLang="en-US" i="1" baseline="-25000" dirty="0" err="1">
                <a:solidFill>
                  <a:srgbClr val="002060"/>
                </a:solidFill>
                <a:ea typeface="MS PGothic" panose="020B0600070205080204" pitchFamily="34" charset="-128"/>
              </a:rPr>
              <a:t>T</a:t>
            </a:r>
            <a:r>
              <a:rPr lang="en-US" altLang="en-US" dirty="0">
                <a:ea typeface="MS PGothic" panose="020B0600070205080204" pitchFamily="34" charset="-128"/>
              </a:rPr>
              <a:t> depend on where data is stored; with 4 KB blocks:</a:t>
            </a:r>
          </a:p>
          <a:p>
            <a:pPr lvl="1"/>
            <a:r>
              <a:rPr lang="en-US" altLang="en-US" dirty="0">
                <a:ea typeface="MS PGothic" panose="020B0600070205080204" pitchFamily="34" charset="-128"/>
              </a:rPr>
              <a:t>High end magnetic disk: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dirty="0">
                <a:ea typeface="MS PGothic" panose="020B0600070205080204" pitchFamily="34" charset="-128"/>
              </a:rPr>
              <a:t> = 4 </a:t>
            </a:r>
            <a:r>
              <a:rPr lang="en-US" altLang="en-US" dirty="0" err="1">
                <a:ea typeface="MS PGothic" panose="020B0600070205080204" pitchFamily="34" charset="-128"/>
              </a:rPr>
              <a:t>msec</a:t>
            </a:r>
            <a:r>
              <a:rPr lang="en-US" altLang="en-US" dirty="0">
                <a:ea typeface="MS PGothic" panose="020B0600070205080204" pitchFamily="34" charset="-128"/>
              </a:rPr>
              <a:t> and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T</a:t>
            </a:r>
            <a:r>
              <a:rPr lang="en-US" altLang="en-US" dirty="0">
                <a:ea typeface="MS PGothic" panose="020B0600070205080204" pitchFamily="34" charset="-128"/>
              </a:rPr>
              <a:t> =0.1 </a:t>
            </a:r>
            <a:r>
              <a:rPr lang="en-US" altLang="en-US" dirty="0" err="1">
                <a:ea typeface="MS PGothic" panose="020B0600070205080204" pitchFamily="34" charset="-128"/>
              </a:rPr>
              <a:t>msec</a:t>
            </a:r>
            <a:endParaRPr lang="en-US" altLang="en-US" dirty="0">
              <a:ea typeface="MS PGothic" panose="020B0600070205080204" pitchFamily="34" charset="-128"/>
            </a:endParaRPr>
          </a:p>
          <a:p>
            <a:pPr lvl="1"/>
            <a:r>
              <a:rPr lang="en-US" altLang="en-US" dirty="0">
                <a:ea typeface="MS PGothic" panose="020B0600070205080204" pitchFamily="34" charset="-128"/>
              </a:rPr>
              <a:t>SSD: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dirty="0">
                <a:ea typeface="MS PGothic" panose="020B0600070205080204" pitchFamily="34" charset="-128"/>
              </a:rPr>
              <a:t> = 20-90 microsec and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T</a:t>
            </a:r>
            <a:r>
              <a:rPr lang="en-US" altLang="en-US" dirty="0">
                <a:ea typeface="MS PGothic" panose="020B0600070205080204" pitchFamily="34" charset="-128"/>
              </a:rPr>
              <a:t> = 2-10 microsec for 4KB </a:t>
            </a:r>
          </a:p>
          <a:p>
            <a:endParaRPr lang="en-US" altLang="en-US" dirty="0">
              <a:ea typeface="MS PGothic" panose="020B0600070205080204" pitchFamily="34" charset="-128"/>
            </a:endParaRPr>
          </a:p>
        </p:txBody>
      </p:sp>
      <p:sp>
        <p:nvSpPr>
          <p:cNvPr id="2" name="TextBox 1">
            <a:extLst>
              <a:ext uri="{FF2B5EF4-FFF2-40B4-BE49-F238E27FC236}">
                <a16:creationId xmlns:a16="http://schemas.microsoft.com/office/drawing/2014/main" id="{2749CEBA-C1A6-9857-6AA2-ACB9A04F1C65}"/>
              </a:ext>
            </a:extLst>
          </p:cNvPr>
          <p:cNvSpPr txBox="1"/>
          <p:nvPr/>
        </p:nvSpPr>
        <p:spPr>
          <a:xfrm>
            <a:off x="76200" y="2038350"/>
            <a:ext cx="3028393" cy="1200329"/>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If I ask a query cost estimation</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question on a HW or exam,</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you only need to estimate the</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number of block transfers.</a:t>
            </a:r>
          </a:p>
        </p:txBody>
      </p:sp>
    </p:spTree>
    <p:extLst>
      <p:ext uri="{BB962C8B-B14F-4D97-AF65-F5344CB8AC3E}">
        <p14:creationId xmlns:p14="http://schemas.microsoft.com/office/powerpoint/2010/main" val="87082772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1026">
            <a:extLst>
              <a:ext uri="{FF2B5EF4-FFF2-40B4-BE49-F238E27FC236}">
                <a16:creationId xmlns:a16="http://schemas.microsoft.com/office/drawing/2014/main" id="{A3E1E502-3E9D-494A-A6D9-C6467FFE5D6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Measures of Query Cost (Cont.)</a:t>
            </a:r>
          </a:p>
        </p:txBody>
      </p:sp>
      <p:sp>
        <p:nvSpPr>
          <p:cNvPr id="21507" name="Rectangle 1027">
            <a:extLst>
              <a:ext uri="{FF2B5EF4-FFF2-40B4-BE49-F238E27FC236}">
                <a16:creationId xmlns:a16="http://schemas.microsoft.com/office/drawing/2014/main" id="{B3CCAC2C-F516-42ED-A047-876AE173F073}"/>
              </a:ext>
            </a:extLst>
          </p:cNvPr>
          <p:cNvSpPr>
            <a:spLocks noGrp="1" noChangeArrowheads="1"/>
          </p:cNvSpPr>
          <p:nvPr>
            <p:ph idx="1"/>
          </p:nvPr>
        </p:nvSpPr>
        <p:spPr>
          <a:xfrm>
            <a:off x="1782193" y="899065"/>
            <a:ext cx="5752730" cy="2304346"/>
          </a:xfrm>
        </p:spPr>
        <p:txBody>
          <a:bodyPr/>
          <a:lstStyle/>
          <a:p>
            <a:r>
              <a:rPr lang="en-US" altLang="en-US" dirty="0">
                <a:ea typeface="MS PGothic" panose="020B0600070205080204" pitchFamily="34" charset="-128"/>
              </a:rPr>
              <a:t>Required data may be buffer resident already, avoiding disk I/O</a:t>
            </a:r>
          </a:p>
          <a:p>
            <a:pPr lvl="1"/>
            <a:r>
              <a:rPr lang="en-US" altLang="en-US" dirty="0">
                <a:ea typeface="MS PGothic" panose="020B0600070205080204" pitchFamily="34" charset="-128"/>
              </a:rPr>
              <a:t>But hard to take into account for cost estimation</a:t>
            </a:r>
          </a:p>
          <a:p>
            <a:r>
              <a:rPr lang="en-US" altLang="en-US" dirty="0">
                <a:ea typeface="MS PGothic" panose="020B0600070205080204" pitchFamily="34" charset="-128"/>
              </a:rPr>
              <a:t>Several algorithms can reduce disk IO by using extra buffer space </a:t>
            </a:r>
          </a:p>
          <a:p>
            <a:pPr lvl="1"/>
            <a:r>
              <a:rPr lang="en-US" altLang="en-US" dirty="0">
                <a:ea typeface="MS PGothic" panose="020B0600070205080204" pitchFamily="34" charset="-128"/>
              </a:rPr>
              <a:t>Amount of real memory available to buffer depends on other concurrent queries and OS processes, known only during execution</a:t>
            </a:r>
          </a:p>
          <a:p>
            <a:r>
              <a:rPr lang="en-US" altLang="en-US" dirty="0">
                <a:ea typeface="MS PGothic" panose="020B0600070205080204" pitchFamily="34" charset="-128"/>
              </a:rPr>
              <a:t>Worst case estimates assume that no data is initially in buffer  and only the minimum amount of memory needed for the operation is available</a:t>
            </a:r>
          </a:p>
          <a:p>
            <a:pPr lvl="1"/>
            <a:r>
              <a:rPr lang="en-US" altLang="en-US" dirty="0">
                <a:ea typeface="MS PGothic" panose="020B0600070205080204" pitchFamily="34" charset="-128"/>
              </a:rPr>
              <a:t>But more optimistic estimates are used in practice</a:t>
            </a:r>
          </a:p>
          <a:p>
            <a:endParaRPr lang="en-US" altLang="en-US" dirty="0">
              <a:ea typeface="MS PGothic" panose="020B0600070205080204" pitchFamily="34" charset="-128"/>
            </a:endParaRPr>
          </a:p>
        </p:txBody>
      </p:sp>
    </p:spTree>
  </p:cSld>
  <p:clrMapOvr>
    <a:masterClrMapping/>
  </p:clrMapOvr>
  <p:transition advTm="7472"/>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FCFA6-FE1A-82AD-F476-7E2FEF502E5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1980FE-A0E2-67AC-9051-82D0D31A4061}"/>
              </a:ext>
            </a:extLst>
          </p:cNvPr>
          <p:cNvSpPr>
            <a:spLocks noGrp="1"/>
          </p:cNvSpPr>
          <p:nvPr>
            <p:ph idx="1"/>
          </p:nvPr>
        </p:nvSpPr>
        <p:spPr/>
        <p:txBody>
          <a:bodyPr/>
          <a:lstStyle/>
          <a:p>
            <a:r>
              <a:rPr lang="en-US" dirty="0"/>
              <a:t>Algorithm Selection for SELECT</a:t>
            </a:r>
          </a:p>
        </p:txBody>
      </p:sp>
    </p:spTree>
    <p:extLst>
      <p:ext uri="{BB962C8B-B14F-4D97-AF65-F5344CB8AC3E}">
        <p14:creationId xmlns:p14="http://schemas.microsoft.com/office/powerpoint/2010/main" val="21884512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a:extLst>
              <a:ext uri="{FF2B5EF4-FFF2-40B4-BE49-F238E27FC236}">
                <a16:creationId xmlns:a16="http://schemas.microsoft.com/office/drawing/2014/main" id="{2A8B6523-A6A8-4254-B0A9-DD3FF39C843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Selection Operation</a:t>
            </a:r>
          </a:p>
        </p:txBody>
      </p:sp>
      <p:sp>
        <p:nvSpPr>
          <p:cNvPr id="33794" name="Rectangle 3">
            <a:extLst>
              <a:ext uri="{FF2B5EF4-FFF2-40B4-BE49-F238E27FC236}">
                <a16:creationId xmlns:a16="http://schemas.microsoft.com/office/drawing/2014/main" id="{A0F4E0A7-8F2E-443D-9EC7-D2F1BB3BAF9F}"/>
              </a:ext>
            </a:extLst>
          </p:cNvPr>
          <p:cNvSpPr>
            <a:spLocks noGrp="1" noChangeArrowheads="1"/>
          </p:cNvSpPr>
          <p:nvPr>
            <p:ph idx="1"/>
          </p:nvPr>
        </p:nvSpPr>
        <p:spPr>
          <a:xfrm>
            <a:off x="1779190" y="899065"/>
            <a:ext cx="5642543" cy="3703014"/>
          </a:xfrm>
        </p:spPr>
        <p:txBody>
          <a:bodyPr/>
          <a:lstStyle/>
          <a:p>
            <a:pPr>
              <a:lnSpc>
                <a:spcPct val="90000"/>
              </a:lnSpc>
            </a:pPr>
            <a:r>
              <a:rPr lang="en-US" altLang="en-US" b="1" dirty="0">
                <a:solidFill>
                  <a:srgbClr val="002060"/>
                </a:solidFill>
                <a:ea typeface="MS PGothic" panose="020B0600070205080204" pitchFamily="34" charset="-128"/>
              </a:rPr>
              <a:t>File scan</a:t>
            </a:r>
            <a:r>
              <a:rPr lang="en-US" altLang="en-US" dirty="0">
                <a:solidFill>
                  <a:srgbClr val="002060"/>
                </a:solidFill>
                <a:ea typeface="MS PGothic" panose="020B0600070205080204" pitchFamily="34" charset="-128"/>
              </a:rPr>
              <a:t> </a:t>
            </a:r>
          </a:p>
          <a:p>
            <a:pPr>
              <a:lnSpc>
                <a:spcPct val="90000"/>
              </a:lnSpc>
            </a:pPr>
            <a:r>
              <a:rPr lang="en-US" altLang="en-US" dirty="0">
                <a:ea typeface="MS PGothic" panose="020B0600070205080204" pitchFamily="34" charset="-128"/>
              </a:rPr>
              <a:t>Algorithm </a:t>
            </a:r>
            <a:r>
              <a:rPr lang="en-US" altLang="en-US" b="1" dirty="0">
                <a:ea typeface="MS PGothic" panose="020B0600070205080204" pitchFamily="34" charset="-128"/>
              </a:rPr>
              <a:t>A1</a:t>
            </a:r>
            <a:r>
              <a:rPr lang="en-US" altLang="en-US" dirty="0">
                <a:ea typeface="MS PGothic" panose="020B0600070205080204" pitchFamily="34" charset="-128"/>
              </a:rPr>
              <a:t> (</a:t>
            </a:r>
            <a:r>
              <a:rPr lang="en-US" altLang="en-US" b="1" dirty="0">
                <a:solidFill>
                  <a:srgbClr val="002060"/>
                </a:solidFill>
                <a:ea typeface="MS PGothic" panose="020B0600070205080204" pitchFamily="34" charset="-128"/>
              </a:rPr>
              <a:t>linear search</a:t>
            </a:r>
            <a:r>
              <a:rPr lang="en-US" altLang="en-US" dirty="0">
                <a:ea typeface="MS PGothic" panose="020B0600070205080204" pitchFamily="34" charset="-128"/>
              </a:rPr>
              <a:t>).  Scan each file block and test all records to see whether they satisfy the selection condition.</a:t>
            </a:r>
          </a:p>
          <a:p>
            <a:pPr lvl="1">
              <a:lnSpc>
                <a:spcPct val="90000"/>
              </a:lnSpc>
            </a:pPr>
            <a:r>
              <a:rPr lang="en-US" altLang="en-US" dirty="0">
                <a:ea typeface="MS PGothic" panose="020B0600070205080204" pitchFamily="34" charset="-128"/>
              </a:rPr>
              <a:t>Cost estimate = </a:t>
            </a:r>
            <a:r>
              <a:rPr lang="en-US" altLang="en-US" i="1" dirty="0" err="1">
                <a:ea typeface="MS PGothic" panose="020B0600070205080204" pitchFamily="34" charset="-128"/>
              </a:rPr>
              <a:t>b</a:t>
            </a:r>
            <a:r>
              <a:rPr lang="en-US" altLang="en-US" i="1" baseline="-25000" dirty="0" err="1">
                <a:ea typeface="MS PGothic" panose="020B0600070205080204" pitchFamily="34" charset="-128"/>
              </a:rPr>
              <a:t>r</a:t>
            </a:r>
            <a:r>
              <a:rPr lang="en-US" altLang="en-US" i="1" baseline="-25000" dirty="0">
                <a:ea typeface="MS PGothic" panose="020B0600070205080204" pitchFamily="34" charset="-128"/>
              </a:rPr>
              <a:t> </a:t>
            </a:r>
            <a:r>
              <a:rPr lang="en-US" altLang="en-US" dirty="0">
                <a:ea typeface="MS PGothic" panose="020B0600070205080204" pitchFamily="34" charset="-128"/>
              </a:rPr>
              <a:t>block transfers + </a:t>
            </a:r>
            <a:r>
              <a:rPr lang="en-US" altLang="en-US" dirty="0">
                <a:solidFill>
                  <a:srgbClr val="FF0000"/>
                </a:solidFill>
                <a:ea typeface="MS PGothic" panose="020B0600070205080204" pitchFamily="34" charset="-128"/>
              </a:rPr>
              <a:t>1 seek</a:t>
            </a:r>
            <a:endParaRPr lang="en-US" altLang="en-US" i="1" dirty="0">
              <a:solidFill>
                <a:srgbClr val="FF0000"/>
              </a:solidFill>
              <a:ea typeface="MS PGothic" panose="020B0600070205080204" pitchFamily="34" charset="-128"/>
            </a:endParaRPr>
          </a:p>
          <a:p>
            <a:pPr lvl="2">
              <a:lnSpc>
                <a:spcPct val="90000"/>
              </a:lnSpc>
            </a:pPr>
            <a:r>
              <a:rPr lang="en-US" altLang="en-US" i="1" dirty="0" err="1">
                <a:ea typeface="MS PGothic" panose="020B0600070205080204" pitchFamily="34" charset="-128"/>
              </a:rPr>
              <a:t>b</a:t>
            </a:r>
            <a:r>
              <a:rPr lang="en-US" altLang="en-US" i="1" baseline="-25000" dirty="0" err="1">
                <a:ea typeface="MS PGothic" panose="020B0600070205080204" pitchFamily="34" charset="-128"/>
              </a:rPr>
              <a:t>r</a:t>
            </a:r>
            <a:r>
              <a:rPr lang="en-US" altLang="en-US" i="1" baseline="-25000" dirty="0">
                <a:ea typeface="MS PGothic" panose="020B0600070205080204" pitchFamily="34" charset="-128"/>
              </a:rPr>
              <a:t> </a:t>
            </a:r>
            <a:r>
              <a:rPr lang="en-US" altLang="en-US" i="1" dirty="0">
                <a:ea typeface="MS PGothic" panose="020B0600070205080204" pitchFamily="34" charset="-128"/>
              </a:rPr>
              <a:t> </a:t>
            </a:r>
            <a:r>
              <a:rPr lang="en-US" altLang="en-US" dirty="0">
                <a:ea typeface="MS PGothic" panose="020B0600070205080204" pitchFamily="34" charset="-128"/>
              </a:rPr>
              <a:t>denotes number of blocks containing records from relation </a:t>
            </a:r>
            <a:r>
              <a:rPr lang="en-US" altLang="en-US" i="1" dirty="0">
                <a:ea typeface="MS PGothic" panose="020B0600070205080204" pitchFamily="34" charset="-128"/>
              </a:rPr>
              <a:t>r</a:t>
            </a:r>
          </a:p>
          <a:p>
            <a:pPr lvl="1">
              <a:lnSpc>
                <a:spcPct val="90000"/>
              </a:lnSpc>
            </a:pPr>
            <a:r>
              <a:rPr lang="en-US" altLang="en-US" dirty="0">
                <a:ea typeface="MS PGothic" panose="020B0600070205080204" pitchFamily="34" charset="-128"/>
              </a:rPr>
              <a:t>If selection is on a key attribute, can stop on finding record</a:t>
            </a:r>
          </a:p>
          <a:p>
            <a:pPr lvl="2">
              <a:lnSpc>
                <a:spcPct val="90000"/>
              </a:lnSpc>
            </a:pPr>
            <a:r>
              <a:rPr lang="en-US" altLang="en-US" dirty="0">
                <a:ea typeface="MS PGothic" panose="020B0600070205080204" pitchFamily="34" charset="-128"/>
              </a:rPr>
              <a:t>cost = (</a:t>
            </a:r>
            <a:r>
              <a:rPr lang="en-US" altLang="en-US" i="1" dirty="0" err="1">
                <a:ea typeface="MS PGothic" panose="020B0600070205080204" pitchFamily="34" charset="-128"/>
              </a:rPr>
              <a:t>b</a:t>
            </a:r>
            <a:r>
              <a:rPr lang="en-US" altLang="en-US" i="1" baseline="-25000" dirty="0" err="1">
                <a:ea typeface="MS PGothic" panose="020B0600070205080204" pitchFamily="34" charset="-128"/>
              </a:rPr>
              <a:t>r</a:t>
            </a:r>
            <a:r>
              <a:rPr lang="en-US" altLang="en-US" i="1" baseline="-25000" dirty="0">
                <a:ea typeface="MS PGothic" panose="020B0600070205080204" pitchFamily="34" charset="-128"/>
              </a:rPr>
              <a:t> </a:t>
            </a:r>
            <a:r>
              <a:rPr lang="en-US" altLang="en-US" dirty="0">
                <a:ea typeface="MS PGothic" panose="020B0600070205080204" pitchFamily="34" charset="-128"/>
              </a:rPr>
              <a:t>/2) block transfers + 1 seek</a:t>
            </a:r>
          </a:p>
          <a:p>
            <a:pPr lvl="1">
              <a:lnSpc>
                <a:spcPct val="90000"/>
              </a:lnSpc>
            </a:pPr>
            <a:r>
              <a:rPr lang="en-US" altLang="en-US" dirty="0">
                <a:ea typeface="MS PGothic" panose="020B0600070205080204" pitchFamily="34" charset="-128"/>
              </a:rPr>
              <a:t>Linear search can be applied regardless of </a:t>
            </a:r>
          </a:p>
          <a:p>
            <a:pPr lvl="2">
              <a:lnSpc>
                <a:spcPct val="90000"/>
              </a:lnSpc>
            </a:pPr>
            <a:r>
              <a:rPr lang="en-US" altLang="en-US" dirty="0">
                <a:ea typeface="MS PGothic" panose="020B0600070205080204" pitchFamily="34" charset="-128"/>
              </a:rPr>
              <a:t>selection condition or</a:t>
            </a:r>
          </a:p>
          <a:p>
            <a:pPr lvl="2">
              <a:lnSpc>
                <a:spcPct val="90000"/>
              </a:lnSpc>
            </a:pPr>
            <a:r>
              <a:rPr lang="en-US" altLang="en-US" dirty="0">
                <a:ea typeface="MS PGothic" panose="020B0600070205080204" pitchFamily="34" charset="-128"/>
              </a:rPr>
              <a:t>ordering of records in the file, or </a:t>
            </a:r>
          </a:p>
          <a:p>
            <a:pPr lvl="2">
              <a:lnSpc>
                <a:spcPct val="90000"/>
              </a:lnSpc>
            </a:pPr>
            <a:r>
              <a:rPr lang="en-US" altLang="en-US" dirty="0">
                <a:ea typeface="MS PGothic" panose="020B0600070205080204" pitchFamily="34" charset="-128"/>
              </a:rPr>
              <a:t>availability of indices</a:t>
            </a:r>
          </a:p>
          <a:p>
            <a:pPr>
              <a:lnSpc>
                <a:spcPct val="90000"/>
              </a:lnSpc>
            </a:pPr>
            <a:r>
              <a:rPr lang="en-US" altLang="en-US" dirty="0">
                <a:ea typeface="MS PGothic" panose="020B0600070205080204" pitchFamily="34" charset="-128"/>
              </a:rPr>
              <a:t>Note: binary search generally does not make sense since data is not stored consecutively</a:t>
            </a:r>
          </a:p>
          <a:p>
            <a:pPr lvl="1">
              <a:lnSpc>
                <a:spcPct val="90000"/>
              </a:lnSpc>
            </a:pPr>
            <a:r>
              <a:rPr lang="en-US" altLang="en-US" dirty="0">
                <a:ea typeface="MS PGothic" panose="020B0600070205080204" pitchFamily="34" charset="-128"/>
              </a:rPr>
              <a:t>except when there is an index available, </a:t>
            </a:r>
          </a:p>
          <a:p>
            <a:pPr lvl="1">
              <a:lnSpc>
                <a:spcPct val="90000"/>
              </a:lnSpc>
            </a:pPr>
            <a:r>
              <a:rPr lang="en-US" altLang="en-US" dirty="0">
                <a:ea typeface="MS PGothic" panose="020B0600070205080204" pitchFamily="34" charset="-128"/>
              </a:rPr>
              <a:t>and binary search requires more seeks than index search</a:t>
            </a:r>
          </a:p>
        </p:txBody>
      </p:sp>
      <p:sp>
        <p:nvSpPr>
          <p:cNvPr id="2" name="TextBox 1">
            <a:extLst>
              <a:ext uri="{FF2B5EF4-FFF2-40B4-BE49-F238E27FC236}">
                <a16:creationId xmlns:a16="http://schemas.microsoft.com/office/drawing/2014/main" id="{DC3E2D9E-E968-E210-8C9E-2E020F91FBD0}"/>
              </a:ext>
            </a:extLst>
          </p:cNvPr>
          <p:cNvSpPr txBox="1"/>
          <p:nvPr/>
        </p:nvSpPr>
        <p:spPr>
          <a:xfrm>
            <a:off x="53455" y="1428750"/>
            <a:ext cx="1886286" cy="1477328"/>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This seems to</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assume that</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all blocks for the</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relation are on</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the same cylinder.</a:t>
            </a:r>
          </a:p>
        </p:txBody>
      </p:sp>
    </p:spTree>
  </p:cSld>
  <p:clrMapOvr>
    <a:masterClrMapping/>
  </p:clrMapOvr>
  <p:transition advTm="3808"/>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379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379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79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79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79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79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79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79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79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794">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794">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79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a:extLst>
              <a:ext uri="{FF2B5EF4-FFF2-40B4-BE49-F238E27FC236}">
                <a16:creationId xmlns:a16="http://schemas.microsoft.com/office/drawing/2014/main" id="{369C0E0E-12BB-4241-BE56-69B9C34C5D4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Selections Using Indices</a:t>
            </a:r>
          </a:p>
        </p:txBody>
      </p:sp>
      <p:sp>
        <p:nvSpPr>
          <p:cNvPr id="316419" name="Rectangle 3">
            <a:extLst>
              <a:ext uri="{FF2B5EF4-FFF2-40B4-BE49-F238E27FC236}">
                <a16:creationId xmlns:a16="http://schemas.microsoft.com/office/drawing/2014/main" id="{69273CB8-BC00-402F-AF16-C1D9F91D07A6}"/>
              </a:ext>
            </a:extLst>
          </p:cNvPr>
          <p:cNvSpPr>
            <a:spLocks noGrp="1" noChangeArrowheads="1"/>
          </p:cNvSpPr>
          <p:nvPr>
            <p:ph idx="1"/>
          </p:nvPr>
        </p:nvSpPr>
        <p:spPr>
          <a:xfrm>
            <a:off x="1768876" y="871993"/>
            <a:ext cx="5712781" cy="2674317"/>
          </a:xfrm>
        </p:spPr>
        <p:txBody>
          <a:bodyPr/>
          <a:lstStyle/>
          <a:p>
            <a:r>
              <a:rPr lang="en-US" altLang="en-US" b="1" dirty="0">
                <a:solidFill>
                  <a:srgbClr val="002060"/>
                </a:solidFill>
                <a:ea typeface="MS PGothic" panose="020B0600070205080204" pitchFamily="34" charset="-128"/>
              </a:rPr>
              <a:t>Index scan </a:t>
            </a:r>
            <a:r>
              <a:rPr lang="en-US" altLang="en-US" dirty="0">
                <a:ea typeface="MS PGothic" panose="020B0600070205080204" pitchFamily="34" charset="-128"/>
              </a:rPr>
              <a:t>– search algorithms that use an index</a:t>
            </a:r>
          </a:p>
          <a:p>
            <a:pPr lvl="1"/>
            <a:r>
              <a:rPr lang="en-US" altLang="en-US" dirty="0">
                <a:ea typeface="MS PGothic" panose="020B0600070205080204" pitchFamily="34" charset="-128"/>
              </a:rPr>
              <a:t>selection condition must be on search-key of index.</a:t>
            </a:r>
          </a:p>
          <a:p>
            <a:r>
              <a:rPr lang="en-US" altLang="en-US" b="1" dirty="0">
                <a:ea typeface="MS PGothic" panose="020B0600070205080204" pitchFamily="34" charset="-128"/>
              </a:rPr>
              <a:t>A2 </a:t>
            </a:r>
            <a:r>
              <a:rPr lang="en-US" altLang="en-US" dirty="0">
                <a:ea typeface="MS PGothic" panose="020B0600070205080204" pitchFamily="34" charset="-128"/>
              </a:rPr>
              <a:t>(</a:t>
            </a:r>
            <a:r>
              <a:rPr lang="en-US" altLang="en-US" b="1" dirty="0">
                <a:solidFill>
                  <a:srgbClr val="002060"/>
                </a:solidFill>
                <a:ea typeface="MS PGothic" panose="020B0600070205080204" pitchFamily="34" charset="-128"/>
              </a:rPr>
              <a:t>clustering index, equality on key</a:t>
            </a:r>
            <a:r>
              <a:rPr lang="en-US" altLang="en-US" dirty="0">
                <a:ea typeface="MS PGothic" panose="020B0600070205080204" pitchFamily="34" charset="-128"/>
              </a:rPr>
              <a:t>).  Retrieve a single record that satisfies the corresponding equality condition  </a:t>
            </a:r>
          </a:p>
          <a:p>
            <a:pPr lvl="1"/>
            <a:r>
              <a:rPr lang="en-US" altLang="en-US" i="1" dirty="0">
                <a:ea typeface="MS PGothic" panose="020B0600070205080204" pitchFamily="34" charset="-128"/>
              </a:rPr>
              <a:t>Cost</a:t>
            </a:r>
            <a:r>
              <a:rPr lang="en-US" altLang="en-US" dirty="0">
                <a:ea typeface="MS PGothic" panose="020B0600070205080204" pitchFamily="34" charset="-128"/>
              </a:rPr>
              <a:t> = (</a:t>
            </a:r>
            <a:r>
              <a:rPr lang="en-US" altLang="en-US" i="1" dirty="0">
                <a:ea typeface="MS PGothic" panose="020B0600070205080204" pitchFamily="34" charset="-128"/>
              </a:rPr>
              <a:t>h</a:t>
            </a:r>
            <a:r>
              <a:rPr lang="en-US" altLang="en-US" i="1" baseline="-25000" dirty="0">
                <a:ea typeface="MS PGothic" panose="020B0600070205080204" pitchFamily="34" charset="-128"/>
              </a:rPr>
              <a:t>i</a:t>
            </a:r>
            <a:r>
              <a:rPr lang="en-US" altLang="en-US" i="1" dirty="0">
                <a:ea typeface="MS PGothic" panose="020B0600070205080204" pitchFamily="34" charset="-128"/>
              </a:rPr>
              <a:t> </a:t>
            </a:r>
            <a:r>
              <a:rPr lang="en-US" altLang="en-US" dirty="0">
                <a:ea typeface="MS PGothic" panose="020B0600070205080204" pitchFamily="34" charset="-128"/>
              </a:rPr>
              <a:t>+ 1) * </a:t>
            </a:r>
            <a:r>
              <a:rPr lang="en-US" altLang="en-US"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T</a:t>
            </a:r>
            <a:r>
              <a:rPr lang="en-US" altLang="en-US" dirty="0">
                <a:ea typeface="MS PGothic" panose="020B0600070205080204" pitchFamily="34" charset="-128"/>
                <a:sym typeface="Symbol" panose="05050102010706020507" pitchFamily="18" charset="2"/>
              </a:rPr>
              <a:t> + </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a:t>
            </a:r>
            <a:endParaRPr lang="en-US" altLang="en-US" dirty="0">
              <a:ea typeface="MS PGothic" panose="020B0600070205080204" pitchFamily="34" charset="-128"/>
            </a:endParaRPr>
          </a:p>
          <a:p>
            <a:r>
              <a:rPr lang="en-US" altLang="en-US" b="1" dirty="0">
                <a:ea typeface="MS PGothic" panose="020B0600070205080204" pitchFamily="34" charset="-128"/>
              </a:rPr>
              <a:t>A3 </a:t>
            </a:r>
            <a:r>
              <a:rPr lang="en-US" altLang="en-US" dirty="0">
                <a:ea typeface="MS PGothic" panose="020B0600070205080204" pitchFamily="34" charset="-128"/>
              </a:rPr>
              <a:t>(</a:t>
            </a:r>
            <a:r>
              <a:rPr lang="en-US" altLang="en-US" b="1" dirty="0">
                <a:solidFill>
                  <a:srgbClr val="002060"/>
                </a:solidFill>
                <a:ea typeface="MS PGothic" panose="020B0600070205080204" pitchFamily="34" charset="-128"/>
              </a:rPr>
              <a:t>clustering index, equality on </a:t>
            </a:r>
            <a:r>
              <a:rPr lang="en-US" altLang="en-US" b="1" dirty="0" err="1">
                <a:solidFill>
                  <a:srgbClr val="002060"/>
                </a:solidFill>
                <a:ea typeface="MS PGothic" panose="020B0600070205080204" pitchFamily="34" charset="-128"/>
              </a:rPr>
              <a:t>nonkey</a:t>
            </a:r>
            <a:r>
              <a:rPr lang="en-US" altLang="en-US" dirty="0">
                <a:ea typeface="MS PGothic" panose="020B0600070205080204" pitchFamily="34" charset="-128"/>
              </a:rPr>
              <a:t>)</a:t>
            </a:r>
            <a:r>
              <a:rPr lang="en-US" altLang="en-US" i="1" dirty="0">
                <a:ea typeface="MS PGothic" panose="020B0600070205080204" pitchFamily="34" charset="-128"/>
              </a:rPr>
              <a:t> </a:t>
            </a:r>
            <a:r>
              <a:rPr lang="en-US" altLang="en-US" dirty="0">
                <a:ea typeface="MS PGothic" panose="020B0600070205080204" pitchFamily="34" charset="-128"/>
              </a:rPr>
              <a:t>Retrieve multiple records. </a:t>
            </a:r>
          </a:p>
          <a:p>
            <a:pPr lvl="1"/>
            <a:r>
              <a:rPr lang="en-US" altLang="en-US" dirty="0">
                <a:ea typeface="MS PGothic" panose="020B0600070205080204" pitchFamily="34" charset="-128"/>
              </a:rPr>
              <a:t>Records will be on consecutive blocks</a:t>
            </a:r>
          </a:p>
          <a:p>
            <a:pPr lvl="2"/>
            <a:r>
              <a:rPr lang="en-US" altLang="en-US" dirty="0">
                <a:ea typeface="MS PGothic" panose="020B0600070205080204" pitchFamily="34" charset="-128"/>
              </a:rPr>
              <a:t>Let b = number of blocks containing matching records</a:t>
            </a:r>
          </a:p>
          <a:p>
            <a:pPr lvl="1"/>
            <a:r>
              <a:rPr lang="en-US" altLang="en-US" i="1" dirty="0">
                <a:ea typeface="MS PGothic" panose="020B0600070205080204" pitchFamily="34" charset="-128"/>
              </a:rPr>
              <a:t>Cost</a:t>
            </a:r>
            <a:r>
              <a:rPr lang="en-US" altLang="en-US" dirty="0">
                <a:ea typeface="MS PGothic" panose="020B0600070205080204" pitchFamily="34" charset="-128"/>
              </a:rPr>
              <a:t> = </a:t>
            </a:r>
            <a:r>
              <a:rPr lang="en-US" altLang="en-US" i="1" dirty="0">
                <a:ea typeface="MS PGothic" panose="020B0600070205080204" pitchFamily="34" charset="-128"/>
              </a:rPr>
              <a:t>h</a:t>
            </a:r>
            <a:r>
              <a:rPr lang="en-US" altLang="en-US" i="1" baseline="-25000" dirty="0">
                <a:ea typeface="MS PGothic" panose="020B0600070205080204" pitchFamily="34" charset="-128"/>
              </a:rPr>
              <a:t>i</a:t>
            </a:r>
            <a:r>
              <a:rPr lang="en-US" altLang="en-US" i="1" dirty="0">
                <a:ea typeface="MS PGothic" panose="020B0600070205080204" pitchFamily="34" charset="-128"/>
              </a:rPr>
              <a:t> * </a:t>
            </a:r>
            <a:r>
              <a:rPr lang="en-US" altLang="en-US"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T</a:t>
            </a:r>
            <a:r>
              <a:rPr lang="en-US" altLang="en-US" dirty="0">
                <a:ea typeface="MS PGothic" panose="020B0600070205080204" pitchFamily="34" charset="-128"/>
                <a:sym typeface="Symbol" panose="05050102010706020507" pitchFamily="18" charset="2"/>
              </a:rPr>
              <a:t> + </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rPr>
              <a:t> </a:t>
            </a:r>
            <a:r>
              <a:rPr lang="en-US" altLang="en-US" dirty="0">
                <a:ea typeface="MS PGothic" panose="020B0600070205080204" pitchFamily="34" charset="-128"/>
              </a:rPr>
              <a:t>+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dirty="0">
                <a:ea typeface="MS PGothic" panose="020B0600070205080204" pitchFamily="34" charset="-128"/>
              </a:rPr>
              <a:t> +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T</a:t>
            </a:r>
            <a:r>
              <a:rPr lang="en-US" altLang="en-US" dirty="0">
                <a:ea typeface="MS PGothic" panose="020B0600070205080204" pitchFamily="34" charset="-128"/>
              </a:rPr>
              <a:t> * b</a:t>
            </a:r>
            <a:endParaRPr lang="en-US" altLang="en-US" i="1" dirty="0">
              <a:ea typeface="MS PGothic"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641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6419">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6419">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6419">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6419">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6419">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64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5A555-5D12-56D5-D6F7-99768EF9B01D}"/>
            </a:ext>
          </a:extLst>
        </p:cNvPr>
        <p:cNvGrpSpPr/>
        <p:nvPr/>
      </p:nvGrpSpPr>
      <p:grpSpPr>
        <a:xfrm>
          <a:off x="0" y="0"/>
          <a:ext cx="0" cy="0"/>
          <a:chOff x="0" y="0"/>
          <a:chExt cx="0" cy="0"/>
        </a:xfrm>
      </p:grpSpPr>
      <p:sp>
        <p:nvSpPr>
          <p:cNvPr id="316418" name="Rectangle 2">
            <a:extLst>
              <a:ext uri="{FF2B5EF4-FFF2-40B4-BE49-F238E27FC236}">
                <a16:creationId xmlns:a16="http://schemas.microsoft.com/office/drawing/2014/main" id="{3025956A-8951-2BEE-6CB9-6C00A96BAA0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Selections Using Indices</a:t>
            </a:r>
          </a:p>
        </p:txBody>
      </p:sp>
      <p:sp>
        <p:nvSpPr>
          <p:cNvPr id="316419" name="Rectangle 3">
            <a:extLst>
              <a:ext uri="{FF2B5EF4-FFF2-40B4-BE49-F238E27FC236}">
                <a16:creationId xmlns:a16="http://schemas.microsoft.com/office/drawing/2014/main" id="{B745B377-30F6-606E-190C-FBB1C2210DB5}"/>
              </a:ext>
            </a:extLst>
          </p:cNvPr>
          <p:cNvSpPr>
            <a:spLocks noGrp="1" noChangeArrowheads="1"/>
          </p:cNvSpPr>
          <p:nvPr>
            <p:ph idx="1"/>
          </p:nvPr>
        </p:nvSpPr>
        <p:spPr>
          <a:xfrm>
            <a:off x="1768876" y="871993"/>
            <a:ext cx="5712781" cy="2674317"/>
          </a:xfrm>
          <a:ln>
            <a:noFill/>
          </a:ln>
        </p:spPr>
        <p:txBody>
          <a:bodyPr/>
          <a:lstStyle/>
          <a:p>
            <a:r>
              <a:rPr lang="en-US" altLang="en-US" b="1" dirty="0">
                <a:solidFill>
                  <a:srgbClr val="002060"/>
                </a:solidFill>
                <a:ea typeface="MS PGothic" panose="020B0600070205080204" pitchFamily="34" charset="-128"/>
              </a:rPr>
              <a:t>Index scan </a:t>
            </a:r>
            <a:r>
              <a:rPr lang="en-US" altLang="en-US" dirty="0">
                <a:ea typeface="MS PGothic" panose="020B0600070205080204" pitchFamily="34" charset="-128"/>
              </a:rPr>
              <a:t>– search algorithms that use an index</a:t>
            </a:r>
          </a:p>
          <a:p>
            <a:pPr lvl="1"/>
            <a:r>
              <a:rPr lang="en-US" altLang="en-US" dirty="0">
                <a:ea typeface="MS PGothic" panose="020B0600070205080204" pitchFamily="34" charset="-128"/>
              </a:rPr>
              <a:t>selection condition must be on search-key of index.</a:t>
            </a:r>
          </a:p>
          <a:p>
            <a:r>
              <a:rPr lang="en-US" altLang="en-US" b="1" dirty="0">
                <a:ea typeface="MS PGothic" panose="020B0600070205080204" pitchFamily="34" charset="-128"/>
              </a:rPr>
              <a:t>A2 </a:t>
            </a:r>
            <a:r>
              <a:rPr lang="en-US" altLang="en-US" dirty="0">
                <a:ea typeface="MS PGothic" panose="020B0600070205080204" pitchFamily="34" charset="-128"/>
              </a:rPr>
              <a:t>(</a:t>
            </a:r>
            <a:r>
              <a:rPr lang="en-US" altLang="en-US" b="1" dirty="0">
                <a:solidFill>
                  <a:srgbClr val="002060"/>
                </a:solidFill>
                <a:ea typeface="MS PGothic" panose="020B0600070205080204" pitchFamily="34" charset="-128"/>
              </a:rPr>
              <a:t>clustering index, equality on key</a:t>
            </a:r>
            <a:r>
              <a:rPr lang="en-US" altLang="en-US" dirty="0">
                <a:ea typeface="MS PGothic" panose="020B0600070205080204" pitchFamily="34" charset="-128"/>
              </a:rPr>
              <a:t>).  Retrieve a single record that satisfies the corresponding equality condition  </a:t>
            </a:r>
          </a:p>
          <a:p>
            <a:pPr lvl="1"/>
            <a:r>
              <a:rPr lang="en-US" altLang="en-US" i="1" dirty="0">
                <a:solidFill>
                  <a:srgbClr val="0070C0"/>
                </a:solidFill>
                <a:ea typeface="MS PGothic" panose="020B0600070205080204" pitchFamily="34" charset="-128"/>
              </a:rPr>
              <a:t>Cost</a:t>
            </a:r>
            <a:r>
              <a:rPr lang="en-US" altLang="en-US" dirty="0">
                <a:solidFill>
                  <a:srgbClr val="0070C0"/>
                </a:solidFill>
                <a:ea typeface="MS PGothic" panose="020B0600070205080204" pitchFamily="34" charset="-128"/>
              </a:rPr>
              <a:t> = (</a:t>
            </a:r>
            <a:r>
              <a:rPr lang="en-US" altLang="en-US" i="1" dirty="0">
                <a:solidFill>
                  <a:srgbClr val="0070C0"/>
                </a:solidFill>
                <a:ea typeface="MS PGothic" panose="020B0600070205080204" pitchFamily="34" charset="-128"/>
              </a:rPr>
              <a:t>h</a:t>
            </a:r>
            <a:r>
              <a:rPr lang="en-US" altLang="en-US" i="1" baseline="-25000" dirty="0">
                <a:solidFill>
                  <a:srgbClr val="0070C0"/>
                </a:solidFill>
                <a:ea typeface="MS PGothic" panose="020B0600070205080204" pitchFamily="34" charset="-128"/>
              </a:rPr>
              <a:t>i</a:t>
            </a:r>
            <a:r>
              <a:rPr lang="en-US" altLang="en-US" i="1" dirty="0">
                <a:solidFill>
                  <a:srgbClr val="0070C0"/>
                </a:solidFill>
                <a:ea typeface="MS PGothic" panose="020B0600070205080204" pitchFamily="34" charset="-128"/>
              </a:rPr>
              <a:t> </a:t>
            </a:r>
            <a:r>
              <a:rPr lang="en-US" altLang="en-US" dirty="0">
                <a:solidFill>
                  <a:srgbClr val="0070C0"/>
                </a:solidFill>
                <a:ea typeface="MS PGothic" panose="020B0600070205080204" pitchFamily="34" charset="-128"/>
              </a:rPr>
              <a:t>+ 1) * </a:t>
            </a:r>
            <a:r>
              <a:rPr lang="en-US" altLang="en-US" dirty="0">
                <a:solidFill>
                  <a:srgbClr val="0070C0"/>
                </a:solidFill>
                <a:ea typeface="MS PGothic" panose="020B0600070205080204" pitchFamily="34" charset="-128"/>
                <a:sym typeface="Symbol" panose="05050102010706020507" pitchFamily="18" charset="2"/>
              </a:rPr>
              <a:t>(</a:t>
            </a:r>
            <a:r>
              <a:rPr lang="en-US" altLang="en-US" i="1" dirty="0" err="1">
                <a:solidFill>
                  <a:srgbClr val="0070C0"/>
                </a:solidFill>
                <a:ea typeface="MS PGothic" panose="020B0600070205080204" pitchFamily="34" charset="-128"/>
                <a:sym typeface="Symbol" panose="05050102010706020507" pitchFamily="18" charset="2"/>
              </a:rPr>
              <a:t>t</a:t>
            </a:r>
            <a:r>
              <a:rPr lang="en-US" altLang="en-US" i="1" baseline="-25000" dirty="0" err="1">
                <a:solidFill>
                  <a:srgbClr val="0070C0"/>
                </a:solidFill>
                <a:ea typeface="MS PGothic" panose="020B0600070205080204" pitchFamily="34" charset="-128"/>
                <a:sym typeface="Symbol" panose="05050102010706020507" pitchFamily="18" charset="2"/>
              </a:rPr>
              <a:t>T</a:t>
            </a:r>
            <a:r>
              <a:rPr lang="en-US" altLang="en-US" dirty="0">
                <a:solidFill>
                  <a:srgbClr val="0070C0"/>
                </a:solidFill>
                <a:ea typeface="MS PGothic" panose="020B0600070205080204" pitchFamily="34" charset="-128"/>
                <a:sym typeface="Symbol" panose="05050102010706020507" pitchFamily="18" charset="2"/>
              </a:rPr>
              <a:t> + </a:t>
            </a:r>
            <a:r>
              <a:rPr lang="en-US" altLang="en-US" i="1" dirty="0" err="1">
                <a:solidFill>
                  <a:srgbClr val="0070C0"/>
                </a:solidFill>
                <a:ea typeface="MS PGothic" panose="020B0600070205080204" pitchFamily="34" charset="-128"/>
                <a:sym typeface="Symbol" panose="05050102010706020507" pitchFamily="18" charset="2"/>
              </a:rPr>
              <a:t>t</a:t>
            </a:r>
            <a:r>
              <a:rPr lang="en-US" altLang="en-US" i="1" baseline="-25000" dirty="0" err="1">
                <a:solidFill>
                  <a:srgbClr val="0070C0"/>
                </a:solidFill>
                <a:ea typeface="MS PGothic" panose="020B0600070205080204" pitchFamily="34" charset="-128"/>
                <a:sym typeface="Symbol" panose="05050102010706020507" pitchFamily="18" charset="2"/>
              </a:rPr>
              <a:t>S</a:t>
            </a:r>
            <a:r>
              <a:rPr lang="en-US" altLang="en-US" dirty="0">
                <a:solidFill>
                  <a:srgbClr val="0070C0"/>
                </a:solidFill>
                <a:ea typeface="MS PGothic" panose="020B0600070205080204" pitchFamily="34" charset="-128"/>
                <a:sym typeface="Symbol" panose="05050102010706020507" pitchFamily="18" charset="2"/>
              </a:rPr>
              <a:t>)</a:t>
            </a:r>
            <a:endParaRPr lang="en-US" altLang="en-US" dirty="0">
              <a:solidFill>
                <a:srgbClr val="0070C0"/>
              </a:solidFill>
              <a:ea typeface="MS PGothic" panose="020B0600070205080204" pitchFamily="34" charset="-128"/>
            </a:endParaRPr>
          </a:p>
          <a:p>
            <a:r>
              <a:rPr lang="en-US" altLang="en-US" b="1" dirty="0">
                <a:ea typeface="MS PGothic" panose="020B0600070205080204" pitchFamily="34" charset="-128"/>
              </a:rPr>
              <a:t>A3 </a:t>
            </a:r>
            <a:r>
              <a:rPr lang="en-US" altLang="en-US" dirty="0">
                <a:ea typeface="MS PGothic" panose="020B0600070205080204" pitchFamily="34" charset="-128"/>
              </a:rPr>
              <a:t>(</a:t>
            </a:r>
            <a:r>
              <a:rPr lang="en-US" altLang="en-US" b="1" dirty="0">
                <a:solidFill>
                  <a:srgbClr val="002060"/>
                </a:solidFill>
                <a:ea typeface="MS PGothic" panose="020B0600070205080204" pitchFamily="34" charset="-128"/>
              </a:rPr>
              <a:t>clustering index, equality on </a:t>
            </a:r>
            <a:r>
              <a:rPr lang="en-US" altLang="en-US" b="1" dirty="0" err="1">
                <a:solidFill>
                  <a:srgbClr val="002060"/>
                </a:solidFill>
                <a:ea typeface="MS PGothic" panose="020B0600070205080204" pitchFamily="34" charset="-128"/>
              </a:rPr>
              <a:t>nonkey</a:t>
            </a:r>
            <a:r>
              <a:rPr lang="en-US" altLang="en-US" dirty="0">
                <a:ea typeface="MS PGothic" panose="020B0600070205080204" pitchFamily="34" charset="-128"/>
              </a:rPr>
              <a:t>)</a:t>
            </a:r>
            <a:r>
              <a:rPr lang="en-US" altLang="en-US" i="1" dirty="0">
                <a:ea typeface="MS PGothic" panose="020B0600070205080204" pitchFamily="34" charset="-128"/>
              </a:rPr>
              <a:t> </a:t>
            </a:r>
            <a:r>
              <a:rPr lang="en-US" altLang="en-US" dirty="0">
                <a:ea typeface="MS PGothic" panose="020B0600070205080204" pitchFamily="34" charset="-128"/>
              </a:rPr>
              <a:t>Retrieve multiple records. </a:t>
            </a:r>
          </a:p>
          <a:p>
            <a:pPr lvl="1"/>
            <a:r>
              <a:rPr lang="en-US" altLang="en-US" dirty="0">
                <a:ea typeface="MS PGothic" panose="020B0600070205080204" pitchFamily="34" charset="-128"/>
              </a:rPr>
              <a:t>Records will be on consecutive blocks</a:t>
            </a:r>
          </a:p>
          <a:p>
            <a:pPr lvl="2"/>
            <a:r>
              <a:rPr lang="en-US" altLang="en-US" dirty="0">
                <a:ea typeface="MS PGothic" panose="020B0600070205080204" pitchFamily="34" charset="-128"/>
              </a:rPr>
              <a:t>Let b = number of blocks containing matching records</a:t>
            </a:r>
          </a:p>
          <a:p>
            <a:pPr lvl="1"/>
            <a:r>
              <a:rPr lang="en-US" altLang="en-US" i="1" dirty="0">
                <a:solidFill>
                  <a:srgbClr val="00B050"/>
                </a:solidFill>
                <a:ea typeface="MS PGothic" panose="020B0600070205080204" pitchFamily="34" charset="-128"/>
              </a:rPr>
              <a:t>Cost</a:t>
            </a:r>
            <a:r>
              <a:rPr lang="en-US" altLang="en-US" dirty="0">
                <a:solidFill>
                  <a:srgbClr val="00B050"/>
                </a:solidFill>
                <a:ea typeface="MS PGothic" panose="020B0600070205080204" pitchFamily="34" charset="-128"/>
              </a:rPr>
              <a:t> = </a:t>
            </a:r>
            <a:r>
              <a:rPr lang="en-US" altLang="en-US" i="1" dirty="0">
                <a:solidFill>
                  <a:srgbClr val="00B050"/>
                </a:solidFill>
                <a:ea typeface="MS PGothic" panose="020B0600070205080204" pitchFamily="34" charset="-128"/>
              </a:rPr>
              <a:t>h</a:t>
            </a:r>
            <a:r>
              <a:rPr lang="en-US" altLang="en-US" i="1" baseline="-25000" dirty="0">
                <a:solidFill>
                  <a:srgbClr val="00B050"/>
                </a:solidFill>
                <a:ea typeface="MS PGothic" panose="020B0600070205080204" pitchFamily="34" charset="-128"/>
              </a:rPr>
              <a:t>i</a:t>
            </a:r>
            <a:r>
              <a:rPr lang="en-US" altLang="en-US" i="1" dirty="0">
                <a:solidFill>
                  <a:srgbClr val="00B050"/>
                </a:solidFill>
                <a:ea typeface="MS PGothic" panose="020B0600070205080204" pitchFamily="34" charset="-128"/>
              </a:rPr>
              <a:t> * </a:t>
            </a:r>
            <a:r>
              <a:rPr lang="en-US" altLang="en-US" dirty="0">
                <a:solidFill>
                  <a:srgbClr val="00B050"/>
                </a:solidFill>
                <a:ea typeface="MS PGothic" panose="020B0600070205080204" pitchFamily="34" charset="-128"/>
                <a:sym typeface="Symbol" panose="05050102010706020507" pitchFamily="18" charset="2"/>
              </a:rPr>
              <a:t>(</a:t>
            </a:r>
            <a:r>
              <a:rPr lang="en-US" altLang="en-US" i="1" dirty="0" err="1">
                <a:solidFill>
                  <a:srgbClr val="00B050"/>
                </a:solidFill>
                <a:ea typeface="MS PGothic" panose="020B0600070205080204" pitchFamily="34" charset="-128"/>
                <a:sym typeface="Symbol" panose="05050102010706020507" pitchFamily="18" charset="2"/>
              </a:rPr>
              <a:t>t</a:t>
            </a:r>
            <a:r>
              <a:rPr lang="en-US" altLang="en-US" i="1" baseline="-25000" dirty="0" err="1">
                <a:solidFill>
                  <a:srgbClr val="00B050"/>
                </a:solidFill>
                <a:ea typeface="MS PGothic" panose="020B0600070205080204" pitchFamily="34" charset="-128"/>
                <a:sym typeface="Symbol" panose="05050102010706020507" pitchFamily="18" charset="2"/>
              </a:rPr>
              <a:t>T</a:t>
            </a:r>
            <a:r>
              <a:rPr lang="en-US" altLang="en-US" dirty="0">
                <a:solidFill>
                  <a:srgbClr val="00B050"/>
                </a:solidFill>
                <a:ea typeface="MS PGothic" panose="020B0600070205080204" pitchFamily="34" charset="-128"/>
                <a:sym typeface="Symbol" panose="05050102010706020507" pitchFamily="18" charset="2"/>
              </a:rPr>
              <a:t> + </a:t>
            </a:r>
            <a:r>
              <a:rPr lang="en-US" altLang="en-US" i="1" dirty="0" err="1">
                <a:solidFill>
                  <a:srgbClr val="00B050"/>
                </a:solidFill>
                <a:ea typeface="MS PGothic" panose="020B0600070205080204" pitchFamily="34" charset="-128"/>
                <a:sym typeface="Symbol" panose="05050102010706020507" pitchFamily="18" charset="2"/>
              </a:rPr>
              <a:t>t</a:t>
            </a:r>
            <a:r>
              <a:rPr lang="en-US" altLang="en-US" i="1" baseline="-25000" dirty="0" err="1">
                <a:solidFill>
                  <a:srgbClr val="00B050"/>
                </a:solidFill>
                <a:ea typeface="MS PGothic" panose="020B0600070205080204" pitchFamily="34" charset="-128"/>
                <a:sym typeface="Symbol" panose="05050102010706020507" pitchFamily="18" charset="2"/>
              </a:rPr>
              <a:t>S</a:t>
            </a:r>
            <a:r>
              <a:rPr lang="en-US" altLang="en-US" dirty="0">
                <a:solidFill>
                  <a:srgbClr val="00B050"/>
                </a:solidFill>
                <a:ea typeface="MS PGothic" panose="020B0600070205080204" pitchFamily="34" charset="-128"/>
                <a:sym typeface="Symbol" panose="05050102010706020507" pitchFamily="18" charset="2"/>
              </a:rPr>
              <a:t>)</a:t>
            </a:r>
            <a:r>
              <a:rPr lang="en-US" altLang="en-US" i="1" dirty="0">
                <a:solidFill>
                  <a:srgbClr val="00B050"/>
                </a:solidFill>
                <a:ea typeface="MS PGothic" panose="020B0600070205080204" pitchFamily="34" charset="-128"/>
              </a:rPr>
              <a:t> </a:t>
            </a:r>
            <a:r>
              <a:rPr lang="en-US" altLang="en-US" dirty="0">
                <a:solidFill>
                  <a:srgbClr val="00B050"/>
                </a:solidFill>
                <a:ea typeface="MS PGothic" panose="020B0600070205080204" pitchFamily="34" charset="-128"/>
              </a:rPr>
              <a:t>+ </a:t>
            </a:r>
            <a:r>
              <a:rPr lang="en-US" altLang="en-US" i="1" dirty="0" err="1">
                <a:solidFill>
                  <a:srgbClr val="00B050"/>
                </a:solidFill>
                <a:ea typeface="MS PGothic" panose="020B0600070205080204" pitchFamily="34" charset="-128"/>
              </a:rPr>
              <a:t>t</a:t>
            </a:r>
            <a:r>
              <a:rPr lang="en-US" altLang="en-US" i="1" baseline="-25000" dirty="0" err="1">
                <a:solidFill>
                  <a:srgbClr val="00B050"/>
                </a:solidFill>
                <a:ea typeface="MS PGothic" panose="020B0600070205080204" pitchFamily="34" charset="-128"/>
              </a:rPr>
              <a:t>S</a:t>
            </a:r>
            <a:r>
              <a:rPr lang="en-US" altLang="en-US" dirty="0">
                <a:solidFill>
                  <a:srgbClr val="00B050"/>
                </a:solidFill>
                <a:ea typeface="MS PGothic" panose="020B0600070205080204" pitchFamily="34" charset="-128"/>
              </a:rPr>
              <a:t> + </a:t>
            </a:r>
            <a:r>
              <a:rPr lang="en-US" altLang="en-US" i="1" dirty="0" err="1">
                <a:solidFill>
                  <a:srgbClr val="00B050"/>
                </a:solidFill>
                <a:ea typeface="MS PGothic" panose="020B0600070205080204" pitchFamily="34" charset="-128"/>
              </a:rPr>
              <a:t>t</a:t>
            </a:r>
            <a:r>
              <a:rPr lang="en-US" altLang="en-US" i="1" baseline="-25000" dirty="0" err="1">
                <a:solidFill>
                  <a:srgbClr val="00B050"/>
                </a:solidFill>
                <a:ea typeface="MS PGothic" panose="020B0600070205080204" pitchFamily="34" charset="-128"/>
              </a:rPr>
              <a:t>T</a:t>
            </a:r>
            <a:r>
              <a:rPr lang="en-US" altLang="en-US" dirty="0">
                <a:solidFill>
                  <a:srgbClr val="00B050"/>
                </a:solidFill>
                <a:ea typeface="MS PGothic" panose="020B0600070205080204" pitchFamily="34" charset="-128"/>
              </a:rPr>
              <a:t> * b</a:t>
            </a:r>
            <a:endParaRPr lang="en-US" altLang="en-US" i="1" dirty="0">
              <a:solidFill>
                <a:srgbClr val="00B050"/>
              </a:solidFill>
              <a:ea typeface="MS PGothic" panose="020B0600070205080204" pitchFamily="34" charset="-128"/>
            </a:endParaRPr>
          </a:p>
        </p:txBody>
      </p:sp>
      <p:pic>
        <p:nvPicPr>
          <p:cNvPr id="1026" name="Picture 2" descr="Responding Graciously to 8 Baffling Cultural Differences - International  Friendships, Inc (IFI)">
            <a:extLst>
              <a:ext uri="{FF2B5EF4-FFF2-40B4-BE49-F238E27FC236}">
                <a16:creationId xmlns:a16="http://schemas.microsoft.com/office/drawing/2014/main" id="{FB119ECC-B173-775E-F57F-3A7410B6E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546310"/>
            <a:ext cx="1765300" cy="1172957"/>
          </a:xfrm>
          <a:prstGeom prst="rect">
            <a:avLst/>
          </a:prstGeom>
          <a:noFill/>
          <a:ln w="57150">
            <a:solidFill>
              <a:srgbClr val="FF0000"/>
            </a:solidFill>
          </a:ln>
          <a:extLst>
            <a:ext uri="{909E8E84-426E-40DD-AFC4-6F175D3DCCD1}">
              <a14:hiddenFill xmlns:a14="http://schemas.microsoft.com/office/drawing/2010/main">
                <a:solidFill>
                  <a:srgbClr val="FFFFFF"/>
                </a:solidFill>
              </a14:hiddenFill>
            </a:ext>
          </a:extLst>
        </p:spPr>
      </p:pic>
      <p:cxnSp>
        <p:nvCxnSpPr>
          <p:cNvPr id="3" name="Elbow Connector 2">
            <a:extLst>
              <a:ext uri="{FF2B5EF4-FFF2-40B4-BE49-F238E27FC236}">
                <a16:creationId xmlns:a16="http://schemas.microsoft.com/office/drawing/2014/main" id="{B4F6D06C-8020-EB67-9ECC-72C0ECA15077}"/>
              </a:ext>
            </a:extLst>
          </p:cNvPr>
          <p:cNvCxnSpPr>
            <a:cxnSpLocks/>
          </p:cNvCxnSpPr>
          <p:nvPr/>
        </p:nvCxnSpPr>
        <p:spPr bwMode="auto">
          <a:xfrm flipV="1">
            <a:off x="457200" y="1962150"/>
            <a:ext cx="1676400" cy="1524000"/>
          </a:xfrm>
          <a:prstGeom prst="bentConnector3">
            <a:avLst>
              <a:gd name="adj1" fmla="val 1467"/>
            </a:avLst>
          </a:prstGeom>
          <a:solidFill>
            <a:schemeClr val="accent1"/>
          </a:solidFill>
          <a:ln w="28575" cap="flat" cmpd="sng" algn="ctr">
            <a:solidFill>
              <a:srgbClr val="0070C0"/>
            </a:solidFill>
            <a:prstDash val="solid"/>
            <a:round/>
            <a:headEnd type="none" w="med" len="med"/>
            <a:tailEnd type="none" w="med" len="med"/>
          </a:ln>
          <a:effectLst/>
        </p:spPr>
      </p:cxnSp>
      <p:cxnSp>
        <p:nvCxnSpPr>
          <p:cNvPr id="6" name="Elbow Connector 5">
            <a:extLst>
              <a:ext uri="{FF2B5EF4-FFF2-40B4-BE49-F238E27FC236}">
                <a16:creationId xmlns:a16="http://schemas.microsoft.com/office/drawing/2014/main" id="{1FEE2C06-56A7-D8FD-F143-BE3E33F81CAC}"/>
              </a:ext>
            </a:extLst>
          </p:cNvPr>
          <p:cNvCxnSpPr/>
          <p:nvPr/>
        </p:nvCxnSpPr>
        <p:spPr bwMode="auto">
          <a:xfrm flipV="1">
            <a:off x="1295400" y="3028950"/>
            <a:ext cx="914400" cy="457200"/>
          </a:xfrm>
          <a:prstGeom prst="bentConnector3">
            <a:avLst>
              <a:gd name="adj1" fmla="val 394"/>
            </a:avLst>
          </a:prstGeom>
          <a:solidFill>
            <a:schemeClr val="accent1"/>
          </a:solidFill>
          <a:ln w="28575" cap="flat" cmpd="sng" algn="ctr">
            <a:solidFill>
              <a:srgbClr val="00B050"/>
            </a:solidFill>
            <a:prstDash val="solid"/>
            <a:round/>
            <a:headEnd type="none" w="med" len="med"/>
            <a:tailEnd type="none" w="med" len="med"/>
          </a:ln>
          <a:effectLst/>
        </p:spPr>
      </p:cxnSp>
      <p:sp>
        <p:nvSpPr>
          <p:cNvPr id="10" name="TextBox 9">
            <a:extLst>
              <a:ext uri="{FF2B5EF4-FFF2-40B4-BE49-F238E27FC236}">
                <a16:creationId xmlns:a16="http://schemas.microsoft.com/office/drawing/2014/main" id="{D3205157-94F7-4AE6-08F6-C084AB54C583}"/>
              </a:ext>
            </a:extLst>
          </p:cNvPr>
          <p:cNvSpPr txBox="1"/>
          <p:nvPr/>
        </p:nvSpPr>
        <p:spPr>
          <a:xfrm>
            <a:off x="2607076" y="3257550"/>
            <a:ext cx="6079724" cy="1815882"/>
          </a:xfrm>
          <a:prstGeom prst="rect">
            <a:avLst/>
          </a:prstGeom>
          <a:noFill/>
        </p:spPr>
        <p:txBody>
          <a:bodyPr wrap="square" rtlCol="0">
            <a:spAutoFit/>
          </a:bodyPr>
          <a:lstStyle/>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Replace (</a:t>
            </a:r>
            <a:r>
              <a:rPr kumimoji="0" lang="en-US" sz="1400" b="0" i="0" u="none" strike="noStrike" kern="1200" cap="none" spc="0" normalizeH="0" baseline="0" noProof="0" dirty="0" err="1">
                <a:ln>
                  <a:noFill/>
                </a:ln>
                <a:solidFill>
                  <a:srgbClr val="FF0000"/>
                </a:solidFill>
                <a:effectLst/>
                <a:uLnTx/>
                <a:uFillTx/>
                <a:latin typeface="Calibri" charset="0"/>
                <a:ea typeface="ＭＳ Ｐゴシック" charset="-128"/>
                <a:cs typeface="+mn-cs"/>
              </a:rPr>
              <a:t>t</a:t>
            </a:r>
            <a:r>
              <a:rPr kumimoji="0" lang="en-US" sz="1400" b="0" i="0" u="none" strike="noStrike" kern="1200" cap="none" spc="0" normalizeH="0" baseline="-25000" noProof="0" dirty="0" err="1">
                <a:ln>
                  <a:noFill/>
                </a:ln>
                <a:solidFill>
                  <a:srgbClr val="FF0000"/>
                </a:solidFill>
                <a:effectLst/>
                <a:uLnTx/>
                <a:uFillTx/>
                <a:latin typeface="Calibri" charset="0"/>
                <a:ea typeface="ＭＳ Ｐゴシック" charset="-128"/>
                <a:cs typeface="+mn-cs"/>
              </a:rPr>
              <a:t>T</a:t>
            </a: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 + </a:t>
            </a:r>
            <a:r>
              <a:rPr kumimoji="0" lang="en-US" sz="1400" b="0" i="0" u="none" strike="noStrike" kern="1200" cap="none" spc="0" normalizeH="0" baseline="0" noProof="0" dirty="0" err="1">
                <a:ln>
                  <a:noFill/>
                </a:ln>
                <a:solidFill>
                  <a:srgbClr val="FF0000"/>
                </a:solidFill>
                <a:effectLst/>
                <a:uLnTx/>
                <a:uFillTx/>
                <a:latin typeface="Calibri" charset="0"/>
                <a:ea typeface="ＭＳ Ｐゴシック" charset="-128"/>
                <a:cs typeface="+mn-cs"/>
              </a:rPr>
              <a:t>t</a:t>
            </a:r>
            <a:r>
              <a:rPr kumimoji="0" lang="en-US" sz="1400" b="0" i="0" u="none" strike="noStrike" kern="1200" cap="none" spc="0" normalizeH="0" baseline="-25000" noProof="0" dirty="0" err="1">
                <a:ln>
                  <a:noFill/>
                </a:ln>
                <a:solidFill>
                  <a:srgbClr val="FF0000"/>
                </a:solidFill>
                <a:effectLst/>
                <a:uLnTx/>
                <a:uFillTx/>
                <a:latin typeface="Calibri" charset="0"/>
                <a:ea typeface="ＭＳ Ｐゴシック" charset="-128"/>
                <a:cs typeface="+mn-cs"/>
              </a:rPr>
              <a:t>S</a:t>
            </a: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 with </a:t>
            </a:r>
            <a:r>
              <a:rPr kumimoji="0" lang="en-US" sz="1400" b="0" i="0" u="none" strike="noStrike" kern="1200" cap="none" spc="0" normalizeH="0" baseline="0" noProof="0" dirty="0" err="1">
                <a:ln>
                  <a:noFill/>
                </a:ln>
                <a:solidFill>
                  <a:srgbClr val="FF0000"/>
                </a:solidFill>
                <a:effectLst/>
                <a:uLnTx/>
                <a:uFillTx/>
                <a:latin typeface="Calibri" charset="0"/>
                <a:ea typeface="ＭＳ Ｐゴシック" charset="-128"/>
                <a:cs typeface="+mn-cs"/>
              </a:rPr>
              <a:t>t</a:t>
            </a:r>
            <a:r>
              <a:rPr kumimoji="0" lang="en-US" sz="1400" b="0" i="0" u="none" strike="noStrike" kern="1200" cap="none" spc="0" normalizeH="0" baseline="-25000" noProof="0" dirty="0" err="1">
                <a:ln>
                  <a:noFill/>
                </a:ln>
                <a:solidFill>
                  <a:srgbClr val="FF0000"/>
                </a:solidFill>
                <a:effectLst/>
                <a:uLnTx/>
                <a:uFillTx/>
                <a:latin typeface="Calibri" charset="0"/>
                <a:ea typeface="ＭＳ Ｐゴシック" charset="-128"/>
                <a:cs typeface="+mn-cs"/>
              </a:rPr>
              <a:t>B</a:t>
            </a: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 the time/cost for reading a block.</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In my way of thinking, h</a:t>
            </a:r>
            <a:r>
              <a:rPr kumimoji="0" lang="en-US" sz="1400" b="0" i="0" u="none" strike="noStrike" kern="1200" cap="none" spc="0" normalizeH="0" baseline="-25000" noProof="0" dirty="0">
                <a:ln>
                  <a:noFill/>
                </a:ln>
                <a:solidFill>
                  <a:srgbClr val="FF0000"/>
                </a:solidFill>
                <a:effectLst/>
                <a:uLnTx/>
                <a:uFillTx/>
                <a:latin typeface="Calibri" charset="0"/>
                <a:ea typeface="ＭＳ Ｐゴシック" charset="-128"/>
                <a:cs typeface="+mn-cs"/>
              </a:rPr>
              <a:t>i</a:t>
            </a:r>
            <a:r>
              <a:rPr kumimoji="0" lang="en-US" sz="1400" b="0" i="0" u="none" strike="noStrike" kern="1200" cap="none" spc="0" normalizeH="0" baseline="0" noProof="0" dirty="0">
                <a:ln>
                  <a:noFill/>
                </a:ln>
                <a:solidFill>
                  <a:srgbClr val="FF0000"/>
                </a:solidFill>
                <a:effectLst/>
                <a:uLnTx/>
                <a:uFillTx/>
                <a:latin typeface="Calibri" charset="0"/>
                <a:ea typeface="ＭＳ Ｐゴシック" charset="-128"/>
                <a:cs typeface="+mn-cs"/>
              </a:rPr>
              <a:t> is the “height” of the index tree.</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70C0"/>
                </a:solidFill>
                <a:effectLst/>
                <a:uLnTx/>
                <a:uFillTx/>
                <a:latin typeface="Calibri" charset="0"/>
                <a:ea typeface="ＭＳ Ｐゴシック" charset="-128"/>
                <a:cs typeface="+mn-cs"/>
              </a:rPr>
              <a:t>The cost to find the index block is h</a:t>
            </a:r>
            <a:r>
              <a:rPr kumimoji="0" lang="en-US" sz="1400" b="0" i="0" u="none" strike="noStrike" kern="1200" cap="none" spc="0" normalizeH="0" baseline="-25000" noProof="0" dirty="0">
                <a:ln>
                  <a:noFill/>
                </a:ln>
                <a:solidFill>
                  <a:srgbClr val="0070C0"/>
                </a:solidFill>
                <a:effectLst/>
                <a:uLnTx/>
                <a:uFillTx/>
                <a:latin typeface="Calibri" charset="0"/>
                <a:ea typeface="ＭＳ Ｐゴシック" charset="-128"/>
                <a:cs typeface="+mn-cs"/>
              </a:rPr>
              <a:t>i</a:t>
            </a:r>
            <a:r>
              <a:rPr kumimoji="0" lang="en-US" sz="1400" b="0" i="0" u="none" strike="noStrike" kern="1200" cap="none" spc="0" normalizeH="0" baseline="0" noProof="0" dirty="0">
                <a:ln>
                  <a:noFill/>
                </a:ln>
                <a:solidFill>
                  <a:srgbClr val="0070C0"/>
                </a:solidFill>
                <a:effectLst/>
                <a:uLnTx/>
                <a:uFillTx/>
                <a:latin typeface="Calibri" charset="0"/>
                <a:ea typeface="ＭＳ Ｐゴシック" charset="-128"/>
                <a:cs typeface="+mn-cs"/>
              </a:rPr>
              <a:t>* </a:t>
            </a:r>
            <a:r>
              <a:rPr kumimoji="0" lang="en-US" sz="1400" b="0" i="0" u="none" strike="noStrike" kern="1200" cap="none" spc="0" normalizeH="0" baseline="0" noProof="0" dirty="0" err="1">
                <a:ln>
                  <a:noFill/>
                </a:ln>
                <a:solidFill>
                  <a:srgbClr val="0070C0"/>
                </a:solidFill>
                <a:effectLst/>
                <a:uLnTx/>
                <a:uFillTx/>
                <a:latin typeface="Calibri" charset="0"/>
                <a:ea typeface="ＭＳ Ｐゴシック" charset="-128"/>
                <a:cs typeface="+mn-cs"/>
              </a:rPr>
              <a:t>t</a:t>
            </a:r>
            <a:r>
              <a:rPr kumimoji="0" lang="en-US" sz="1400" b="0" i="0" u="none" strike="noStrike" kern="1200" cap="none" spc="0" normalizeH="0" baseline="-25000" noProof="0" dirty="0" err="1">
                <a:ln>
                  <a:noFill/>
                </a:ln>
                <a:solidFill>
                  <a:srgbClr val="0070C0"/>
                </a:solidFill>
                <a:effectLst/>
                <a:uLnTx/>
                <a:uFillTx/>
                <a:latin typeface="Calibri" charset="0"/>
                <a:ea typeface="ＭＳ Ｐゴシック" charset="-128"/>
                <a:cs typeface="+mn-cs"/>
              </a:rPr>
              <a:t>B</a:t>
            </a:r>
            <a:r>
              <a:rPr kumimoji="0" lang="en-US" sz="1400" b="0" i="0" u="none" strike="noStrike" kern="1200" cap="none" spc="0" normalizeH="0" baseline="-25000" noProof="0" dirty="0">
                <a:ln>
                  <a:noFill/>
                </a:ln>
                <a:solidFill>
                  <a:srgbClr val="0070C0"/>
                </a:solidFill>
                <a:effectLst/>
                <a:uLnTx/>
                <a:uFillTx/>
                <a:latin typeface="Calibri" charset="0"/>
                <a:ea typeface="ＭＳ Ｐゴシック" charset="-128"/>
                <a:cs typeface="+mn-cs"/>
              </a:rPr>
              <a:t>.</a:t>
            </a:r>
            <a:r>
              <a:rPr kumimoji="0" lang="en-US" sz="1400" b="0" i="0" u="none" strike="noStrike" kern="1200" cap="none" spc="0" normalizeH="0" baseline="0" noProof="0" dirty="0">
                <a:ln>
                  <a:noFill/>
                </a:ln>
                <a:solidFill>
                  <a:srgbClr val="0070C0"/>
                </a:solidFill>
                <a:effectLst/>
                <a:uLnTx/>
                <a:uFillTx/>
                <a:latin typeface="Calibri" charset="0"/>
                <a:ea typeface="ＭＳ Ｐゴシック" charset="-128"/>
                <a:cs typeface="+mn-cs"/>
              </a:rPr>
              <a:t> We then read</a:t>
            </a:r>
            <a:br>
              <a:rPr kumimoji="0" lang="en-US" sz="1400" b="0" i="0" u="none" strike="noStrike" kern="1200" cap="none" spc="0" normalizeH="0" baseline="0" noProof="0" dirty="0">
                <a:ln>
                  <a:noFill/>
                </a:ln>
                <a:solidFill>
                  <a:srgbClr val="0070C0"/>
                </a:solidFill>
                <a:effectLst/>
                <a:uLnTx/>
                <a:uFillTx/>
                <a:latin typeface="Calibri" charset="0"/>
                <a:ea typeface="ＭＳ Ｐゴシック" charset="-128"/>
                <a:cs typeface="+mn-cs"/>
              </a:rPr>
            </a:br>
            <a:r>
              <a:rPr kumimoji="0" lang="en-US" sz="1400" b="0" i="0" u="none" strike="noStrike" kern="1200" cap="none" spc="0" normalizeH="0" baseline="0" noProof="0" dirty="0">
                <a:ln>
                  <a:noFill/>
                </a:ln>
                <a:solidFill>
                  <a:srgbClr val="0070C0"/>
                </a:solidFill>
                <a:effectLst/>
                <a:uLnTx/>
                <a:uFillTx/>
                <a:latin typeface="Calibri" charset="0"/>
                <a:ea typeface="ＭＳ Ｐゴシック" charset="-128"/>
                <a:cs typeface="+mn-cs"/>
              </a:rPr>
              <a:t>the referenced data block, which happens once because it is a key.</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rPr>
              <a:t>If it is a non-key, we may retrieve multiple records </a:t>
            </a:r>
            <a: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t> reading multiple blocks.</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t>But, clustering index on the non-key field  the data records are sorted</a:t>
            </a:r>
            <a:b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br>
            <a: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t>by the non-key  records are probably on consecutive sectors on the same</a:t>
            </a:r>
            <a:b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br>
            <a:r>
              <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sym typeface="Wingdings" pitchFamily="2" charset="2"/>
              </a:rPr>
              <a:t>track  one seek and then some number of block reads.</a:t>
            </a:r>
            <a:endParaRPr kumimoji="0" lang="en-US" sz="1400" b="0" i="0" u="none" strike="noStrike" kern="1200" cap="none" spc="0" normalizeH="0" baseline="0" noProof="0" dirty="0">
              <a:ln>
                <a:noFill/>
              </a:ln>
              <a:solidFill>
                <a:srgbClr val="00B050"/>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7718817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641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6419">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6419">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6419">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6419">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6419">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64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a:extLst>
              <a:ext uri="{FF2B5EF4-FFF2-40B4-BE49-F238E27FC236}">
                <a16:creationId xmlns:a16="http://schemas.microsoft.com/office/drawing/2014/main" id="{669527DF-FFDC-4C5E-AEAD-2E439565E11A}"/>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Selections Using Indices</a:t>
            </a:r>
          </a:p>
        </p:txBody>
      </p:sp>
      <p:sp>
        <p:nvSpPr>
          <p:cNvPr id="316419" name="Rectangle 3">
            <a:extLst>
              <a:ext uri="{FF2B5EF4-FFF2-40B4-BE49-F238E27FC236}">
                <a16:creationId xmlns:a16="http://schemas.microsoft.com/office/drawing/2014/main" id="{7DB53E9F-8A74-4C7D-8CBA-255265F636D5}"/>
              </a:ext>
            </a:extLst>
          </p:cNvPr>
          <p:cNvSpPr>
            <a:spLocks noGrp="1" noChangeArrowheads="1"/>
          </p:cNvSpPr>
          <p:nvPr>
            <p:ph idx="1"/>
          </p:nvPr>
        </p:nvSpPr>
        <p:spPr>
          <a:xfrm>
            <a:off x="1775535" y="871993"/>
            <a:ext cx="5810376" cy="2394581"/>
          </a:xfrm>
        </p:spPr>
        <p:txBody>
          <a:bodyPr/>
          <a:lstStyle/>
          <a:p>
            <a:r>
              <a:rPr lang="en-US" altLang="en-US" b="1" dirty="0">
                <a:ea typeface="MS PGothic" panose="020B0600070205080204" pitchFamily="34" charset="-128"/>
              </a:rPr>
              <a:t>A4</a:t>
            </a:r>
            <a:r>
              <a:rPr lang="en-US" altLang="en-US" dirty="0">
                <a:ea typeface="MS PGothic" panose="020B0600070205080204" pitchFamily="34" charset="-128"/>
              </a:rPr>
              <a:t> (</a:t>
            </a:r>
            <a:r>
              <a:rPr lang="en-US" altLang="en-US" b="1" dirty="0">
                <a:solidFill>
                  <a:srgbClr val="002060"/>
                </a:solidFill>
                <a:ea typeface="MS PGothic" panose="020B0600070205080204" pitchFamily="34" charset="-128"/>
              </a:rPr>
              <a:t>secondary index, equality on key/non-key</a:t>
            </a:r>
            <a:r>
              <a:rPr lang="en-US" altLang="en-US" dirty="0">
                <a:ea typeface="MS PGothic" panose="020B0600070205080204" pitchFamily="34" charset="-128"/>
              </a:rPr>
              <a:t>)</a:t>
            </a:r>
            <a:r>
              <a:rPr lang="en-US" altLang="en-US" i="1" dirty="0">
                <a:ea typeface="MS PGothic" panose="020B0600070205080204" pitchFamily="34" charset="-128"/>
              </a:rPr>
              <a:t>.</a:t>
            </a:r>
            <a:endParaRPr lang="en-US" altLang="en-US" dirty="0">
              <a:ea typeface="MS PGothic" panose="020B0600070205080204" pitchFamily="34" charset="-128"/>
            </a:endParaRPr>
          </a:p>
          <a:p>
            <a:pPr lvl="1"/>
            <a:r>
              <a:rPr lang="en-US" altLang="en-US" dirty="0">
                <a:ea typeface="MS PGothic" panose="020B0600070205080204" pitchFamily="34" charset="-128"/>
              </a:rPr>
              <a:t>Retrieve a single record if the search-key is a candidate key</a:t>
            </a:r>
          </a:p>
          <a:p>
            <a:pPr lvl="2"/>
            <a:r>
              <a:rPr lang="en-US" altLang="en-US" i="1" dirty="0">
                <a:ea typeface="MS PGothic" panose="020B0600070205080204" pitchFamily="34" charset="-128"/>
              </a:rPr>
              <a:t>Cost = (h</a:t>
            </a:r>
            <a:r>
              <a:rPr lang="en-US" altLang="en-US" i="1" baseline="-25000" dirty="0">
                <a:ea typeface="MS PGothic" panose="020B0600070205080204" pitchFamily="34" charset="-128"/>
              </a:rPr>
              <a:t>i</a:t>
            </a:r>
            <a:r>
              <a:rPr lang="en-US" altLang="en-US" i="1" dirty="0">
                <a:ea typeface="MS PGothic" panose="020B0600070205080204" pitchFamily="34" charset="-128"/>
              </a:rPr>
              <a:t> </a:t>
            </a:r>
            <a:r>
              <a:rPr lang="en-US" altLang="en-US" dirty="0">
                <a:ea typeface="MS PGothic" panose="020B0600070205080204" pitchFamily="34" charset="-128"/>
              </a:rPr>
              <a:t>+ 1) * </a:t>
            </a:r>
            <a:r>
              <a:rPr lang="en-US" altLang="en-US"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T</a:t>
            </a:r>
            <a:r>
              <a:rPr lang="en-US" altLang="en-US" dirty="0">
                <a:ea typeface="MS PGothic" panose="020B0600070205080204" pitchFamily="34" charset="-128"/>
                <a:sym typeface="Symbol" panose="05050102010706020507" pitchFamily="18" charset="2"/>
              </a:rPr>
              <a:t> + </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a:t>
            </a:r>
            <a:endParaRPr lang="en-US" altLang="en-US" dirty="0">
              <a:ea typeface="MS PGothic" panose="020B0600070205080204" pitchFamily="34" charset="-128"/>
            </a:endParaRPr>
          </a:p>
          <a:p>
            <a:pPr lvl="1"/>
            <a:r>
              <a:rPr lang="en-US" altLang="en-US" dirty="0">
                <a:ea typeface="MS PGothic" panose="020B0600070205080204" pitchFamily="34" charset="-128"/>
              </a:rPr>
              <a:t>Retrieve multiple records if search-key is not a candidate key</a:t>
            </a:r>
          </a:p>
          <a:p>
            <a:pPr lvl="2"/>
            <a:r>
              <a:rPr lang="en-US" altLang="en-US" dirty="0">
                <a:ea typeface="MS PGothic" panose="020B0600070205080204" pitchFamily="34" charset="-128"/>
              </a:rPr>
              <a:t>each of </a:t>
            </a:r>
            <a:r>
              <a:rPr lang="en-US" altLang="en-US" i="1" dirty="0">
                <a:ea typeface="MS PGothic" panose="020B0600070205080204" pitchFamily="34" charset="-128"/>
              </a:rPr>
              <a:t>n</a:t>
            </a:r>
            <a:r>
              <a:rPr lang="en-US" altLang="en-US" dirty="0">
                <a:ea typeface="MS PGothic" panose="020B0600070205080204" pitchFamily="34" charset="-128"/>
              </a:rPr>
              <a:t> matching records may be on a different block  </a:t>
            </a:r>
          </a:p>
          <a:p>
            <a:pPr lvl="2"/>
            <a:r>
              <a:rPr lang="en-US" altLang="en-US" dirty="0">
                <a:solidFill>
                  <a:srgbClr val="FF0000"/>
                </a:solidFill>
                <a:ea typeface="MS PGothic" panose="020B0600070205080204" pitchFamily="34" charset="-128"/>
              </a:rPr>
              <a:t>Cost =  (</a:t>
            </a:r>
            <a:r>
              <a:rPr lang="en-US" altLang="en-US" i="1" dirty="0">
                <a:solidFill>
                  <a:srgbClr val="FF0000"/>
                </a:solidFill>
                <a:ea typeface="MS PGothic" panose="020B0600070205080204" pitchFamily="34" charset="-128"/>
              </a:rPr>
              <a:t>h</a:t>
            </a:r>
            <a:r>
              <a:rPr lang="en-US" altLang="en-US" i="1" baseline="-25000" dirty="0">
                <a:solidFill>
                  <a:srgbClr val="FF0000"/>
                </a:solidFill>
                <a:ea typeface="MS PGothic" panose="020B0600070205080204" pitchFamily="34" charset="-128"/>
              </a:rPr>
              <a:t>i</a:t>
            </a:r>
            <a:r>
              <a:rPr lang="en-US" altLang="en-US" i="1" dirty="0">
                <a:solidFill>
                  <a:srgbClr val="FF0000"/>
                </a:solidFill>
                <a:ea typeface="MS PGothic" panose="020B0600070205080204" pitchFamily="34" charset="-128"/>
              </a:rPr>
              <a:t> </a:t>
            </a:r>
            <a:r>
              <a:rPr lang="en-US" altLang="en-US" dirty="0">
                <a:solidFill>
                  <a:srgbClr val="FF0000"/>
                </a:solidFill>
                <a:ea typeface="MS PGothic" panose="020B0600070205080204" pitchFamily="34" charset="-128"/>
              </a:rPr>
              <a:t>+ </a:t>
            </a:r>
            <a:r>
              <a:rPr lang="en-US" altLang="en-US" i="1" dirty="0">
                <a:solidFill>
                  <a:srgbClr val="FF0000"/>
                </a:solidFill>
                <a:ea typeface="MS PGothic" panose="020B0600070205080204" pitchFamily="34" charset="-128"/>
              </a:rPr>
              <a:t>n) * </a:t>
            </a:r>
            <a:r>
              <a:rPr lang="en-US" altLang="en-US" dirty="0">
                <a:solidFill>
                  <a:srgbClr val="FF0000"/>
                </a:solidFill>
                <a:ea typeface="MS PGothic" panose="020B0600070205080204" pitchFamily="34" charset="-128"/>
                <a:sym typeface="Symbol" panose="05050102010706020507" pitchFamily="18" charset="2"/>
              </a:rPr>
              <a:t>(</a:t>
            </a:r>
            <a:r>
              <a:rPr lang="en-US" altLang="en-US" i="1" dirty="0" err="1">
                <a:solidFill>
                  <a:srgbClr val="FF0000"/>
                </a:solidFill>
                <a:ea typeface="MS PGothic" panose="020B0600070205080204" pitchFamily="34" charset="-128"/>
                <a:sym typeface="Symbol" panose="05050102010706020507" pitchFamily="18" charset="2"/>
              </a:rPr>
              <a:t>t</a:t>
            </a:r>
            <a:r>
              <a:rPr lang="en-US" altLang="en-US" i="1" baseline="-25000" dirty="0" err="1">
                <a:solidFill>
                  <a:srgbClr val="FF0000"/>
                </a:solidFill>
                <a:ea typeface="MS PGothic" panose="020B0600070205080204" pitchFamily="34" charset="-128"/>
                <a:sym typeface="Symbol" panose="05050102010706020507" pitchFamily="18" charset="2"/>
              </a:rPr>
              <a:t>T</a:t>
            </a:r>
            <a:r>
              <a:rPr lang="en-US" altLang="en-US" dirty="0">
                <a:solidFill>
                  <a:srgbClr val="FF0000"/>
                </a:solidFill>
                <a:ea typeface="MS PGothic" panose="020B0600070205080204" pitchFamily="34" charset="-128"/>
                <a:sym typeface="Symbol" panose="05050102010706020507" pitchFamily="18" charset="2"/>
              </a:rPr>
              <a:t> + </a:t>
            </a:r>
            <a:r>
              <a:rPr lang="en-US" altLang="en-US" i="1" dirty="0" err="1">
                <a:solidFill>
                  <a:srgbClr val="FF0000"/>
                </a:solidFill>
                <a:ea typeface="MS PGothic" panose="020B0600070205080204" pitchFamily="34" charset="-128"/>
                <a:sym typeface="Symbol" panose="05050102010706020507" pitchFamily="18" charset="2"/>
              </a:rPr>
              <a:t>t</a:t>
            </a:r>
            <a:r>
              <a:rPr lang="en-US" altLang="en-US" i="1" baseline="-25000" dirty="0" err="1">
                <a:solidFill>
                  <a:srgbClr val="FF0000"/>
                </a:solidFill>
                <a:ea typeface="MS PGothic" panose="020B0600070205080204" pitchFamily="34" charset="-128"/>
                <a:sym typeface="Symbol" panose="05050102010706020507" pitchFamily="18" charset="2"/>
              </a:rPr>
              <a:t>S</a:t>
            </a:r>
            <a:r>
              <a:rPr lang="en-US" altLang="en-US" dirty="0">
                <a:solidFill>
                  <a:srgbClr val="FF0000"/>
                </a:solidFill>
                <a:ea typeface="MS PGothic" panose="020B0600070205080204" pitchFamily="34" charset="-128"/>
                <a:sym typeface="Symbol" panose="05050102010706020507" pitchFamily="18" charset="2"/>
              </a:rPr>
              <a:t>)</a:t>
            </a:r>
            <a:r>
              <a:rPr lang="en-US" altLang="en-US" i="1" dirty="0">
                <a:ea typeface="MS PGothic" panose="020B0600070205080204" pitchFamily="34" charset="-128"/>
              </a:rPr>
              <a:t> </a:t>
            </a:r>
          </a:p>
          <a:p>
            <a:pPr lvl="3"/>
            <a:r>
              <a:rPr lang="en-US" altLang="en-US" dirty="0">
                <a:ea typeface="MS PGothic" panose="020B0600070205080204" pitchFamily="34" charset="-128"/>
              </a:rPr>
              <a:t>Can be very expensive!</a:t>
            </a:r>
          </a:p>
        </p:txBody>
      </p:sp>
      <p:sp>
        <p:nvSpPr>
          <p:cNvPr id="2" name="TextBox 1">
            <a:extLst>
              <a:ext uri="{FF2B5EF4-FFF2-40B4-BE49-F238E27FC236}">
                <a16:creationId xmlns:a16="http://schemas.microsoft.com/office/drawing/2014/main" id="{5E18A2B4-604B-5A83-A6BD-83D09A23D441}"/>
              </a:ext>
            </a:extLst>
          </p:cNvPr>
          <p:cNvSpPr txBox="1"/>
          <p:nvPr/>
        </p:nvSpPr>
        <p:spPr>
          <a:xfrm>
            <a:off x="768350" y="3266574"/>
            <a:ext cx="7435946" cy="1477328"/>
          </a:xfrm>
          <a:prstGeom prst="rect">
            <a:avLst/>
          </a:prstGeom>
          <a:noFill/>
        </p:spPr>
        <p:txBody>
          <a:bodyPr wrap="none" rtlCol="0">
            <a:spAutoFit/>
          </a:bodyPr>
          <a:lstStyle/>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h</a:t>
            </a:r>
            <a:r>
              <a:rPr kumimoji="0" lang="en-US" sz="1800" b="0" i="0" u="none" strike="noStrike" kern="1200" cap="none" spc="0" normalizeH="0" baseline="-25000" noProof="0" dirty="0">
                <a:ln>
                  <a:noFill/>
                </a:ln>
                <a:solidFill>
                  <a:srgbClr val="FF0000"/>
                </a:solidFill>
                <a:effectLst/>
                <a:uLnTx/>
                <a:uFillTx/>
                <a:latin typeface="Calibri" charset="0"/>
                <a:ea typeface="ＭＳ Ｐゴシック" charset="-128"/>
                <a:cs typeface="+mn-cs"/>
              </a:rPr>
              <a:t>i</a:t>
            </a: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 </a:t>
            </a:r>
            <a:r>
              <a:rPr kumimoji="0" lang="en-US" sz="1800" b="0" i="0" u="none" strike="noStrike" kern="1200" cap="none" spc="0" normalizeH="0" baseline="0" noProof="0" dirty="0" err="1">
                <a:ln>
                  <a:noFill/>
                </a:ln>
                <a:solidFill>
                  <a:srgbClr val="FF0000"/>
                </a:solidFill>
                <a:effectLst/>
                <a:uLnTx/>
                <a:uFillTx/>
                <a:latin typeface="Calibri" charset="0"/>
                <a:ea typeface="ＭＳ Ｐゴシック" charset="-128"/>
                <a:cs typeface="+mn-cs"/>
              </a:rPr>
              <a:t>t</a:t>
            </a:r>
            <a:r>
              <a:rPr kumimoji="0" lang="en-US" sz="1800" b="0" i="0" u="none" strike="noStrike" kern="1200" cap="none" spc="0" normalizeH="0" baseline="-25000" noProof="0" dirty="0" err="1">
                <a:ln>
                  <a:noFill/>
                </a:ln>
                <a:solidFill>
                  <a:srgbClr val="FF0000"/>
                </a:solidFill>
                <a:effectLst/>
                <a:uLnTx/>
                <a:uFillTx/>
                <a:latin typeface="Calibri" charset="0"/>
                <a:ea typeface="ＭＳ Ｐゴシック" charset="-128"/>
                <a:cs typeface="+mn-cs"/>
              </a:rPr>
              <a:t>B</a:t>
            </a:r>
            <a:r>
              <a:rPr kumimoji="0" lang="en-US" sz="1800" b="0" i="0" u="none" strike="noStrike" kern="1200" cap="none" spc="0" normalizeH="0" baseline="-25000" noProof="0" dirty="0">
                <a:ln>
                  <a:noFill/>
                </a:ln>
                <a:solidFill>
                  <a:srgbClr val="FF0000"/>
                </a:solidFill>
                <a:effectLst/>
                <a:uLnTx/>
                <a:uFillTx/>
                <a:latin typeface="Calibri" charset="0"/>
                <a:ea typeface="ＭＳ Ｐゴシック" charset="-128"/>
                <a:cs typeface="+mn-cs"/>
              </a:rPr>
              <a:t> </a:t>
            </a: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to get the leaf node in the index.</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Each entry in the leaf node may reference a different block in the data file.</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If there are n matching records, we get</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(h</a:t>
            </a:r>
            <a:r>
              <a:rPr kumimoji="0" lang="en-US" sz="1800" b="0" i="0" u="none" strike="noStrike" kern="1200" cap="none" spc="0" normalizeH="0" baseline="-25000" noProof="0" dirty="0">
                <a:ln>
                  <a:noFill/>
                </a:ln>
                <a:solidFill>
                  <a:srgbClr val="FF0000"/>
                </a:solidFill>
                <a:effectLst/>
                <a:uLnTx/>
                <a:uFillTx/>
                <a:latin typeface="Calibri" charset="0"/>
                <a:ea typeface="ＭＳ Ｐゴシック" charset="-128"/>
                <a:cs typeface="+mn-cs"/>
              </a:rPr>
              <a:t>i </a:t>
            </a: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 n) * </a:t>
            </a:r>
            <a:r>
              <a:rPr kumimoji="0" lang="en-US" sz="1800" b="0" i="0" u="none" strike="noStrike" kern="1200" cap="none" spc="0" normalizeH="0" baseline="0" noProof="0" dirty="0" err="1">
                <a:ln>
                  <a:noFill/>
                </a:ln>
                <a:solidFill>
                  <a:srgbClr val="FF0000"/>
                </a:solidFill>
                <a:effectLst/>
                <a:uLnTx/>
                <a:uFillTx/>
                <a:latin typeface="Calibri" charset="0"/>
                <a:ea typeface="ＭＳ Ｐゴシック" charset="-128"/>
                <a:cs typeface="+mn-cs"/>
              </a:rPr>
              <a:t>t</a:t>
            </a:r>
            <a:r>
              <a:rPr kumimoji="0" lang="en-US" sz="1800" b="0" i="0" u="none" strike="noStrike" kern="1200" cap="none" spc="0" normalizeH="0" baseline="-25000" noProof="0" dirty="0" err="1">
                <a:ln>
                  <a:noFill/>
                </a:ln>
                <a:solidFill>
                  <a:srgbClr val="FF0000"/>
                </a:solidFill>
                <a:effectLst/>
                <a:uLnTx/>
                <a:uFillTx/>
                <a:latin typeface="Calibri" charset="0"/>
                <a:ea typeface="ＭＳ Ｐゴシック" charset="-128"/>
                <a:cs typeface="+mn-cs"/>
              </a:rPr>
              <a:t>B</a:t>
            </a:r>
            <a:endPar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endParaRP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070C0"/>
              </a:solidFill>
              <a:effectLst/>
              <a:uLnTx/>
              <a:uFillTx/>
              <a:latin typeface="Calibri" charset="0"/>
              <a:ea typeface="ＭＳ Ｐゴシック"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641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6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64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641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641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64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a:extLst>
              <a:ext uri="{FF2B5EF4-FFF2-40B4-BE49-F238E27FC236}">
                <a16:creationId xmlns:a16="http://schemas.microsoft.com/office/drawing/2014/main" id="{63DD128C-77F0-4A3D-A3AD-12E6BC9F552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Selections Involving Comparisons</a:t>
            </a:r>
          </a:p>
        </p:txBody>
      </p:sp>
      <p:sp>
        <p:nvSpPr>
          <p:cNvPr id="318467" name="Rectangle 3">
            <a:extLst>
              <a:ext uri="{FF2B5EF4-FFF2-40B4-BE49-F238E27FC236}">
                <a16:creationId xmlns:a16="http://schemas.microsoft.com/office/drawing/2014/main" id="{C20946C2-54EF-43A4-BEEE-FF0078C6C2CB}"/>
              </a:ext>
            </a:extLst>
          </p:cNvPr>
          <p:cNvSpPr>
            <a:spLocks noGrp="1" noChangeArrowheads="1"/>
          </p:cNvSpPr>
          <p:nvPr>
            <p:ph idx="1"/>
          </p:nvPr>
        </p:nvSpPr>
        <p:spPr>
          <a:xfrm>
            <a:off x="1772531" y="881017"/>
            <a:ext cx="5729101" cy="3540590"/>
          </a:xfrm>
        </p:spPr>
        <p:txBody>
          <a:bodyPr/>
          <a:lstStyle/>
          <a:p>
            <a:pPr>
              <a:lnSpc>
                <a:spcPct val="90000"/>
              </a:lnSpc>
            </a:pPr>
            <a:r>
              <a:rPr kumimoji="0" lang="en-US" altLang="en-US" dirty="0">
                <a:ea typeface="MS PGothic" panose="020B0600070205080204" pitchFamily="34" charset="-128"/>
              </a:rPr>
              <a:t>Can implement selections of the form </a:t>
            </a:r>
            <a:r>
              <a:rPr kumimoji="0" lang="en-US" altLang="en-US"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A</a:t>
            </a:r>
            <a:r>
              <a:rPr kumimoji="0" lang="en-US" altLang="en-US" baseline="-25000"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V </a:t>
            </a:r>
            <a:r>
              <a:rPr kumimoji="0" lang="en-US" altLang="en-US" dirty="0">
                <a:ea typeface="MS PGothic" panose="020B0600070205080204" pitchFamily="34" charset="-128"/>
                <a:sym typeface="Symbol" panose="05050102010706020507" pitchFamily="18" charset="2"/>
              </a:rPr>
              <a:t>(</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or </a:t>
            </a:r>
            <a:r>
              <a:rPr kumimoji="0" lang="en-US" altLang="en-US" i="1" baseline="-25000" dirty="0">
                <a:ea typeface="MS PGothic" panose="020B0600070205080204" pitchFamily="34" charset="-128"/>
                <a:sym typeface="Symbol" panose="05050102010706020507" pitchFamily="18" charset="2"/>
              </a:rPr>
              <a:t>A </a:t>
            </a:r>
            <a:r>
              <a:rPr kumimoji="0" lang="en-US" altLang="en-US" baseline="-25000" dirty="0">
                <a:ea typeface="MS PGothic" panose="020B0600070205080204" pitchFamily="34" charset="-128"/>
                <a:sym typeface="Symbol" panose="05050102010706020507" pitchFamily="18" charset="2"/>
              </a:rPr>
              <a:t> </a:t>
            </a:r>
            <a:r>
              <a:rPr kumimoji="0" lang="en-US" altLang="en-US" i="1" baseline="-25000" dirty="0">
                <a:ea typeface="MS PGothic" panose="020B0600070205080204" pitchFamily="34" charset="-128"/>
                <a:sym typeface="Symbol" panose="05050102010706020507" pitchFamily="18" charset="2"/>
              </a:rPr>
              <a:t>V</a:t>
            </a:r>
            <a:r>
              <a:rPr kumimoji="0" lang="en-US" altLang="en-US" dirty="0">
                <a:ea typeface="MS PGothic" panose="020B0600070205080204" pitchFamily="34" charset="-128"/>
                <a:sym typeface="Symbol" panose="05050102010706020507" pitchFamily="18" charset="2"/>
              </a:rPr>
              <a:t>(</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by using</a:t>
            </a:r>
          </a:p>
          <a:p>
            <a:pPr lvl="1">
              <a:lnSpc>
                <a:spcPct val="90000"/>
              </a:lnSpc>
            </a:pPr>
            <a:r>
              <a:rPr kumimoji="0" lang="en-US" altLang="en-US" dirty="0">
                <a:ea typeface="MS PGothic" panose="020B0600070205080204" pitchFamily="34" charset="-128"/>
                <a:sym typeface="Symbol" panose="05050102010706020507" pitchFamily="18" charset="2"/>
              </a:rPr>
              <a:t> a linear file scan,</a:t>
            </a:r>
          </a:p>
          <a:p>
            <a:pPr lvl="1">
              <a:lnSpc>
                <a:spcPct val="90000"/>
              </a:lnSpc>
            </a:pPr>
            <a:r>
              <a:rPr kumimoji="0" lang="en-US" altLang="en-US" dirty="0">
                <a:ea typeface="MS PGothic" panose="020B0600070205080204" pitchFamily="34" charset="-128"/>
                <a:sym typeface="Symbol" panose="05050102010706020507" pitchFamily="18" charset="2"/>
              </a:rPr>
              <a:t> or by using indices in the following ways:</a:t>
            </a:r>
          </a:p>
          <a:p>
            <a:pPr>
              <a:lnSpc>
                <a:spcPct val="90000"/>
              </a:lnSpc>
            </a:pPr>
            <a:r>
              <a:rPr lang="en-US" altLang="en-US" b="1" dirty="0">
                <a:ea typeface="MS PGothic" panose="020B0600070205080204" pitchFamily="34" charset="-128"/>
              </a:rPr>
              <a:t>A5</a:t>
            </a:r>
            <a:r>
              <a:rPr lang="en-US" altLang="en-US" dirty="0">
                <a:ea typeface="MS PGothic" panose="020B0600070205080204" pitchFamily="34" charset="-128"/>
              </a:rPr>
              <a:t> (</a:t>
            </a:r>
            <a:r>
              <a:rPr lang="en-US" altLang="en-US" b="1" dirty="0">
                <a:solidFill>
                  <a:srgbClr val="002060"/>
                </a:solidFill>
                <a:ea typeface="MS PGothic" panose="020B0600070205080204" pitchFamily="34" charset="-128"/>
              </a:rPr>
              <a:t>clustering index, comparison</a:t>
            </a:r>
            <a:r>
              <a:rPr lang="en-US" altLang="en-US" dirty="0">
                <a:ea typeface="MS PGothic" panose="020B0600070205080204" pitchFamily="34" charset="-128"/>
              </a:rPr>
              <a:t>)</a:t>
            </a:r>
            <a:r>
              <a:rPr lang="en-US" altLang="en-US" i="1" dirty="0">
                <a:ea typeface="MS PGothic" panose="020B0600070205080204" pitchFamily="34" charset="-128"/>
              </a:rPr>
              <a:t>.</a:t>
            </a:r>
            <a:r>
              <a:rPr lang="en-US" altLang="en-US" dirty="0">
                <a:ea typeface="MS PGothic" panose="020B0600070205080204" pitchFamily="34" charset="-128"/>
              </a:rPr>
              <a:t> (Relation is sorted on A)</a:t>
            </a:r>
            <a:endParaRPr lang="en-US" altLang="en-US" i="1" dirty="0">
              <a:ea typeface="MS PGothic" panose="020B0600070205080204" pitchFamily="34" charset="-128"/>
            </a:endParaRPr>
          </a:p>
          <a:p>
            <a:pPr lvl="2">
              <a:lnSpc>
                <a:spcPct val="90000"/>
              </a:lnSpc>
            </a:pPr>
            <a:r>
              <a:rPr lang="en-US" altLang="en-US" dirty="0">
                <a:ea typeface="MS PGothic" panose="020B0600070205080204" pitchFamily="34" charset="-128"/>
              </a:rPr>
              <a:t>For </a:t>
            </a:r>
            <a:r>
              <a:rPr kumimoji="0" lang="en-US" altLang="en-US" i="1"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A  V</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use index to find first tuple </a:t>
            </a:r>
            <a:r>
              <a:rPr kumimoji="0" lang="en-US" altLang="en-US" i="1" dirty="0">
                <a:ea typeface="MS PGothic" panose="020B0600070205080204" pitchFamily="34" charset="-128"/>
                <a:sym typeface="Symbol" panose="05050102010706020507" pitchFamily="18" charset="2"/>
              </a:rPr>
              <a:t> v</a:t>
            </a:r>
            <a:r>
              <a:rPr kumimoji="0" lang="en-US" altLang="en-US" dirty="0">
                <a:ea typeface="MS PGothic" panose="020B0600070205080204" pitchFamily="34" charset="-128"/>
                <a:sym typeface="Symbol" panose="05050102010706020507" pitchFamily="18" charset="2"/>
              </a:rPr>
              <a:t>  and scan relation sequentially  from there</a:t>
            </a:r>
          </a:p>
          <a:p>
            <a:pPr lvl="2">
              <a:lnSpc>
                <a:spcPct val="90000"/>
              </a:lnSpc>
            </a:pPr>
            <a:r>
              <a:rPr kumimoji="0" lang="en-US" altLang="en-US" dirty="0">
                <a:ea typeface="MS PGothic" panose="020B0600070205080204" pitchFamily="34" charset="-128"/>
                <a:sym typeface="Symbol" panose="05050102010706020507" pitchFamily="18" charset="2"/>
              </a:rPr>
              <a:t>For </a:t>
            </a:r>
            <a:r>
              <a:rPr kumimoji="0" lang="en-US" altLang="en-US" i="1" baseline="-25000" dirty="0">
                <a:ea typeface="MS PGothic" panose="020B0600070205080204" pitchFamily="34" charset="-128"/>
                <a:sym typeface="Symbol" panose="05050102010706020507" pitchFamily="18" charset="2"/>
              </a:rPr>
              <a:t>A</a:t>
            </a:r>
            <a:r>
              <a:rPr kumimoji="0" lang="en-US" altLang="en-US" baseline="-25000"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V </a:t>
            </a:r>
            <a:r>
              <a:rPr kumimoji="0" lang="en-US" altLang="en-US" dirty="0">
                <a:ea typeface="MS PGothic" panose="020B0600070205080204" pitchFamily="34" charset="-128"/>
                <a:sym typeface="Symbol" panose="05050102010706020507" pitchFamily="18" charset="2"/>
              </a:rPr>
              <a:t>(</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just scan relation sequentially till first tuple &gt; </a:t>
            </a:r>
            <a:r>
              <a:rPr kumimoji="0" lang="en-US" altLang="en-US" i="1" dirty="0">
                <a:ea typeface="MS PGothic" panose="020B0600070205080204" pitchFamily="34" charset="-128"/>
                <a:sym typeface="Symbol" panose="05050102010706020507" pitchFamily="18" charset="2"/>
              </a:rPr>
              <a:t>v; </a:t>
            </a:r>
            <a:r>
              <a:rPr kumimoji="0" lang="en-US" altLang="en-US" dirty="0">
                <a:ea typeface="MS PGothic" panose="020B0600070205080204" pitchFamily="34" charset="-128"/>
                <a:sym typeface="Symbol" panose="05050102010706020507" pitchFamily="18" charset="2"/>
              </a:rPr>
              <a:t>do not use index</a:t>
            </a:r>
            <a:endParaRPr lang="en-US" altLang="en-US" dirty="0">
              <a:ea typeface="MS PGothic" panose="020B0600070205080204" pitchFamily="34" charset="-128"/>
            </a:endParaRPr>
          </a:p>
          <a:p>
            <a:pPr>
              <a:lnSpc>
                <a:spcPct val="90000"/>
              </a:lnSpc>
            </a:pPr>
            <a:r>
              <a:rPr lang="en-US" altLang="en-US" b="1" dirty="0">
                <a:ea typeface="MS PGothic" panose="020B0600070205080204" pitchFamily="34" charset="-128"/>
              </a:rPr>
              <a:t>A6</a:t>
            </a:r>
            <a:r>
              <a:rPr lang="en-US" altLang="en-US" dirty="0">
                <a:ea typeface="MS PGothic" panose="020B0600070205080204" pitchFamily="34" charset="-128"/>
              </a:rPr>
              <a:t> (</a:t>
            </a:r>
            <a:r>
              <a:rPr lang="en-US" altLang="en-US" b="1" dirty="0">
                <a:solidFill>
                  <a:srgbClr val="002060"/>
                </a:solidFill>
                <a:ea typeface="MS PGothic" panose="020B0600070205080204" pitchFamily="34" charset="-128"/>
              </a:rPr>
              <a:t>clustering index, comparison</a:t>
            </a:r>
            <a:r>
              <a:rPr lang="en-US" altLang="en-US" dirty="0">
                <a:ea typeface="MS PGothic" panose="020B0600070205080204" pitchFamily="34" charset="-128"/>
              </a:rPr>
              <a:t>). </a:t>
            </a:r>
          </a:p>
          <a:p>
            <a:pPr lvl="2">
              <a:lnSpc>
                <a:spcPct val="90000"/>
              </a:lnSpc>
            </a:pPr>
            <a:r>
              <a:rPr lang="en-US" altLang="en-US" dirty="0">
                <a:ea typeface="MS PGothic" panose="020B0600070205080204" pitchFamily="34" charset="-128"/>
              </a:rPr>
              <a:t>For </a:t>
            </a:r>
            <a:r>
              <a:rPr kumimoji="0" lang="en-US" altLang="en-US" i="1"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A  V</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use index to find first index entry </a:t>
            </a:r>
            <a:r>
              <a:rPr kumimoji="0" lang="en-US" altLang="en-US" i="1" dirty="0">
                <a:ea typeface="MS PGothic" panose="020B0600070205080204" pitchFamily="34" charset="-128"/>
                <a:sym typeface="Symbol" panose="05050102010706020507" pitchFamily="18" charset="2"/>
              </a:rPr>
              <a:t> v</a:t>
            </a:r>
            <a:r>
              <a:rPr kumimoji="0" lang="en-US" altLang="en-US" dirty="0">
                <a:ea typeface="MS PGothic" panose="020B0600070205080204" pitchFamily="34" charset="-128"/>
                <a:sym typeface="Symbol" panose="05050102010706020507" pitchFamily="18" charset="2"/>
              </a:rPr>
              <a:t> and scan index sequentially  from there, to find pointers to records.</a:t>
            </a:r>
          </a:p>
          <a:p>
            <a:pPr lvl="2">
              <a:lnSpc>
                <a:spcPct val="90000"/>
              </a:lnSpc>
            </a:pPr>
            <a:r>
              <a:rPr kumimoji="0" lang="en-US" altLang="en-US" dirty="0">
                <a:ea typeface="MS PGothic" panose="020B0600070205080204" pitchFamily="34" charset="-128"/>
                <a:sym typeface="Symbol" panose="05050102010706020507" pitchFamily="18" charset="2"/>
              </a:rPr>
              <a:t>For </a:t>
            </a:r>
            <a:r>
              <a:rPr kumimoji="0" lang="en-US" altLang="en-US" i="1" baseline="-25000" dirty="0">
                <a:ea typeface="MS PGothic" panose="020B0600070205080204" pitchFamily="34" charset="-128"/>
                <a:sym typeface="Symbol" panose="05050102010706020507" pitchFamily="18" charset="2"/>
              </a:rPr>
              <a:t>A</a:t>
            </a:r>
            <a:r>
              <a:rPr kumimoji="0" lang="en-US" altLang="en-US" baseline="-25000" dirty="0">
                <a:ea typeface="MS PGothic" panose="020B0600070205080204" pitchFamily="34" charset="-128"/>
                <a:sym typeface="Symbol" panose="05050102010706020507" pitchFamily="18" charset="2"/>
              </a:rPr>
              <a:t></a:t>
            </a:r>
            <a:r>
              <a:rPr kumimoji="0" lang="en-US" altLang="en-US" i="1" baseline="-25000" dirty="0">
                <a:ea typeface="MS PGothic" panose="020B0600070205080204" pitchFamily="34" charset="-128"/>
                <a:sym typeface="Symbol" panose="05050102010706020507" pitchFamily="18" charset="2"/>
              </a:rPr>
              <a:t>V </a:t>
            </a:r>
            <a:r>
              <a:rPr kumimoji="0" lang="en-US" altLang="en-US" dirty="0">
                <a:ea typeface="MS PGothic" panose="020B0600070205080204" pitchFamily="34" charset="-128"/>
                <a:sym typeface="Symbol" panose="05050102010706020507" pitchFamily="18" charset="2"/>
              </a:rPr>
              <a:t>(</a:t>
            </a:r>
            <a:r>
              <a:rPr kumimoji="0" lang="en-US" altLang="en-US" i="1" dirty="0">
                <a:ea typeface="MS PGothic" panose="020B0600070205080204" pitchFamily="34" charset="-128"/>
                <a:sym typeface="Symbol" panose="05050102010706020507" pitchFamily="18" charset="2"/>
              </a:rPr>
              <a:t>r</a:t>
            </a:r>
            <a:r>
              <a:rPr kumimoji="0" lang="en-US" altLang="en-US" dirty="0">
                <a:ea typeface="MS PGothic" panose="020B0600070205080204" pitchFamily="34" charset="-128"/>
                <a:sym typeface="Symbol" panose="05050102010706020507" pitchFamily="18" charset="2"/>
              </a:rPr>
              <a:t>) just scan leaf pages of index finding pointers to records, till first entry &gt; </a:t>
            </a:r>
            <a:r>
              <a:rPr kumimoji="0" lang="en-US" altLang="en-US" i="1" dirty="0">
                <a:ea typeface="MS PGothic" panose="020B0600070205080204" pitchFamily="34" charset="-128"/>
                <a:sym typeface="Symbol" panose="05050102010706020507" pitchFamily="18" charset="2"/>
              </a:rPr>
              <a:t>v</a:t>
            </a:r>
            <a:endParaRPr lang="en-US" altLang="en-US" i="1" dirty="0">
              <a:ea typeface="MS PGothic" panose="020B0600070205080204" pitchFamily="34" charset="-128"/>
            </a:endParaRPr>
          </a:p>
          <a:p>
            <a:pPr lvl="2">
              <a:lnSpc>
                <a:spcPct val="90000"/>
              </a:lnSpc>
            </a:pPr>
            <a:r>
              <a:rPr kumimoji="0" lang="en-US" altLang="en-US" dirty="0">
                <a:ea typeface="MS PGothic" panose="020B0600070205080204" pitchFamily="34" charset="-128"/>
                <a:sym typeface="Symbol" panose="05050102010706020507" pitchFamily="18" charset="2"/>
              </a:rPr>
              <a:t>In either case, retrieve records that are pointed to</a:t>
            </a:r>
          </a:p>
          <a:p>
            <a:pPr lvl="2">
              <a:lnSpc>
                <a:spcPct val="90000"/>
              </a:lnSpc>
            </a:pPr>
            <a:r>
              <a:rPr kumimoji="0" lang="en-US" altLang="en-US" dirty="0">
                <a:ea typeface="MS PGothic" panose="020B0600070205080204" pitchFamily="34" charset="-128"/>
                <a:sym typeface="Symbol" panose="05050102010706020507" pitchFamily="18" charset="2"/>
              </a:rPr>
              <a:t>requires an I/O per record;</a:t>
            </a:r>
            <a:r>
              <a:rPr lang="en-US" altLang="en-US" dirty="0">
                <a:ea typeface="MS PGothic" panose="020B0600070205080204" pitchFamily="34" charset="-128"/>
              </a:rPr>
              <a:t> Linear file scan may be cheaper!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84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84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84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84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846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8467">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846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846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846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8467">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846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67" grpId="0" uiExpan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a:extLst>
              <a:ext uri="{FF2B5EF4-FFF2-40B4-BE49-F238E27FC236}">
                <a16:creationId xmlns:a16="http://schemas.microsoft.com/office/drawing/2014/main" id="{7FD05BB0-1BC5-4784-9BDD-C08905CE858C}"/>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Implementation of Complex Selections</a:t>
            </a:r>
          </a:p>
        </p:txBody>
      </p:sp>
      <p:sp>
        <p:nvSpPr>
          <p:cNvPr id="319491" name="Rectangle 3">
            <a:extLst>
              <a:ext uri="{FF2B5EF4-FFF2-40B4-BE49-F238E27FC236}">
                <a16:creationId xmlns:a16="http://schemas.microsoft.com/office/drawing/2014/main" id="{BB2B64C1-1D3F-4E22-A3D1-7315FFB6625A}"/>
              </a:ext>
            </a:extLst>
          </p:cNvPr>
          <p:cNvSpPr>
            <a:spLocks noGrp="1" noChangeArrowheads="1"/>
          </p:cNvSpPr>
          <p:nvPr>
            <p:ph idx="1"/>
          </p:nvPr>
        </p:nvSpPr>
        <p:spPr>
          <a:xfrm>
            <a:off x="1779187" y="890041"/>
            <a:ext cx="5629229" cy="3630827"/>
          </a:xfrm>
        </p:spPr>
        <p:txBody>
          <a:bodyPr/>
          <a:lstStyle/>
          <a:p>
            <a:pPr>
              <a:tabLst>
                <a:tab pos="1753791" algn="l"/>
              </a:tabLst>
            </a:pPr>
            <a:r>
              <a:rPr lang="en-US" altLang="en-US" b="1" dirty="0">
                <a:ea typeface="MS PGothic" panose="020B0600070205080204" pitchFamily="34" charset="-128"/>
                <a:sym typeface="Greek Symbols" pitchFamily="18" charset="2"/>
              </a:rPr>
              <a:t>Conjunction:  </a:t>
            </a:r>
            <a:r>
              <a:rPr lang="en-US" altLang="en-US"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Greek Symbols" pitchFamily="18" charset="2"/>
              </a:rPr>
              <a:t>1</a:t>
            </a:r>
            <a:r>
              <a:rPr lang="en-US" altLang="en-US" dirty="0">
                <a:ea typeface="MS PGothic" panose="020B0600070205080204" pitchFamily="34" charset="-128"/>
                <a:sym typeface="Symbol" panose="05050102010706020507" pitchFamily="18" charset="2"/>
              </a:rPr>
              <a:t> </a:t>
            </a:r>
            <a:r>
              <a:rPr lang="en-US" altLang="en-US" baseline="-25000"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Greek Symbols" pitchFamily="18" charset="2"/>
              </a:rPr>
              <a:t>2</a:t>
            </a:r>
            <a:r>
              <a:rPr lang="en-US" altLang="en-US" dirty="0">
                <a:ea typeface="MS PGothic" panose="020B0600070205080204" pitchFamily="34" charset="-128"/>
                <a:sym typeface="Symbol" panose="05050102010706020507" pitchFamily="18" charset="2"/>
              </a:rPr>
              <a:t>. . . </a:t>
            </a:r>
            <a:r>
              <a:rPr lang="en-US" altLang="en-US" baseline="-25000" dirty="0">
                <a:ea typeface="MS PGothic" panose="020B0600070205080204" pitchFamily="34" charset="-128"/>
                <a:sym typeface="Symbol" panose="05050102010706020507" pitchFamily="18" charset="2"/>
              </a:rPr>
              <a:t></a:t>
            </a:r>
            <a:r>
              <a:rPr lang="en-US" altLang="en-US" i="1" baseline="-25000" dirty="0">
                <a:ea typeface="MS PGothic" panose="020B0600070205080204" pitchFamily="34" charset="-128"/>
                <a:sym typeface="Greek Symbols" pitchFamily="18" charset="2"/>
              </a:rPr>
              <a:t>n</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r)  </a:t>
            </a:r>
          </a:p>
          <a:p>
            <a:pPr>
              <a:tabLst>
                <a:tab pos="1753791" algn="l"/>
              </a:tabLst>
            </a:pPr>
            <a:r>
              <a:rPr lang="en-US" altLang="en-US" b="1" dirty="0">
                <a:ea typeface="MS PGothic" panose="020B0600070205080204" pitchFamily="34" charset="-128"/>
              </a:rPr>
              <a:t>A7</a:t>
            </a:r>
            <a:r>
              <a:rPr lang="en-US" altLang="en-US" dirty="0">
                <a:ea typeface="MS PGothic" panose="020B0600070205080204" pitchFamily="34" charset="-128"/>
              </a:rPr>
              <a:t> (</a:t>
            </a:r>
            <a:r>
              <a:rPr lang="en-US" altLang="en-US" b="1" dirty="0">
                <a:solidFill>
                  <a:srgbClr val="002060"/>
                </a:solidFill>
                <a:ea typeface="MS PGothic" panose="020B0600070205080204" pitchFamily="34" charset="-128"/>
              </a:rPr>
              <a:t>conjunctive selection using one index</a:t>
            </a:r>
            <a:r>
              <a:rPr lang="en-US" altLang="en-US" dirty="0">
                <a:ea typeface="MS PGothic" panose="020B0600070205080204" pitchFamily="34" charset="-128"/>
              </a:rPr>
              <a:t>).</a:t>
            </a:r>
            <a:r>
              <a:rPr lang="en-US" altLang="en-US" i="1" dirty="0">
                <a:ea typeface="MS PGothic" panose="020B0600070205080204" pitchFamily="34" charset="-128"/>
              </a:rPr>
              <a:t>  </a:t>
            </a:r>
          </a:p>
          <a:p>
            <a:pPr lvl="1">
              <a:tabLst>
                <a:tab pos="1753791" algn="l"/>
              </a:tabLst>
            </a:pPr>
            <a:r>
              <a:rPr lang="en-US" altLang="en-US" dirty="0">
                <a:ea typeface="MS PGothic" panose="020B0600070205080204" pitchFamily="34" charset="-128"/>
              </a:rPr>
              <a:t>Select a combination of </a:t>
            </a:r>
            <a:r>
              <a:rPr lang="en-US" altLang="en-US" dirty="0">
                <a:ea typeface="MS PGothic" panose="020B0600070205080204" pitchFamily="34" charset="-128"/>
                <a:sym typeface="Symbol" panose="05050102010706020507" pitchFamily="18" charset="2"/>
              </a:rPr>
              <a:t></a:t>
            </a:r>
            <a:r>
              <a:rPr lang="en-US" altLang="en-US" i="1" baseline="-25000" dirty="0" err="1">
                <a:ea typeface="MS PGothic" panose="020B0600070205080204" pitchFamily="34" charset="-128"/>
                <a:sym typeface="Greek Symbols" pitchFamily="18" charset="2"/>
              </a:rPr>
              <a:t>i</a:t>
            </a:r>
            <a:r>
              <a:rPr lang="en-US" altLang="en-US" dirty="0">
                <a:ea typeface="MS PGothic" panose="020B0600070205080204" pitchFamily="34" charset="-128"/>
                <a:sym typeface="Greek Symbols" pitchFamily="18" charset="2"/>
              </a:rPr>
              <a:t> and algorithms A1 through A7 that results in the least cost for </a:t>
            </a:r>
            <a:r>
              <a:rPr lang="en-US" altLang="en-US"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Symbol" panose="05050102010706020507" pitchFamily="18" charset="2"/>
              </a:rPr>
              <a:t></a:t>
            </a:r>
            <a:r>
              <a:rPr lang="en-US" altLang="en-US" i="1" baseline="-25000" dirty="0" err="1">
                <a:ea typeface="MS PGothic" panose="020B0600070205080204" pitchFamily="34" charset="-128"/>
                <a:sym typeface="Symbol" panose="05050102010706020507" pitchFamily="18" charset="2"/>
              </a:rPr>
              <a:t>i</a:t>
            </a:r>
            <a:r>
              <a:rPr lang="en-US" altLang="en-US" dirty="0">
                <a:ea typeface="MS PGothic" panose="020B0600070205080204" pitchFamily="34" charset="-128"/>
                <a:sym typeface="Greek Symbols" pitchFamily="18" charset="2"/>
              </a:rPr>
              <a:t> (</a:t>
            </a:r>
            <a:r>
              <a:rPr lang="en-US" altLang="en-US" i="1" dirty="0">
                <a:ea typeface="MS PGothic" panose="020B0600070205080204" pitchFamily="34" charset="-128"/>
                <a:sym typeface="Greek Symbols" pitchFamily="18" charset="2"/>
              </a:rPr>
              <a:t>r).</a:t>
            </a:r>
          </a:p>
          <a:p>
            <a:pPr lvl="1">
              <a:tabLst>
                <a:tab pos="1753791" algn="l"/>
              </a:tabLst>
            </a:pPr>
            <a:r>
              <a:rPr lang="en-US" altLang="en-US" i="1" dirty="0">
                <a:ea typeface="MS PGothic" panose="020B0600070205080204" pitchFamily="34" charset="-128"/>
                <a:sym typeface="Greek Symbols" pitchFamily="18" charset="2"/>
              </a:rPr>
              <a:t> </a:t>
            </a:r>
            <a:r>
              <a:rPr lang="en-US" altLang="en-US" dirty="0">
                <a:ea typeface="MS PGothic" panose="020B0600070205080204" pitchFamily="34" charset="-128"/>
                <a:sym typeface="Greek Symbols" pitchFamily="18" charset="2"/>
              </a:rPr>
              <a:t>Test other conditions on tuple after fetching it into memory buffer.</a:t>
            </a:r>
          </a:p>
          <a:p>
            <a:pPr>
              <a:tabLst>
                <a:tab pos="1753791" algn="l"/>
              </a:tabLst>
            </a:pPr>
            <a:r>
              <a:rPr lang="en-US" altLang="en-US" b="1" dirty="0">
                <a:ea typeface="MS PGothic" panose="020B0600070205080204" pitchFamily="34" charset="-128"/>
                <a:sym typeface="Greek Symbols" pitchFamily="18" charset="2"/>
              </a:rPr>
              <a:t>A8</a:t>
            </a:r>
            <a:r>
              <a:rPr lang="en-US" altLang="en-US" dirty="0">
                <a:ea typeface="MS PGothic" panose="020B0600070205080204" pitchFamily="34" charset="-128"/>
                <a:sym typeface="Greek Symbols" pitchFamily="18" charset="2"/>
              </a:rPr>
              <a:t> (</a:t>
            </a:r>
            <a:r>
              <a:rPr lang="en-US" altLang="en-US" b="1" dirty="0">
                <a:solidFill>
                  <a:srgbClr val="002060"/>
                </a:solidFill>
                <a:ea typeface="MS PGothic" panose="020B0600070205080204" pitchFamily="34" charset="-128"/>
                <a:sym typeface="Greek Symbols" pitchFamily="18" charset="2"/>
              </a:rPr>
              <a:t>conjunctive selection using composite index</a:t>
            </a:r>
            <a:r>
              <a:rPr lang="en-US" altLang="en-US" dirty="0">
                <a:ea typeface="MS PGothic" panose="020B0600070205080204" pitchFamily="34" charset="-128"/>
                <a:sym typeface="Greek Symbols" pitchFamily="18" charset="2"/>
              </a:rPr>
              <a:t>).  </a:t>
            </a:r>
          </a:p>
          <a:p>
            <a:pPr lvl="1">
              <a:tabLst>
                <a:tab pos="1753791" algn="l"/>
              </a:tabLst>
            </a:pPr>
            <a:r>
              <a:rPr lang="en-US" altLang="en-US" dirty="0">
                <a:ea typeface="MS PGothic" panose="020B0600070205080204" pitchFamily="34" charset="-128"/>
                <a:sym typeface="Greek Symbols" pitchFamily="18" charset="2"/>
              </a:rPr>
              <a:t>Use appropriate composite (multiple-key) index if available.</a:t>
            </a:r>
          </a:p>
          <a:p>
            <a:pPr>
              <a:tabLst>
                <a:tab pos="1753791" algn="l"/>
              </a:tabLst>
            </a:pPr>
            <a:r>
              <a:rPr lang="en-US" altLang="en-US" b="1" dirty="0">
                <a:ea typeface="MS PGothic" panose="020B0600070205080204" pitchFamily="34" charset="-128"/>
                <a:sym typeface="Greek Symbols" pitchFamily="18" charset="2"/>
              </a:rPr>
              <a:t>A9</a:t>
            </a:r>
            <a:r>
              <a:rPr lang="en-US" altLang="en-US" dirty="0">
                <a:ea typeface="MS PGothic" panose="020B0600070205080204" pitchFamily="34" charset="-128"/>
                <a:sym typeface="Greek Symbols" pitchFamily="18" charset="2"/>
              </a:rPr>
              <a:t> (</a:t>
            </a:r>
            <a:r>
              <a:rPr lang="en-US" altLang="en-US" b="1" dirty="0">
                <a:solidFill>
                  <a:srgbClr val="002060"/>
                </a:solidFill>
                <a:ea typeface="MS PGothic" panose="020B0600070205080204" pitchFamily="34" charset="-128"/>
                <a:sym typeface="Greek Symbols" pitchFamily="18" charset="2"/>
              </a:rPr>
              <a:t>conjunctive selection by intersection of identifiers</a:t>
            </a:r>
            <a:r>
              <a:rPr lang="en-US" altLang="en-US" i="1" dirty="0">
                <a:ea typeface="MS PGothic" panose="020B0600070205080204" pitchFamily="34" charset="-128"/>
                <a:sym typeface="Greek Symbols" pitchFamily="18" charset="2"/>
              </a:rPr>
              <a:t>).</a:t>
            </a:r>
            <a:r>
              <a:rPr lang="en-US" altLang="en-US" dirty="0">
                <a:ea typeface="MS PGothic" panose="020B0600070205080204" pitchFamily="34" charset="-128"/>
                <a:sym typeface="Greek Symbols" pitchFamily="18" charset="2"/>
              </a:rPr>
              <a:t> </a:t>
            </a:r>
          </a:p>
          <a:p>
            <a:pPr lvl="1">
              <a:tabLst>
                <a:tab pos="1753791" algn="l"/>
              </a:tabLst>
            </a:pPr>
            <a:r>
              <a:rPr lang="en-US" altLang="en-US" dirty="0">
                <a:ea typeface="MS PGothic" panose="020B0600070205080204" pitchFamily="34" charset="-128"/>
                <a:sym typeface="Greek Symbols" pitchFamily="18" charset="2"/>
              </a:rPr>
              <a:t>Requires indices with record pointers. </a:t>
            </a:r>
          </a:p>
          <a:p>
            <a:pPr lvl="1">
              <a:tabLst>
                <a:tab pos="1753791" algn="l"/>
              </a:tabLst>
            </a:pPr>
            <a:r>
              <a:rPr lang="en-US" altLang="en-US" dirty="0">
                <a:ea typeface="MS PGothic" panose="020B0600070205080204" pitchFamily="34" charset="-128"/>
                <a:sym typeface="Greek Symbols" pitchFamily="18" charset="2"/>
              </a:rPr>
              <a:t>Use corresponding index for each condition, and take intersection of all the obtained sets of record pointers. </a:t>
            </a:r>
          </a:p>
          <a:p>
            <a:pPr lvl="1">
              <a:tabLst>
                <a:tab pos="1753791" algn="l"/>
              </a:tabLst>
            </a:pPr>
            <a:r>
              <a:rPr lang="en-US" altLang="en-US" dirty="0">
                <a:ea typeface="MS PGothic" panose="020B0600070205080204" pitchFamily="34" charset="-128"/>
                <a:sym typeface="Greek Symbols" pitchFamily="18" charset="2"/>
              </a:rPr>
              <a:t>Then fetch records from file</a:t>
            </a:r>
          </a:p>
          <a:p>
            <a:pPr lvl="1">
              <a:tabLst>
                <a:tab pos="1753791" algn="l"/>
              </a:tabLst>
            </a:pPr>
            <a:r>
              <a:rPr lang="en-US" altLang="en-US" dirty="0">
                <a:ea typeface="MS PGothic" panose="020B0600070205080204" pitchFamily="34" charset="-128"/>
                <a:sym typeface="Greek Symbols" pitchFamily="18" charset="2"/>
              </a:rPr>
              <a:t>If some conditions do not have appropriate indices, apply test in memory.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94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949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94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949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949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9491">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949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9491">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9491">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9491">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949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1"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a:extLst>
              <a:ext uri="{FF2B5EF4-FFF2-40B4-BE49-F238E27FC236}">
                <a16:creationId xmlns:a16="http://schemas.microsoft.com/office/drawing/2014/main" id="{7CA54525-062A-441C-8B55-B1782A395DC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Algorithms for Complex Selections</a:t>
            </a:r>
          </a:p>
        </p:txBody>
      </p:sp>
      <p:sp>
        <p:nvSpPr>
          <p:cNvPr id="320515" name="Rectangle 3">
            <a:extLst>
              <a:ext uri="{FF2B5EF4-FFF2-40B4-BE49-F238E27FC236}">
                <a16:creationId xmlns:a16="http://schemas.microsoft.com/office/drawing/2014/main" id="{855EF866-759B-4729-84CD-6D98CCFE5699}"/>
              </a:ext>
            </a:extLst>
          </p:cNvPr>
          <p:cNvSpPr>
            <a:spLocks noGrp="1" noChangeArrowheads="1"/>
          </p:cNvSpPr>
          <p:nvPr>
            <p:ph idx="1"/>
          </p:nvPr>
        </p:nvSpPr>
        <p:spPr>
          <a:xfrm>
            <a:off x="1772531" y="893457"/>
            <a:ext cx="5695809" cy="2926980"/>
          </a:xfrm>
        </p:spPr>
        <p:txBody>
          <a:bodyPr/>
          <a:lstStyle/>
          <a:p>
            <a:r>
              <a:rPr lang="en-US" altLang="en-US" b="1" dirty="0">
                <a:ea typeface="MS PGothic" panose="020B0600070205080204" pitchFamily="34" charset="-128"/>
                <a:sym typeface="Symbol" panose="05050102010706020507" pitchFamily="18" charset="2"/>
              </a:rPr>
              <a:t>Disjunction:</a:t>
            </a:r>
            <a:r>
              <a:rPr lang="en-US" altLang="en-US"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Greek Symbols" pitchFamily="18" charset="2"/>
              </a:rPr>
              <a:t>1</a:t>
            </a:r>
            <a:r>
              <a:rPr lang="en-US" altLang="en-US" dirty="0">
                <a:ea typeface="MS PGothic" panose="020B0600070205080204" pitchFamily="34" charset="-128"/>
                <a:sym typeface="Symbol" panose="05050102010706020507" pitchFamily="18" charset="2"/>
              </a:rPr>
              <a:t> </a:t>
            </a:r>
            <a:r>
              <a:rPr lang="en-US" altLang="en-US" baseline="-25000"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Greek Symbols" pitchFamily="18" charset="2"/>
              </a:rPr>
              <a:t>2 </a:t>
            </a:r>
            <a:r>
              <a:rPr lang="en-US" altLang="en-US" dirty="0">
                <a:ea typeface="MS PGothic" panose="020B0600070205080204" pitchFamily="34" charset="-128"/>
                <a:sym typeface="Symbol" panose="05050102010706020507" pitchFamily="18" charset="2"/>
              </a:rPr>
              <a:t>. . . </a:t>
            </a:r>
            <a:r>
              <a:rPr lang="en-US" altLang="en-US" baseline="-25000" dirty="0">
                <a:ea typeface="MS PGothic" panose="020B0600070205080204" pitchFamily="34" charset="-128"/>
                <a:sym typeface="Symbol" panose="05050102010706020507" pitchFamily="18" charset="2"/>
              </a:rPr>
              <a:t></a:t>
            </a:r>
            <a:r>
              <a:rPr lang="en-US" altLang="en-US" i="1" baseline="-25000" dirty="0">
                <a:ea typeface="MS PGothic" panose="020B0600070205080204" pitchFamily="34" charset="-128"/>
                <a:sym typeface="Greek Symbols" pitchFamily="18" charset="2"/>
              </a:rPr>
              <a:t>n </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r). </a:t>
            </a:r>
            <a:endParaRPr lang="en-US" altLang="en-US" dirty="0">
              <a:ea typeface="MS PGothic" panose="020B0600070205080204" pitchFamily="34" charset="-128"/>
              <a:sym typeface="Symbol" panose="05050102010706020507" pitchFamily="18" charset="2"/>
            </a:endParaRPr>
          </a:p>
          <a:p>
            <a:r>
              <a:rPr lang="en-US" altLang="en-US" b="1" dirty="0">
                <a:ea typeface="MS PGothic" panose="020B0600070205080204" pitchFamily="34" charset="-128"/>
                <a:sym typeface="Greek Symbols" pitchFamily="18" charset="2"/>
              </a:rPr>
              <a:t>A10</a:t>
            </a:r>
            <a:r>
              <a:rPr lang="en-US" altLang="en-US" dirty="0">
                <a:ea typeface="MS PGothic" panose="020B0600070205080204" pitchFamily="34" charset="-128"/>
                <a:sym typeface="Greek Symbols" pitchFamily="18" charset="2"/>
              </a:rPr>
              <a:t> (</a:t>
            </a:r>
            <a:r>
              <a:rPr lang="en-US" altLang="en-US" b="1" dirty="0">
                <a:solidFill>
                  <a:srgbClr val="002060"/>
                </a:solidFill>
                <a:ea typeface="MS PGothic" panose="020B0600070205080204" pitchFamily="34" charset="-128"/>
                <a:sym typeface="Greek Symbols" pitchFamily="18" charset="2"/>
              </a:rPr>
              <a:t>disjunctive selection by union of identifiers</a:t>
            </a:r>
            <a:r>
              <a:rPr lang="en-US" altLang="en-US" dirty="0">
                <a:ea typeface="MS PGothic" panose="020B0600070205080204" pitchFamily="34" charset="-128"/>
                <a:sym typeface="Greek Symbols" pitchFamily="18" charset="2"/>
              </a:rPr>
              <a:t>). </a:t>
            </a:r>
          </a:p>
          <a:p>
            <a:pPr lvl="1"/>
            <a:r>
              <a:rPr lang="en-US" altLang="en-US" dirty="0">
                <a:ea typeface="MS PGothic" panose="020B0600070205080204" pitchFamily="34" charset="-128"/>
                <a:sym typeface="Greek Symbols" pitchFamily="18" charset="2"/>
              </a:rPr>
              <a:t>Applicable if </a:t>
            </a:r>
            <a:r>
              <a:rPr lang="en-US" altLang="en-US" i="1" dirty="0">
                <a:ea typeface="MS PGothic" panose="020B0600070205080204" pitchFamily="34" charset="-128"/>
                <a:sym typeface="Greek Symbols" pitchFamily="18" charset="2"/>
              </a:rPr>
              <a:t>all </a:t>
            </a:r>
            <a:r>
              <a:rPr lang="en-US" altLang="en-US" dirty="0">
                <a:ea typeface="MS PGothic" panose="020B0600070205080204" pitchFamily="34" charset="-128"/>
                <a:sym typeface="Greek Symbols" pitchFamily="18" charset="2"/>
              </a:rPr>
              <a:t> conditions have available indices.  </a:t>
            </a:r>
          </a:p>
          <a:p>
            <a:pPr lvl="2"/>
            <a:r>
              <a:rPr lang="en-US" altLang="en-US" dirty="0">
                <a:ea typeface="MS PGothic" panose="020B0600070205080204" pitchFamily="34" charset="-128"/>
                <a:sym typeface="Greek Symbols" pitchFamily="18" charset="2"/>
              </a:rPr>
              <a:t>Otherwise use linear scan.</a:t>
            </a:r>
          </a:p>
          <a:p>
            <a:pPr lvl="1"/>
            <a:r>
              <a:rPr lang="en-US" altLang="en-US" dirty="0">
                <a:ea typeface="MS PGothic" panose="020B0600070205080204" pitchFamily="34" charset="-128"/>
                <a:sym typeface="Greek Symbols" pitchFamily="18" charset="2"/>
              </a:rPr>
              <a:t>Use corresponding index for each condition, and take union of all the obtained sets of record pointers. </a:t>
            </a:r>
          </a:p>
          <a:p>
            <a:pPr lvl="1"/>
            <a:r>
              <a:rPr lang="en-US" altLang="en-US" dirty="0">
                <a:ea typeface="MS PGothic" panose="020B0600070205080204" pitchFamily="34" charset="-128"/>
                <a:sym typeface="Greek Symbols" pitchFamily="18" charset="2"/>
              </a:rPr>
              <a:t>Then fetch records from file</a:t>
            </a:r>
          </a:p>
          <a:p>
            <a:r>
              <a:rPr lang="en-US" altLang="en-US" b="1" dirty="0">
                <a:ea typeface="MS PGothic" panose="020B0600070205080204" pitchFamily="34" charset="-128"/>
                <a:sym typeface="Symbol" panose="05050102010706020507" pitchFamily="18" charset="2"/>
              </a:rPr>
              <a:t>Negation:  </a:t>
            </a:r>
            <a:r>
              <a:rPr lang="en-US" altLang="en-US" dirty="0">
                <a:ea typeface="MS PGothic" panose="020B0600070205080204" pitchFamily="34" charset="-128"/>
                <a:sym typeface="Symbol" panose="05050102010706020507" pitchFamily="18" charset="2"/>
              </a:rPr>
              <a:t></a:t>
            </a:r>
            <a:r>
              <a:rPr lang="en-US" altLang="en-US" baseline="-25000" dirty="0">
                <a:ea typeface="MS PGothic" panose="020B0600070205080204" pitchFamily="34" charset="-128"/>
                <a:sym typeface="Symbol" panose="05050102010706020507" pitchFamily="18" charset="2"/>
              </a:rPr>
              <a:t></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r)</a:t>
            </a:r>
          </a:p>
          <a:p>
            <a:pPr lvl="1"/>
            <a:r>
              <a:rPr lang="en-US" altLang="en-US" dirty="0">
                <a:ea typeface="MS PGothic" panose="020B0600070205080204" pitchFamily="34" charset="-128"/>
                <a:sym typeface="Symbol" panose="05050102010706020507" pitchFamily="18" charset="2"/>
              </a:rPr>
              <a:t>Use linear scan on file</a:t>
            </a:r>
          </a:p>
          <a:p>
            <a:pPr lvl="1"/>
            <a:r>
              <a:rPr lang="en-US" altLang="en-US" dirty="0">
                <a:ea typeface="MS PGothic" panose="020B0600070205080204" pitchFamily="34" charset="-128"/>
                <a:sym typeface="Symbol" panose="05050102010706020507" pitchFamily="18" charset="2"/>
              </a:rPr>
              <a:t>If very few records satisfy , and an index is applicable to </a:t>
            </a:r>
          </a:p>
          <a:p>
            <a:pPr lvl="2"/>
            <a:r>
              <a:rPr lang="en-US" altLang="en-US" dirty="0">
                <a:ea typeface="MS PGothic" panose="020B0600070205080204" pitchFamily="34" charset="-128"/>
                <a:sym typeface="Symbol" panose="05050102010706020507" pitchFamily="18" charset="2"/>
              </a:rPr>
              <a:t> Find satisfying records using index and fetch from file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05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05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0515">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051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0515">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051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051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051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05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CFBAAF-DE8D-0B36-404A-9CAB92032BA5}"/>
              </a:ext>
            </a:extLst>
          </p:cNvPr>
          <p:cNvSpPr>
            <a:spLocks noGrp="1"/>
          </p:cNvSpPr>
          <p:nvPr>
            <p:ph idx="1"/>
          </p:nvPr>
        </p:nvSpPr>
        <p:spPr/>
        <p:txBody>
          <a:bodyPr/>
          <a:lstStyle/>
          <a:p>
            <a:r>
              <a:rPr lang="en-US" dirty="0"/>
              <a:t>Assume there is an index on </a:t>
            </a:r>
            <a:r>
              <a:rPr lang="en-US" i="1" dirty="0"/>
              <a:t>name </a:t>
            </a:r>
            <a:r>
              <a:rPr lang="en-US" dirty="0"/>
              <a:t>but not on </a:t>
            </a:r>
            <a:r>
              <a:rPr lang="en-US" i="1" dirty="0" err="1"/>
              <a:t>dept_name</a:t>
            </a:r>
            <a:r>
              <a:rPr lang="en-US" i="1" dirty="0"/>
              <a:t>.</a:t>
            </a:r>
          </a:p>
          <a:p>
            <a:r>
              <a:rPr lang="en-US" dirty="0"/>
              <a:t>Consider two simple use cases</a:t>
            </a:r>
          </a:p>
          <a:p>
            <a:pPr lvl="1"/>
            <a:r>
              <a:rPr lang="en-US" i="1" dirty="0"/>
              <a:t>select * from student where name=“Smith” AND</a:t>
            </a:r>
            <a:br>
              <a:rPr lang="en-US" i="1" dirty="0"/>
            </a:br>
            <a:r>
              <a:rPr lang="en-US" i="1" dirty="0"/>
              <a:t>	</a:t>
            </a:r>
            <a:r>
              <a:rPr lang="en-US" i="1" dirty="0" err="1"/>
              <a:t>dept_name</a:t>
            </a:r>
            <a:r>
              <a:rPr lang="en-US" i="1" dirty="0"/>
              <a:t>=“Comp. Sci.”</a:t>
            </a:r>
          </a:p>
          <a:p>
            <a:pPr lvl="1"/>
            <a:r>
              <a:rPr lang="en-US" i="1" dirty="0"/>
              <a:t>select * from student where name=“Smith” OR</a:t>
            </a:r>
            <a:br>
              <a:rPr lang="en-US" i="1" dirty="0"/>
            </a:br>
            <a:r>
              <a:rPr lang="en-US" i="1" dirty="0"/>
              <a:t>	</a:t>
            </a:r>
            <a:r>
              <a:rPr lang="en-US" i="1" dirty="0" err="1"/>
              <a:t>dept_name</a:t>
            </a:r>
            <a:r>
              <a:rPr lang="en-US" i="1" dirty="0"/>
              <a:t>=“Comp. Sci.”</a:t>
            </a:r>
          </a:p>
          <a:p>
            <a:r>
              <a:rPr lang="en-US" dirty="0"/>
              <a:t>With a conjunction, the engine must</a:t>
            </a:r>
          </a:p>
          <a:p>
            <a:pPr lvl="1"/>
            <a:r>
              <a:rPr lang="en-US" dirty="0"/>
              <a:t>Find and read the blocks with the correct name.</a:t>
            </a:r>
          </a:p>
          <a:p>
            <a:pPr lvl="1"/>
            <a:r>
              <a:rPr lang="en-US" dirty="0"/>
              <a:t>Scan each block to evaluate the rest of the AND, but this is not an I/O.</a:t>
            </a:r>
          </a:p>
          <a:p>
            <a:r>
              <a:rPr lang="en-US" dirty="0"/>
              <a:t>The index does not help for the disjunction because the engine still needs</a:t>
            </a:r>
            <a:br>
              <a:rPr lang="en-US" dirty="0"/>
            </a:br>
            <a:r>
              <a:rPr lang="en-US" dirty="0"/>
              <a:t>to scan the data file and read blocks looking for the matching OR conditions.</a:t>
            </a:r>
          </a:p>
          <a:p>
            <a:pPr lvl="1"/>
            <a:endParaRPr lang="en-US" i="1" dirty="0"/>
          </a:p>
        </p:txBody>
      </p:sp>
      <p:sp>
        <p:nvSpPr>
          <p:cNvPr id="3" name="Title 2">
            <a:extLst>
              <a:ext uri="{FF2B5EF4-FFF2-40B4-BE49-F238E27FC236}">
                <a16:creationId xmlns:a16="http://schemas.microsoft.com/office/drawing/2014/main" id="{9FC77C89-6407-096A-404E-F6D5457A6566}"/>
              </a:ext>
            </a:extLst>
          </p:cNvPr>
          <p:cNvSpPr>
            <a:spLocks noGrp="1"/>
          </p:cNvSpPr>
          <p:nvPr>
            <p:ph type="title"/>
          </p:nvPr>
        </p:nvSpPr>
        <p:spPr/>
        <p:txBody>
          <a:bodyPr/>
          <a:lstStyle/>
          <a:p>
            <a:r>
              <a:rPr lang="en-US" dirty="0"/>
              <a:t>Conjunctive and Disjunctive</a:t>
            </a:r>
          </a:p>
        </p:txBody>
      </p:sp>
      <p:pic>
        <p:nvPicPr>
          <p:cNvPr id="4" name="Picture 2" descr="Responding Graciously to 8 Baffling Cultural Differences - International  Friendships, Inc (IFI)">
            <a:extLst>
              <a:ext uri="{FF2B5EF4-FFF2-40B4-BE49-F238E27FC236}">
                <a16:creationId xmlns:a16="http://schemas.microsoft.com/office/drawing/2014/main" id="{53E24745-9F80-2261-0A5A-1D6C7857D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4359" y="133350"/>
            <a:ext cx="1765300" cy="1172957"/>
          </a:xfrm>
          <a:prstGeom prst="rect">
            <a:avLst/>
          </a:prstGeom>
          <a:noFill/>
          <a:ln w="57150">
            <a:solidFill>
              <a:srgbClr val="FF0000"/>
            </a:solidFill>
          </a:ln>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EC598314-6696-CBE5-DE53-0AB06D339566}"/>
              </a:ext>
            </a:extLst>
          </p:cNvPr>
          <p:cNvCxnSpPr>
            <a:cxnSpLocks/>
          </p:cNvCxnSpPr>
          <p:nvPr/>
        </p:nvCxnSpPr>
        <p:spPr>
          <a:xfrm flipH="1">
            <a:off x="4876800" y="222720"/>
            <a:ext cx="22860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49875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197CE-268C-9E8B-41B5-1863DEC1161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A323B3-BB7A-96AE-90D4-6D9C01348C5B}"/>
              </a:ext>
            </a:extLst>
          </p:cNvPr>
          <p:cNvSpPr>
            <a:spLocks noGrp="1"/>
          </p:cNvSpPr>
          <p:nvPr>
            <p:ph idx="1"/>
          </p:nvPr>
        </p:nvSpPr>
        <p:spPr/>
        <p:txBody>
          <a:bodyPr/>
          <a:lstStyle/>
          <a:p>
            <a:r>
              <a:rPr lang="en-US" dirty="0"/>
              <a:t>Algorithm Selection for JOIN</a:t>
            </a:r>
          </a:p>
        </p:txBody>
      </p:sp>
    </p:spTree>
    <p:extLst>
      <p:ext uri="{BB962C8B-B14F-4D97-AF65-F5344CB8AC3E}">
        <p14:creationId xmlns:p14="http://schemas.microsoft.com/office/powerpoint/2010/main" val="32477613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a:extLst>
              <a:ext uri="{FF2B5EF4-FFF2-40B4-BE49-F238E27FC236}">
                <a16:creationId xmlns:a16="http://schemas.microsoft.com/office/drawing/2014/main" id="{879B8AA5-A0A8-4838-ADA1-686E9F72FFC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Join Operation</a:t>
            </a:r>
          </a:p>
        </p:txBody>
      </p:sp>
      <p:sp>
        <p:nvSpPr>
          <p:cNvPr id="50179" name="Rectangle 3">
            <a:extLst>
              <a:ext uri="{FF2B5EF4-FFF2-40B4-BE49-F238E27FC236}">
                <a16:creationId xmlns:a16="http://schemas.microsoft.com/office/drawing/2014/main" id="{229C29A8-5587-4BF6-ABF6-F0C97C489FAE}"/>
              </a:ext>
            </a:extLst>
          </p:cNvPr>
          <p:cNvSpPr>
            <a:spLocks noGrp="1" noChangeArrowheads="1"/>
          </p:cNvSpPr>
          <p:nvPr>
            <p:ph idx="1"/>
          </p:nvPr>
        </p:nvSpPr>
        <p:spPr>
          <a:xfrm>
            <a:off x="1788851" y="864896"/>
            <a:ext cx="5656974" cy="2827719"/>
          </a:xfrm>
        </p:spPr>
        <p:txBody>
          <a:bodyPr/>
          <a:lstStyle/>
          <a:p>
            <a:r>
              <a:rPr lang="en-US" altLang="en-US" dirty="0">
                <a:ea typeface="MS PGothic" panose="020B0600070205080204" pitchFamily="34" charset="-128"/>
              </a:rPr>
              <a:t>Several different algorithms to implement joins</a:t>
            </a:r>
          </a:p>
          <a:p>
            <a:pPr lvl="1"/>
            <a:r>
              <a:rPr lang="en-US" altLang="en-US" dirty="0">
                <a:ea typeface="MS PGothic" panose="020B0600070205080204" pitchFamily="34" charset="-128"/>
              </a:rPr>
              <a:t>Nested-loop join</a:t>
            </a:r>
          </a:p>
          <a:p>
            <a:pPr lvl="1"/>
            <a:r>
              <a:rPr lang="en-US" altLang="en-US" dirty="0">
                <a:ea typeface="MS PGothic" panose="020B0600070205080204" pitchFamily="34" charset="-128"/>
              </a:rPr>
              <a:t>Block nested-loop join</a:t>
            </a:r>
          </a:p>
          <a:p>
            <a:pPr lvl="1"/>
            <a:r>
              <a:rPr lang="en-US" altLang="en-US" dirty="0">
                <a:ea typeface="MS PGothic" panose="020B0600070205080204" pitchFamily="34" charset="-128"/>
              </a:rPr>
              <a:t>Indexed nested-loop join</a:t>
            </a:r>
          </a:p>
          <a:p>
            <a:pPr lvl="1"/>
            <a:r>
              <a:rPr lang="en-US" altLang="en-US" dirty="0">
                <a:ea typeface="MS PGothic" panose="020B0600070205080204" pitchFamily="34" charset="-128"/>
              </a:rPr>
              <a:t>Merge-join</a:t>
            </a:r>
          </a:p>
          <a:p>
            <a:pPr lvl="1"/>
            <a:r>
              <a:rPr lang="en-US" altLang="en-US" dirty="0">
                <a:ea typeface="MS PGothic" panose="020B0600070205080204" pitchFamily="34" charset="-128"/>
              </a:rPr>
              <a:t>Hash-join</a:t>
            </a:r>
          </a:p>
          <a:p>
            <a:r>
              <a:rPr lang="en-US" altLang="en-US" dirty="0">
                <a:ea typeface="MS PGothic" panose="020B0600070205080204" pitchFamily="34" charset="-128"/>
              </a:rPr>
              <a:t>Choice based on cost estimate</a:t>
            </a:r>
          </a:p>
          <a:p>
            <a:r>
              <a:rPr lang="en-US" altLang="en-US" dirty="0">
                <a:ea typeface="MS PGothic" panose="020B0600070205080204" pitchFamily="34" charset="-128"/>
              </a:rPr>
              <a:t>Examples use the following information</a:t>
            </a:r>
          </a:p>
          <a:p>
            <a:pPr lvl="1"/>
            <a:r>
              <a:rPr lang="en-US" altLang="en-US" dirty="0">
                <a:ea typeface="MS PGothic" panose="020B0600070205080204" pitchFamily="34" charset="-128"/>
              </a:rPr>
              <a:t>Number of records of </a:t>
            </a:r>
            <a:r>
              <a:rPr lang="en-US" altLang="en-US" i="1" dirty="0">
                <a:ea typeface="MS PGothic" panose="020B0600070205080204" pitchFamily="34" charset="-128"/>
              </a:rPr>
              <a:t>student</a:t>
            </a:r>
            <a:r>
              <a:rPr lang="en-US" altLang="en-US" dirty="0">
                <a:ea typeface="MS PGothic" panose="020B0600070205080204" pitchFamily="34" charset="-128"/>
              </a:rPr>
              <a:t>:  5,000     </a:t>
            </a:r>
            <a:r>
              <a:rPr lang="en-US" altLang="en-US" i="1" dirty="0">
                <a:ea typeface="MS PGothic" panose="020B0600070205080204" pitchFamily="34" charset="-128"/>
              </a:rPr>
              <a:t>takes</a:t>
            </a:r>
            <a:r>
              <a:rPr lang="en-US" altLang="en-US" dirty="0">
                <a:ea typeface="MS PGothic" panose="020B0600070205080204" pitchFamily="34" charset="-128"/>
              </a:rPr>
              <a:t>: 10,000</a:t>
            </a:r>
          </a:p>
          <a:p>
            <a:pPr lvl="1"/>
            <a:r>
              <a:rPr lang="en-US" altLang="en-US" dirty="0">
                <a:ea typeface="MS PGothic" panose="020B0600070205080204" pitchFamily="34" charset="-128"/>
              </a:rPr>
              <a:t>Number of blocks of   </a:t>
            </a:r>
            <a:r>
              <a:rPr lang="en-US" altLang="en-US" i="1" dirty="0">
                <a:ea typeface="MS PGothic" panose="020B0600070205080204" pitchFamily="34" charset="-128"/>
              </a:rPr>
              <a:t>student</a:t>
            </a:r>
            <a:r>
              <a:rPr lang="en-US" altLang="en-US" dirty="0">
                <a:ea typeface="MS PGothic" panose="020B0600070205080204" pitchFamily="34" charset="-128"/>
              </a:rPr>
              <a:t>:     100     </a:t>
            </a:r>
            <a:r>
              <a:rPr lang="en-US" altLang="en-US" i="1" dirty="0">
                <a:ea typeface="MS PGothic" panose="020B0600070205080204" pitchFamily="34" charset="-128"/>
              </a:rPr>
              <a:t>takes</a:t>
            </a:r>
            <a:r>
              <a:rPr lang="en-US" altLang="en-US" dirty="0">
                <a:ea typeface="MS PGothic" panose="020B0600070205080204" pitchFamily="34" charset="-128"/>
              </a:rPr>
              <a:t>:      400</a:t>
            </a:r>
          </a:p>
        </p:txBody>
      </p:sp>
    </p:spTree>
    <p:extLst>
      <p:ext uri="{BB962C8B-B14F-4D97-AF65-F5344CB8AC3E}">
        <p14:creationId xmlns:p14="http://schemas.microsoft.com/office/powerpoint/2010/main" val="20481142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1026">
            <a:extLst>
              <a:ext uri="{FF2B5EF4-FFF2-40B4-BE49-F238E27FC236}">
                <a16:creationId xmlns:a16="http://schemas.microsoft.com/office/drawing/2014/main" id="{91286922-3E05-43EB-BC96-525D4D8EE69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Nested-Loop Join</a:t>
            </a:r>
          </a:p>
        </p:txBody>
      </p:sp>
      <p:sp>
        <p:nvSpPr>
          <p:cNvPr id="52227" name="Rectangle 1027">
            <a:extLst>
              <a:ext uri="{FF2B5EF4-FFF2-40B4-BE49-F238E27FC236}">
                <a16:creationId xmlns:a16="http://schemas.microsoft.com/office/drawing/2014/main" id="{D21FCF93-DB51-4923-B080-101A70BED1CC}"/>
              </a:ext>
            </a:extLst>
          </p:cNvPr>
          <p:cNvSpPr>
            <a:spLocks noGrp="1" noChangeArrowheads="1"/>
          </p:cNvSpPr>
          <p:nvPr>
            <p:ph idx="1"/>
          </p:nvPr>
        </p:nvSpPr>
        <p:spPr>
          <a:xfrm>
            <a:off x="1788851" y="866208"/>
            <a:ext cx="5797060" cy="2412629"/>
          </a:xfrm>
        </p:spPr>
        <p:txBody>
          <a:bodyPr/>
          <a:lstStyle/>
          <a:p>
            <a:pPr>
              <a:tabLst>
                <a:tab pos="346472" algn="l"/>
                <a:tab pos="638175" algn="l"/>
              </a:tabLst>
            </a:pPr>
            <a:r>
              <a:rPr lang="en-US" altLang="en-US" dirty="0">
                <a:ea typeface="MS PGothic" panose="020B0600070205080204" pitchFamily="34" charset="-128"/>
              </a:rPr>
              <a:t>To compute the theta join        </a:t>
            </a:r>
            <a:r>
              <a:rPr lang="en-US" altLang="en-US" i="1" dirty="0">
                <a:ea typeface="MS PGothic" panose="020B0600070205080204" pitchFamily="34" charset="-128"/>
              </a:rPr>
              <a:t>r</a:t>
            </a:r>
            <a:r>
              <a:rPr lang="en-US" altLang="en-US" dirty="0">
                <a:ea typeface="MS PGothic" panose="020B0600070205080204" pitchFamily="34" charset="-128"/>
              </a:rPr>
              <a:t> </a:t>
            </a:r>
            <a:r>
              <a:rPr lang="en-IN" altLang="en-US" dirty="0">
                <a:ea typeface="MS PGothic" panose="020B0600070205080204" pitchFamily="34" charset="-128"/>
              </a:rPr>
              <a:t>⨝</a:t>
            </a:r>
            <a:r>
              <a:rPr lang="en-US" altLang="en-US" i="1" dirty="0">
                <a:ea typeface="MS PGothic" panose="020B0600070205080204" pitchFamily="34" charset="-128"/>
              </a:rPr>
              <a:t> </a:t>
            </a:r>
            <a:r>
              <a:rPr lang="en-US" altLang="en-US" baseline="-25000" dirty="0">
                <a:ea typeface="MS PGothic" panose="020B0600070205080204" pitchFamily="34" charset="-128"/>
                <a:sym typeface="Symbol" panose="05050102010706020507" pitchFamily="18" charset="2"/>
              </a:rPr>
              <a:t></a:t>
            </a:r>
            <a:r>
              <a:rPr lang="en-US" altLang="en-US"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s</a:t>
            </a:r>
            <a:br>
              <a:rPr lang="en-US" altLang="en-US" dirty="0">
                <a:ea typeface="MS PGothic" panose="020B0600070205080204" pitchFamily="34" charset="-128"/>
                <a:sym typeface="Symbol" panose="05050102010706020507" pitchFamily="18" charset="2"/>
              </a:rPr>
            </a:br>
            <a:r>
              <a:rPr lang="en-US" altLang="en-US" dirty="0">
                <a:ea typeface="MS PGothic" panose="020B0600070205080204" pitchFamily="34" charset="-128"/>
                <a:sym typeface="Symbol" panose="05050102010706020507" pitchFamily="18" charset="2"/>
              </a:rPr>
              <a:t>      </a:t>
            </a:r>
            <a:r>
              <a:rPr lang="en-US" altLang="en-US" b="1" dirty="0">
                <a:ea typeface="MS PGothic" panose="020B0600070205080204" pitchFamily="34" charset="-128"/>
                <a:sym typeface="Symbol" panose="05050102010706020507" pitchFamily="18" charset="2"/>
              </a:rPr>
              <a:t>for each</a:t>
            </a:r>
            <a:r>
              <a:rPr lang="en-US" altLang="en-US" dirty="0">
                <a:ea typeface="MS PGothic" panose="020B0600070205080204" pitchFamily="34" charset="-128"/>
                <a:sym typeface="Symbol" panose="05050102010706020507" pitchFamily="18" charset="2"/>
              </a:rPr>
              <a:t> tuple </a:t>
            </a:r>
            <a:r>
              <a:rPr lang="en-US" altLang="en-US" i="1" dirty="0">
                <a:ea typeface="MS PGothic" panose="020B0600070205080204" pitchFamily="34" charset="-128"/>
                <a:sym typeface="Symbol" panose="05050102010706020507" pitchFamily="18" charset="2"/>
              </a:rPr>
              <a:t>t</a:t>
            </a:r>
            <a:r>
              <a:rPr lang="en-US" altLang="en-US" i="1" baseline="-25000" dirty="0">
                <a:ea typeface="MS PGothic" panose="020B0600070205080204" pitchFamily="34" charset="-128"/>
                <a:sym typeface="Symbol" panose="05050102010706020507" pitchFamily="18" charset="2"/>
              </a:rPr>
              <a:t>r</a:t>
            </a:r>
            <a:r>
              <a:rPr lang="en-US" altLang="en-US" b="1" dirty="0">
                <a:ea typeface="MS PGothic" panose="020B0600070205080204" pitchFamily="34" charset="-128"/>
                <a:sym typeface="Symbol" panose="05050102010706020507" pitchFamily="18" charset="2"/>
              </a:rPr>
              <a:t> in </a:t>
            </a:r>
            <a:r>
              <a:rPr lang="en-US" altLang="en-US" i="1" dirty="0">
                <a:ea typeface="MS PGothic" panose="020B0600070205080204" pitchFamily="34" charset="-128"/>
                <a:sym typeface="Symbol" panose="05050102010706020507" pitchFamily="18" charset="2"/>
              </a:rPr>
              <a:t>r</a:t>
            </a:r>
            <a:r>
              <a:rPr lang="en-US" altLang="en-US" b="1" dirty="0">
                <a:ea typeface="MS PGothic" panose="020B0600070205080204" pitchFamily="34" charset="-128"/>
                <a:sym typeface="Symbol" panose="05050102010706020507" pitchFamily="18" charset="2"/>
              </a:rPr>
              <a:t> do begin</a:t>
            </a:r>
            <a:br>
              <a:rPr lang="en-US" altLang="en-US" b="1" dirty="0">
                <a:ea typeface="MS PGothic" panose="020B0600070205080204" pitchFamily="34" charset="-128"/>
                <a:sym typeface="Symbol" panose="05050102010706020507" pitchFamily="18" charset="2"/>
              </a:rPr>
            </a:br>
            <a:r>
              <a:rPr lang="en-US" altLang="en-US" b="1" dirty="0">
                <a:ea typeface="MS PGothic" panose="020B0600070205080204" pitchFamily="34" charset="-128"/>
                <a:sym typeface="Symbol" panose="05050102010706020507" pitchFamily="18" charset="2"/>
              </a:rPr>
              <a:t>	        for each tuple </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i="1" dirty="0">
                <a:ea typeface="MS PGothic" panose="020B0600070205080204" pitchFamily="34" charset="-128"/>
                <a:sym typeface="Symbol" panose="05050102010706020507" pitchFamily="18" charset="2"/>
              </a:rPr>
              <a:t> </a:t>
            </a:r>
            <a:r>
              <a:rPr lang="en-US" altLang="en-US" b="1" dirty="0">
                <a:ea typeface="MS PGothic" panose="020B0600070205080204" pitchFamily="34" charset="-128"/>
                <a:sym typeface="Symbol" panose="05050102010706020507" pitchFamily="18" charset="2"/>
              </a:rPr>
              <a:t> in </a:t>
            </a:r>
            <a:r>
              <a:rPr lang="en-US" altLang="en-US" i="1" dirty="0">
                <a:ea typeface="MS PGothic" panose="020B0600070205080204" pitchFamily="34" charset="-128"/>
                <a:sym typeface="Symbol" panose="05050102010706020507" pitchFamily="18" charset="2"/>
              </a:rPr>
              <a:t>s</a:t>
            </a:r>
            <a:r>
              <a:rPr lang="en-US" altLang="en-US" b="1" dirty="0">
                <a:ea typeface="MS PGothic" panose="020B0600070205080204" pitchFamily="34" charset="-128"/>
                <a:sym typeface="Symbol" panose="05050102010706020507" pitchFamily="18" charset="2"/>
              </a:rPr>
              <a:t> do begin</a:t>
            </a:r>
            <a:br>
              <a:rPr lang="en-US" altLang="en-US" b="1" dirty="0">
                <a:ea typeface="MS PGothic" panose="020B0600070205080204" pitchFamily="34" charset="-128"/>
                <a:sym typeface="Symbol" panose="05050102010706020507" pitchFamily="18" charset="2"/>
              </a:rPr>
            </a:br>
            <a:r>
              <a:rPr lang="en-US" altLang="en-US" b="1" dirty="0">
                <a:ea typeface="MS PGothic" panose="020B0600070205080204" pitchFamily="34" charset="-128"/>
                <a:sym typeface="Symbol" panose="05050102010706020507" pitchFamily="18" charset="2"/>
              </a:rPr>
              <a:t>		     </a:t>
            </a:r>
            <a:r>
              <a:rPr lang="en-US" altLang="en-US" dirty="0">
                <a:ea typeface="MS PGothic" panose="020B0600070205080204" pitchFamily="34" charset="-128"/>
                <a:sym typeface="Symbol" panose="05050102010706020507" pitchFamily="18" charset="2"/>
              </a:rPr>
              <a:t>test pair (</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r</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 to see if they satisfy the join condition </a:t>
            </a:r>
            <a:r>
              <a:rPr lang="en-US" altLang="en-US" i="1" dirty="0">
                <a:ea typeface="MS PGothic" panose="020B0600070205080204" pitchFamily="34" charset="-128"/>
                <a:sym typeface="Greek Symbols" pitchFamily="18" charset="2"/>
              </a:rPr>
              <a:t> </a:t>
            </a:r>
            <a:br>
              <a:rPr lang="en-US" altLang="en-US" dirty="0">
                <a:ea typeface="MS PGothic" panose="020B0600070205080204" pitchFamily="34" charset="-128"/>
                <a:sym typeface="Greek Symbols" pitchFamily="18" charset="2"/>
              </a:rPr>
            </a:br>
            <a:r>
              <a:rPr lang="en-US" altLang="en-US" dirty="0">
                <a:ea typeface="MS PGothic" panose="020B0600070205080204" pitchFamily="34" charset="-128"/>
                <a:sym typeface="Greek Symbols" pitchFamily="18" charset="2"/>
              </a:rPr>
              <a:t>		     if they do, add </a:t>
            </a:r>
            <a:r>
              <a:rPr lang="en-US" altLang="en-US" i="1" dirty="0">
                <a:ea typeface="MS PGothic" panose="020B0600070205080204" pitchFamily="34" charset="-128"/>
                <a:sym typeface="Greek Symbols" pitchFamily="18" charset="2"/>
              </a:rPr>
              <a:t>t</a:t>
            </a:r>
            <a:r>
              <a:rPr lang="en-US" altLang="en-US" i="1" baseline="-25000" dirty="0">
                <a:ea typeface="MS PGothic" panose="020B0600070205080204" pitchFamily="34" charset="-128"/>
                <a:sym typeface="Greek Symbols" pitchFamily="18" charset="2"/>
              </a:rPr>
              <a:t>r</a:t>
            </a:r>
            <a:r>
              <a:rPr lang="en-US" altLang="en-US" i="1" dirty="0">
                <a:ea typeface="MS PGothic" panose="020B0600070205080204" pitchFamily="34" charset="-128"/>
                <a:sym typeface="Greek Symbols" pitchFamily="18" charset="2"/>
              </a:rPr>
              <a:t> • </a:t>
            </a:r>
            <a:r>
              <a:rPr lang="en-US" altLang="en-US" i="1" dirty="0" err="1">
                <a:ea typeface="MS PGothic" panose="020B0600070205080204" pitchFamily="34" charset="-128"/>
                <a:sym typeface="Greek Symbols" pitchFamily="18" charset="2"/>
              </a:rPr>
              <a:t>t</a:t>
            </a:r>
            <a:r>
              <a:rPr lang="en-US" altLang="en-US" i="1" baseline="-25000" dirty="0" err="1">
                <a:ea typeface="MS PGothic" panose="020B0600070205080204" pitchFamily="34" charset="-128"/>
                <a:sym typeface="Greek Symbols" pitchFamily="18" charset="2"/>
              </a:rPr>
              <a:t>s</a:t>
            </a:r>
            <a:r>
              <a:rPr lang="en-US" altLang="en-US" dirty="0">
                <a:ea typeface="MS PGothic" panose="020B0600070205080204" pitchFamily="34" charset="-128"/>
                <a:sym typeface="Greek Symbols" pitchFamily="18" charset="2"/>
              </a:rPr>
              <a:t> to the result.</a:t>
            </a:r>
            <a:br>
              <a:rPr lang="en-US" altLang="en-US" dirty="0">
                <a:ea typeface="MS PGothic" panose="020B0600070205080204" pitchFamily="34" charset="-128"/>
                <a:sym typeface="Greek Symbols" pitchFamily="18" charset="2"/>
              </a:rPr>
            </a:br>
            <a:r>
              <a:rPr lang="en-US" altLang="en-US" dirty="0">
                <a:ea typeface="MS PGothic" panose="020B0600070205080204" pitchFamily="34" charset="-128"/>
                <a:sym typeface="Greek Symbols" pitchFamily="18" charset="2"/>
              </a:rPr>
              <a:t>	        </a:t>
            </a:r>
            <a:r>
              <a:rPr lang="en-US" altLang="en-US" b="1" dirty="0">
                <a:ea typeface="MS PGothic" panose="020B0600070205080204" pitchFamily="34" charset="-128"/>
                <a:sym typeface="Greek Symbols" pitchFamily="18" charset="2"/>
              </a:rPr>
              <a:t>end</a:t>
            </a:r>
            <a:br>
              <a:rPr lang="en-US" altLang="en-US" b="1" dirty="0">
                <a:ea typeface="MS PGothic" panose="020B0600070205080204" pitchFamily="34" charset="-128"/>
                <a:sym typeface="Greek Symbols" pitchFamily="18" charset="2"/>
              </a:rPr>
            </a:br>
            <a:r>
              <a:rPr lang="en-US" altLang="en-US" b="1" dirty="0">
                <a:ea typeface="MS PGothic" panose="020B0600070205080204" pitchFamily="34" charset="-128"/>
                <a:sym typeface="Greek Symbols" pitchFamily="18" charset="2"/>
              </a:rPr>
              <a:t>     </a:t>
            </a:r>
            <a:r>
              <a:rPr lang="en-US" altLang="en-US" b="1" dirty="0" err="1">
                <a:ea typeface="MS PGothic" panose="020B0600070205080204" pitchFamily="34" charset="-128"/>
                <a:sym typeface="Greek Symbols" pitchFamily="18" charset="2"/>
              </a:rPr>
              <a:t>end</a:t>
            </a:r>
            <a:endParaRPr lang="en-US" altLang="en-US" dirty="0">
              <a:ea typeface="MS PGothic" panose="020B0600070205080204" pitchFamily="34" charset="-128"/>
              <a:sym typeface="Greek Symbols" pitchFamily="18" charset="2"/>
            </a:endParaRPr>
          </a:p>
          <a:p>
            <a:pPr>
              <a:tabLst>
                <a:tab pos="346472" algn="l"/>
                <a:tab pos="638175" algn="l"/>
              </a:tabLst>
            </a:pPr>
            <a:r>
              <a:rPr lang="en-US" altLang="en-US" i="1" dirty="0">
                <a:ea typeface="MS PGothic" panose="020B0600070205080204" pitchFamily="34" charset="-128"/>
                <a:sym typeface="Greek Symbols" pitchFamily="18" charset="2"/>
              </a:rPr>
              <a:t>r</a:t>
            </a:r>
            <a:r>
              <a:rPr lang="en-US" altLang="en-US" dirty="0">
                <a:ea typeface="MS PGothic" panose="020B0600070205080204" pitchFamily="34" charset="-128"/>
                <a:sym typeface="Greek Symbols" pitchFamily="18" charset="2"/>
              </a:rPr>
              <a:t>  is called the </a:t>
            </a:r>
            <a:r>
              <a:rPr lang="en-US" altLang="en-US" b="1" dirty="0">
                <a:solidFill>
                  <a:srgbClr val="002060"/>
                </a:solidFill>
                <a:ea typeface="MS PGothic" panose="020B0600070205080204" pitchFamily="34" charset="-128"/>
                <a:sym typeface="Greek Symbols" pitchFamily="18" charset="2"/>
              </a:rPr>
              <a:t>outer</a:t>
            </a:r>
            <a:r>
              <a:rPr lang="en-US" altLang="en-US" dirty="0">
                <a:solidFill>
                  <a:srgbClr val="002060"/>
                </a:solidFill>
                <a:ea typeface="MS PGothic" panose="020B0600070205080204" pitchFamily="34" charset="-128"/>
                <a:sym typeface="Greek Symbols" pitchFamily="18" charset="2"/>
              </a:rPr>
              <a:t> </a:t>
            </a:r>
            <a:r>
              <a:rPr lang="en-US" altLang="en-US" b="1" dirty="0">
                <a:solidFill>
                  <a:srgbClr val="002060"/>
                </a:solidFill>
                <a:ea typeface="MS PGothic" panose="020B0600070205080204" pitchFamily="34" charset="-128"/>
                <a:sym typeface="Greek Symbols" pitchFamily="18" charset="2"/>
              </a:rPr>
              <a:t>relation</a:t>
            </a:r>
            <a:r>
              <a:rPr lang="en-US" altLang="en-US" dirty="0">
                <a:solidFill>
                  <a:srgbClr val="002060"/>
                </a:solidFill>
                <a:ea typeface="MS PGothic" panose="020B0600070205080204" pitchFamily="34" charset="-128"/>
                <a:sym typeface="Greek Symbols" pitchFamily="18" charset="2"/>
              </a:rPr>
              <a:t> </a:t>
            </a:r>
            <a:r>
              <a:rPr lang="en-US" altLang="en-US" dirty="0">
                <a:ea typeface="MS PGothic" panose="020B0600070205080204" pitchFamily="34" charset="-128"/>
                <a:sym typeface="Greek Symbols" pitchFamily="18" charset="2"/>
              </a:rPr>
              <a:t>and </a:t>
            </a:r>
            <a:r>
              <a:rPr lang="en-US" altLang="en-US" i="1" dirty="0">
                <a:ea typeface="MS PGothic" panose="020B0600070205080204" pitchFamily="34" charset="-128"/>
                <a:sym typeface="Greek Symbols" pitchFamily="18" charset="2"/>
              </a:rPr>
              <a:t>s</a:t>
            </a:r>
            <a:r>
              <a:rPr lang="en-US" altLang="en-US" dirty="0">
                <a:ea typeface="MS PGothic" panose="020B0600070205080204" pitchFamily="34" charset="-128"/>
                <a:sym typeface="Greek Symbols" pitchFamily="18" charset="2"/>
              </a:rPr>
              <a:t> the </a:t>
            </a:r>
            <a:r>
              <a:rPr lang="en-US" altLang="en-US" b="1" dirty="0">
                <a:solidFill>
                  <a:srgbClr val="002060"/>
                </a:solidFill>
                <a:ea typeface="MS PGothic" panose="020B0600070205080204" pitchFamily="34" charset="-128"/>
                <a:sym typeface="Greek Symbols" pitchFamily="18" charset="2"/>
              </a:rPr>
              <a:t>inner relation</a:t>
            </a:r>
            <a:r>
              <a:rPr lang="en-US" altLang="en-US" dirty="0">
                <a:solidFill>
                  <a:srgbClr val="002060"/>
                </a:solidFill>
                <a:ea typeface="MS PGothic" panose="020B0600070205080204" pitchFamily="34" charset="-128"/>
                <a:sym typeface="Greek Symbols" pitchFamily="18" charset="2"/>
              </a:rPr>
              <a:t> </a:t>
            </a:r>
            <a:r>
              <a:rPr lang="en-US" altLang="en-US" dirty="0">
                <a:ea typeface="MS PGothic" panose="020B0600070205080204" pitchFamily="34" charset="-128"/>
                <a:sym typeface="Greek Symbols" pitchFamily="18" charset="2"/>
              </a:rPr>
              <a:t>of the join.</a:t>
            </a:r>
          </a:p>
          <a:p>
            <a:pPr>
              <a:tabLst>
                <a:tab pos="346472" algn="l"/>
                <a:tab pos="638175" algn="l"/>
              </a:tabLst>
            </a:pPr>
            <a:r>
              <a:rPr lang="en-US" altLang="en-US" dirty="0">
                <a:ea typeface="MS PGothic" panose="020B0600070205080204" pitchFamily="34" charset="-128"/>
                <a:sym typeface="Greek Symbols" pitchFamily="18" charset="2"/>
              </a:rPr>
              <a:t>Requires no indices and can be used with any kind of join condition.</a:t>
            </a:r>
          </a:p>
          <a:p>
            <a:pPr>
              <a:tabLst>
                <a:tab pos="346472" algn="l"/>
                <a:tab pos="638175" algn="l"/>
              </a:tabLst>
            </a:pPr>
            <a:r>
              <a:rPr lang="en-US" altLang="en-US" dirty="0">
                <a:ea typeface="MS PGothic" panose="020B0600070205080204" pitchFamily="34" charset="-128"/>
                <a:sym typeface="Greek Symbols" pitchFamily="18" charset="2"/>
              </a:rPr>
              <a:t>Expensive since it examines every pair of tuples in the two relations. </a:t>
            </a:r>
          </a:p>
        </p:txBody>
      </p:sp>
      <p:sp>
        <p:nvSpPr>
          <p:cNvPr id="2" name="TextBox 1">
            <a:extLst>
              <a:ext uri="{FF2B5EF4-FFF2-40B4-BE49-F238E27FC236}">
                <a16:creationId xmlns:a16="http://schemas.microsoft.com/office/drawing/2014/main" id="{8BCF21AB-6064-1328-4938-D5C148ABC7C6}"/>
              </a:ext>
            </a:extLst>
          </p:cNvPr>
          <p:cNvSpPr txBox="1"/>
          <p:nvPr/>
        </p:nvSpPr>
        <p:spPr>
          <a:xfrm>
            <a:off x="457200" y="3562350"/>
            <a:ext cx="5140638" cy="923330"/>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For clarity (or confusion), I sometimes use the terms:</a:t>
            </a:r>
          </a:p>
          <a:p>
            <a:pPr marL="742950" marR="0" lvl="1"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Scan table for the outer relation</a:t>
            </a:r>
          </a:p>
          <a:p>
            <a:pPr marL="742950" marR="0" lvl="1"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Probe table for the inner relation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a:extLst>
              <a:ext uri="{FF2B5EF4-FFF2-40B4-BE49-F238E27FC236}">
                <a16:creationId xmlns:a16="http://schemas.microsoft.com/office/drawing/2014/main" id="{857CDEC3-6BD7-4F5B-9D23-EF0F2519ACCC}"/>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Nested-Loop Join (Cont.)</a:t>
            </a:r>
          </a:p>
        </p:txBody>
      </p:sp>
      <p:sp>
        <p:nvSpPr>
          <p:cNvPr id="54275" name="Rectangle 3">
            <a:extLst>
              <a:ext uri="{FF2B5EF4-FFF2-40B4-BE49-F238E27FC236}">
                <a16:creationId xmlns:a16="http://schemas.microsoft.com/office/drawing/2014/main" id="{F91C2E64-0FB9-436E-9F23-CCE048FE2E75}"/>
              </a:ext>
            </a:extLst>
          </p:cNvPr>
          <p:cNvSpPr>
            <a:spLocks noGrp="1" noChangeArrowheads="1"/>
          </p:cNvSpPr>
          <p:nvPr>
            <p:ph idx="1"/>
          </p:nvPr>
        </p:nvSpPr>
        <p:spPr>
          <a:xfrm>
            <a:off x="1785848" y="873919"/>
            <a:ext cx="5675834" cy="3902869"/>
          </a:xfrm>
        </p:spPr>
        <p:txBody>
          <a:bodyPr/>
          <a:lstStyle/>
          <a:p>
            <a:r>
              <a:rPr lang="en-US" altLang="en-US" dirty="0">
                <a:ea typeface="MS PGothic" panose="020B0600070205080204" pitchFamily="34" charset="-128"/>
              </a:rPr>
              <a:t>In the worst case, if there is enough memory only to hold one block of each relation, the estimated cost is </a:t>
            </a:r>
            <a:br>
              <a:rPr lang="en-US" altLang="en-US" dirty="0">
                <a:ea typeface="MS PGothic" panose="020B0600070205080204" pitchFamily="34" charset="-128"/>
              </a:rPr>
            </a:br>
            <a:r>
              <a:rPr lang="en-US" altLang="en-US" dirty="0">
                <a:ea typeface="MS PGothic" panose="020B0600070205080204" pitchFamily="34" charset="-128"/>
              </a:rPr>
              <a:t>       </a:t>
            </a:r>
            <a:r>
              <a:rPr lang="en-US" altLang="en-US" sz="1500" i="1" dirty="0">
                <a:ea typeface="MS PGothic" panose="020B0600070205080204" pitchFamily="34" charset="-128"/>
              </a:rPr>
              <a:t>n</a:t>
            </a:r>
            <a:r>
              <a:rPr lang="en-US" altLang="en-US" sz="1500" i="1" baseline="-25000" dirty="0">
                <a:ea typeface="MS PGothic" panose="020B0600070205080204" pitchFamily="34" charset="-128"/>
              </a:rPr>
              <a:t>r</a:t>
            </a:r>
            <a:r>
              <a:rPr lang="en-US" altLang="en-US" sz="1500" i="1" dirty="0">
                <a:ea typeface="MS PGothic" panose="020B0600070205080204" pitchFamily="34" charset="-128"/>
              </a:rPr>
              <a:t> </a:t>
            </a:r>
            <a:r>
              <a:rPr lang="en-US" altLang="en-US" sz="1500" dirty="0">
                <a:ea typeface="MS PGothic" panose="020B0600070205080204" pitchFamily="34" charset="-128"/>
                <a:sym typeface="Symbol" panose="05050102010706020507" pitchFamily="18" charset="2"/>
              </a:rPr>
              <a:t> </a:t>
            </a:r>
            <a:r>
              <a:rPr lang="en-US" altLang="en-US" sz="1500" i="1" dirty="0">
                <a:ea typeface="MS PGothic" panose="020B0600070205080204" pitchFamily="34" charset="-128"/>
                <a:sym typeface="Symbol" panose="05050102010706020507" pitchFamily="18" charset="2"/>
              </a:rPr>
              <a:t>b</a:t>
            </a:r>
            <a:r>
              <a:rPr lang="en-US" altLang="en-US" sz="1500" i="1" baseline="-25000" dirty="0">
                <a:ea typeface="MS PGothic" panose="020B0600070205080204" pitchFamily="34" charset="-128"/>
                <a:sym typeface="Symbol" panose="05050102010706020507" pitchFamily="18" charset="2"/>
              </a:rPr>
              <a:t>s</a:t>
            </a:r>
            <a:r>
              <a:rPr lang="en-US" altLang="en-US" sz="1500" dirty="0">
                <a:ea typeface="MS PGothic" panose="020B0600070205080204" pitchFamily="34" charset="-128"/>
                <a:sym typeface="Symbol" panose="05050102010706020507" pitchFamily="18" charset="2"/>
              </a:rPr>
              <a:t> +</a:t>
            </a:r>
            <a:r>
              <a:rPr lang="en-US" altLang="en-US" sz="1500" i="1" dirty="0">
                <a:ea typeface="MS PGothic" panose="020B0600070205080204" pitchFamily="34" charset="-128"/>
                <a:sym typeface="Symbol" panose="05050102010706020507" pitchFamily="18" charset="2"/>
              </a:rPr>
              <a:t> </a:t>
            </a:r>
            <a:r>
              <a:rPr lang="en-US" altLang="en-US" sz="1500" i="1" dirty="0" err="1">
                <a:ea typeface="MS PGothic" panose="020B0600070205080204" pitchFamily="34" charset="-128"/>
                <a:sym typeface="Symbol" panose="05050102010706020507" pitchFamily="18" charset="2"/>
              </a:rPr>
              <a:t>b</a:t>
            </a:r>
            <a:r>
              <a:rPr lang="en-US" altLang="en-US" sz="1500" i="1" baseline="-25000" dirty="0" err="1">
                <a:ea typeface="MS PGothic" panose="020B0600070205080204" pitchFamily="34" charset="-128"/>
                <a:sym typeface="Symbol" panose="05050102010706020507" pitchFamily="18" charset="2"/>
              </a:rPr>
              <a:t>r</a:t>
            </a:r>
            <a:r>
              <a:rPr lang="en-US" altLang="en-US" sz="1500" dirty="0">
                <a:ea typeface="MS PGothic" panose="020B0600070205080204" pitchFamily="34" charset="-128"/>
                <a:sym typeface="Symbol" panose="05050102010706020507" pitchFamily="18" charset="2"/>
              </a:rPr>
              <a:t>   </a:t>
            </a:r>
            <a:r>
              <a:rPr lang="en-US" altLang="en-US" dirty="0">
                <a:ea typeface="MS PGothic" panose="020B0600070205080204" pitchFamily="34" charset="-128"/>
                <a:sym typeface="Symbol" panose="05050102010706020507" pitchFamily="18" charset="2"/>
              </a:rPr>
              <a:t>block transfers, plus  </a:t>
            </a:r>
            <a:r>
              <a:rPr lang="en-US" altLang="en-US" sz="1500" i="1" dirty="0" err="1">
                <a:ea typeface="MS PGothic" panose="020B0600070205080204" pitchFamily="34" charset="-128"/>
              </a:rPr>
              <a:t>n</a:t>
            </a:r>
            <a:r>
              <a:rPr lang="en-US" altLang="en-US" sz="1500" i="1" baseline="-25000" dirty="0" err="1">
                <a:ea typeface="MS PGothic" panose="020B0600070205080204" pitchFamily="34" charset="-128"/>
              </a:rPr>
              <a:t>r</a:t>
            </a:r>
            <a:r>
              <a:rPr lang="en-US" altLang="en-US" sz="1500" i="1" dirty="0">
                <a:ea typeface="MS PGothic" panose="020B0600070205080204" pitchFamily="34" charset="-128"/>
              </a:rPr>
              <a:t> </a:t>
            </a:r>
            <a:r>
              <a:rPr lang="en-US" altLang="en-US" sz="1500" dirty="0">
                <a:ea typeface="MS PGothic" panose="020B0600070205080204" pitchFamily="34" charset="-128"/>
                <a:sym typeface="Symbol" panose="05050102010706020507" pitchFamily="18" charset="2"/>
              </a:rPr>
              <a:t>+</a:t>
            </a:r>
            <a:r>
              <a:rPr lang="en-US" altLang="en-US" sz="1500" i="1" dirty="0">
                <a:ea typeface="MS PGothic" panose="020B0600070205080204" pitchFamily="34" charset="-128"/>
                <a:sym typeface="Symbol" panose="05050102010706020507" pitchFamily="18" charset="2"/>
              </a:rPr>
              <a:t> </a:t>
            </a:r>
            <a:r>
              <a:rPr lang="en-US" altLang="en-US" sz="1500" i="1" dirty="0" err="1">
                <a:ea typeface="MS PGothic" panose="020B0600070205080204" pitchFamily="34" charset="-128"/>
                <a:sym typeface="Symbol" panose="05050102010706020507" pitchFamily="18" charset="2"/>
              </a:rPr>
              <a:t>b</a:t>
            </a:r>
            <a:r>
              <a:rPr lang="en-US" altLang="en-US" sz="1500" i="1" baseline="-25000" dirty="0" err="1">
                <a:ea typeface="MS PGothic" panose="020B0600070205080204" pitchFamily="34" charset="-128"/>
                <a:sym typeface="Symbol" panose="05050102010706020507" pitchFamily="18" charset="2"/>
              </a:rPr>
              <a:t>r</a:t>
            </a:r>
            <a:r>
              <a:rPr lang="en-US" altLang="en-US" sz="1500" dirty="0">
                <a:ea typeface="MS PGothic" panose="020B0600070205080204" pitchFamily="34" charset="-128"/>
                <a:sym typeface="Symbol" panose="05050102010706020507" pitchFamily="18" charset="2"/>
              </a:rPr>
              <a:t>  </a:t>
            </a:r>
            <a:r>
              <a:rPr lang="en-US" altLang="en-US" dirty="0">
                <a:ea typeface="MS PGothic" panose="020B0600070205080204" pitchFamily="34" charset="-128"/>
                <a:sym typeface="Symbol" panose="05050102010706020507" pitchFamily="18" charset="2"/>
              </a:rPr>
              <a:t>seeks</a:t>
            </a:r>
            <a:endParaRPr lang="en-US" altLang="en-US" sz="1200" dirty="0">
              <a:ea typeface="MS PGothic" panose="020B0600070205080204" pitchFamily="34" charset="-128"/>
              <a:sym typeface="Symbol" panose="05050102010706020507" pitchFamily="18" charset="2"/>
            </a:endParaRPr>
          </a:p>
          <a:p>
            <a:r>
              <a:rPr lang="en-US" altLang="en-US" dirty="0">
                <a:ea typeface="MS PGothic" panose="020B0600070205080204" pitchFamily="34" charset="-128"/>
                <a:sym typeface="Symbol" panose="05050102010706020507" pitchFamily="18" charset="2"/>
              </a:rPr>
              <a:t>If the smaller relation fits entirely in memory, use that as the inner relation.</a:t>
            </a:r>
          </a:p>
          <a:p>
            <a:pPr lvl="1"/>
            <a:r>
              <a:rPr lang="en-US" altLang="en-US" dirty="0">
                <a:ea typeface="MS PGothic" panose="020B0600070205080204" pitchFamily="34" charset="-128"/>
                <a:sym typeface="Symbol" panose="05050102010706020507" pitchFamily="18" charset="2"/>
              </a:rPr>
              <a:t> Reduces cost to </a:t>
            </a:r>
            <a:r>
              <a:rPr lang="en-US" altLang="en-US" i="1" dirty="0" err="1">
                <a:ea typeface="MS PGothic" panose="020B0600070205080204" pitchFamily="34" charset="-128"/>
                <a:sym typeface="Symbol" panose="05050102010706020507" pitchFamily="18" charset="2"/>
              </a:rPr>
              <a:t>b</a:t>
            </a:r>
            <a:r>
              <a:rPr lang="en-US" altLang="en-US" i="1" baseline="-25000" dirty="0" err="1">
                <a:ea typeface="MS PGothic" panose="020B0600070205080204" pitchFamily="34" charset="-128"/>
                <a:sym typeface="Symbol" panose="05050102010706020507" pitchFamily="18" charset="2"/>
              </a:rPr>
              <a:t>r</a:t>
            </a:r>
            <a:r>
              <a:rPr lang="en-US" altLang="en-US" i="1" dirty="0">
                <a:ea typeface="MS PGothic" panose="020B0600070205080204" pitchFamily="34" charset="-128"/>
                <a:sym typeface="Symbol" panose="05050102010706020507" pitchFamily="18" charset="2"/>
              </a:rPr>
              <a:t> </a:t>
            </a:r>
            <a:r>
              <a:rPr lang="en-US" altLang="en-US" dirty="0">
                <a:ea typeface="MS PGothic" panose="020B0600070205080204" pitchFamily="34" charset="-128"/>
                <a:sym typeface="Symbol" panose="05050102010706020507" pitchFamily="18" charset="2"/>
              </a:rPr>
              <a:t> + </a:t>
            </a:r>
            <a:r>
              <a:rPr lang="en-US" altLang="en-US" i="1" dirty="0">
                <a:ea typeface="MS PGothic" panose="020B0600070205080204" pitchFamily="34" charset="-128"/>
                <a:sym typeface="Symbol" panose="05050102010706020507" pitchFamily="18" charset="2"/>
              </a:rPr>
              <a:t>b</a:t>
            </a:r>
            <a:r>
              <a:rPr lang="en-US" altLang="en-US" i="1" baseline="-25000" dirty="0">
                <a:ea typeface="MS PGothic" panose="020B0600070205080204" pitchFamily="34" charset="-128"/>
                <a:sym typeface="Symbol" panose="05050102010706020507" pitchFamily="18" charset="2"/>
              </a:rPr>
              <a:t>s</a:t>
            </a:r>
            <a:r>
              <a:rPr lang="en-US" altLang="en-US" i="1" dirty="0">
                <a:ea typeface="MS PGothic" panose="020B0600070205080204" pitchFamily="34" charset="-128"/>
                <a:sym typeface="Symbol" panose="05050102010706020507" pitchFamily="18" charset="2"/>
              </a:rPr>
              <a:t> </a:t>
            </a:r>
            <a:r>
              <a:rPr lang="en-US" altLang="en-US" dirty="0">
                <a:ea typeface="MS PGothic" panose="020B0600070205080204" pitchFamily="34" charset="-128"/>
                <a:sym typeface="Symbol" panose="05050102010706020507" pitchFamily="18" charset="2"/>
              </a:rPr>
              <a:t>block transfers and 2 seeks</a:t>
            </a:r>
          </a:p>
          <a:p>
            <a:r>
              <a:rPr lang="en-US" altLang="en-US" dirty="0">
                <a:ea typeface="MS PGothic" panose="020B0600070205080204" pitchFamily="34" charset="-128"/>
                <a:sym typeface="Symbol" panose="05050102010706020507" pitchFamily="18" charset="2"/>
              </a:rPr>
              <a:t>Assuming worst case memory availability cost estimate is</a:t>
            </a:r>
          </a:p>
          <a:p>
            <a:pPr lvl="1"/>
            <a:r>
              <a:rPr lang="en-US" altLang="en-US" dirty="0">
                <a:ea typeface="MS PGothic" panose="020B0600070205080204" pitchFamily="34" charset="-128"/>
                <a:sym typeface="Symbol" panose="05050102010706020507" pitchFamily="18" charset="2"/>
              </a:rPr>
              <a:t>with </a:t>
            </a:r>
            <a:r>
              <a:rPr lang="en-US" altLang="en-US" i="1" dirty="0">
                <a:ea typeface="MS PGothic" panose="020B0600070205080204" pitchFamily="34" charset="-128"/>
                <a:sym typeface="Symbol" panose="05050102010706020507" pitchFamily="18" charset="2"/>
              </a:rPr>
              <a:t>student </a:t>
            </a:r>
            <a:r>
              <a:rPr lang="en-US" altLang="en-US" dirty="0">
                <a:ea typeface="MS PGothic" panose="020B0600070205080204" pitchFamily="34" charset="-128"/>
                <a:sym typeface="Symbol" panose="05050102010706020507" pitchFamily="18" charset="2"/>
              </a:rPr>
              <a:t>as outer relation:</a:t>
            </a:r>
          </a:p>
          <a:p>
            <a:pPr lvl="2"/>
            <a:r>
              <a:rPr lang="en-US" altLang="en-US" dirty="0">
                <a:ea typeface="MS PGothic" panose="020B0600070205080204" pitchFamily="34" charset="-128"/>
                <a:sym typeface="Symbol" panose="05050102010706020507" pitchFamily="18" charset="2"/>
              </a:rPr>
              <a:t>5000  400 + 100 = 2,000,100 block transfers,</a:t>
            </a:r>
          </a:p>
          <a:p>
            <a:pPr lvl="2"/>
            <a:r>
              <a:rPr lang="en-US" altLang="en-US" dirty="0">
                <a:ea typeface="MS PGothic" panose="020B0600070205080204" pitchFamily="34" charset="-128"/>
                <a:sym typeface="Symbol" panose="05050102010706020507" pitchFamily="18" charset="2"/>
              </a:rPr>
              <a:t>5000 + 100 = 5100 seeks </a:t>
            </a:r>
          </a:p>
          <a:p>
            <a:pPr lvl="1"/>
            <a:r>
              <a:rPr lang="en-US" altLang="en-US" dirty="0">
                <a:ea typeface="MS PGothic" panose="020B0600070205080204" pitchFamily="34" charset="-128"/>
                <a:sym typeface="Symbol" panose="05050102010706020507" pitchFamily="18" charset="2"/>
              </a:rPr>
              <a:t>with </a:t>
            </a:r>
            <a:r>
              <a:rPr lang="en-US" altLang="en-US" i="1" dirty="0">
                <a:ea typeface="MS PGothic" panose="020B0600070205080204" pitchFamily="34" charset="-128"/>
                <a:sym typeface="Symbol" panose="05050102010706020507" pitchFamily="18" charset="2"/>
              </a:rPr>
              <a:t>takes </a:t>
            </a:r>
            <a:r>
              <a:rPr lang="en-US" altLang="en-US" dirty="0">
                <a:ea typeface="MS PGothic" panose="020B0600070205080204" pitchFamily="34" charset="-128"/>
                <a:sym typeface="Symbol" panose="05050102010706020507" pitchFamily="18" charset="2"/>
              </a:rPr>
              <a:t> as the outer relation </a:t>
            </a:r>
          </a:p>
          <a:p>
            <a:pPr lvl="2"/>
            <a:r>
              <a:rPr lang="en-US" altLang="en-US" dirty="0">
                <a:ea typeface="MS PGothic" panose="020B0600070205080204" pitchFamily="34" charset="-128"/>
                <a:sym typeface="Symbol" panose="05050102010706020507" pitchFamily="18" charset="2"/>
              </a:rPr>
              <a:t>10000  100 + 400 = 1,000,400 block transfers and 10,400 seeks</a:t>
            </a:r>
          </a:p>
          <a:p>
            <a:r>
              <a:rPr lang="en-US" altLang="en-US" dirty="0">
                <a:ea typeface="MS PGothic" panose="020B0600070205080204" pitchFamily="34" charset="-128"/>
                <a:sym typeface="Symbol" panose="05050102010706020507" pitchFamily="18" charset="2"/>
              </a:rPr>
              <a:t>If smaller relation (</a:t>
            </a:r>
            <a:r>
              <a:rPr lang="en-US" altLang="en-US" i="1" dirty="0">
                <a:ea typeface="MS PGothic" panose="020B0600070205080204" pitchFamily="34" charset="-128"/>
                <a:sym typeface="Symbol" panose="05050102010706020507" pitchFamily="18" charset="2"/>
              </a:rPr>
              <a:t>student</a:t>
            </a:r>
            <a:r>
              <a:rPr lang="en-US" altLang="en-US" dirty="0">
                <a:ea typeface="MS PGothic" panose="020B0600070205080204" pitchFamily="34" charset="-128"/>
                <a:sym typeface="Symbol" panose="05050102010706020507" pitchFamily="18" charset="2"/>
              </a:rPr>
              <a:t>) fits entirely in memory, the cost estimate will be 500 block transfers.</a:t>
            </a:r>
          </a:p>
          <a:p>
            <a:r>
              <a:rPr lang="en-US" altLang="en-US" dirty="0">
                <a:ea typeface="MS PGothic" panose="020B0600070205080204" pitchFamily="34" charset="-128"/>
                <a:sym typeface="Symbol" panose="05050102010706020507" pitchFamily="18" charset="2"/>
              </a:rPr>
              <a:t>Block nested-loops algorithm (next slide) is preferable.</a:t>
            </a:r>
          </a:p>
        </p:txBody>
      </p:sp>
      <p:sp>
        <p:nvSpPr>
          <p:cNvPr id="2" name="TextBox 1">
            <a:extLst>
              <a:ext uri="{FF2B5EF4-FFF2-40B4-BE49-F238E27FC236}">
                <a16:creationId xmlns:a16="http://schemas.microsoft.com/office/drawing/2014/main" id="{4F4B85AA-F741-C078-D33E-22ED730B9B33}"/>
              </a:ext>
            </a:extLst>
          </p:cNvPr>
          <p:cNvSpPr txBox="1"/>
          <p:nvPr/>
        </p:nvSpPr>
        <p:spPr>
          <a:xfrm>
            <a:off x="6934200" y="2190750"/>
            <a:ext cx="1603324" cy="646331"/>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R JOIN S on (…)</a:t>
            </a:r>
            <a:b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S JOIN R on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EAB389-1D26-6D50-27B5-08286EB4F5B9}"/>
              </a:ext>
            </a:extLst>
          </p:cNvPr>
          <p:cNvSpPr>
            <a:spLocks noGrp="1"/>
          </p:cNvSpPr>
          <p:nvPr>
            <p:ph idx="1"/>
          </p:nvPr>
        </p:nvSpPr>
        <p:spPr>
          <a:xfrm>
            <a:off x="152400" y="1388672"/>
            <a:ext cx="8839200" cy="3240478"/>
          </a:xfrm>
        </p:spPr>
        <p:txBody>
          <a:bodyPr/>
          <a:lstStyle/>
          <a:p>
            <a:r>
              <a:rPr lang="en-US" sz="1800" dirty="0"/>
              <a:t>SELECT * from L JOIN R on </a:t>
            </a:r>
            <a:r>
              <a:rPr lang="en-US" sz="1800" dirty="0" err="1"/>
              <a:t>L.x</a:t>
            </a:r>
            <a:r>
              <a:rPr lang="en-US" sz="1800" dirty="0"/>
              <a:t>=</a:t>
            </a:r>
            <a:r>
              <a:rPr lang="en-US" sz="1800" dirty="0" err="1"/>
              <a:t>R.y</a:t>
            </a:r>
            <a:endParaRPr lang="en-US" sz="1800" dirty="0"/>
          </a:p>
          <a:p>
            <a:r>
              <a:rPr lang="en-US" sz="1800" dirty="0"/>
              <a:t>The algorithm reads each block of L one time and never reads it again in JOIN.</a:t>
            </a:r>
          </a:p>
          <a:p>
            <a:r>
              <a:rPr lang="en-US" sz="1800" dirty="0"/>
              <a:t>For each record l in L, the algorithm must read each block of R one time. </a:t>
            </a:r>
          </a:p>
          <a:p>
            <a:r>
              <a:rPr lang="en-US" sz="1800" dirty="0"/>
              <a:t>The number of blocks in a relation S is, over simplistically, </a:t>
            </a:r>
          </a:p>
          <a:p>
            <a:pPr lvl="1"/>
            <a:r>
              <a:rPr lang="en-US" sz="1600" dirty="0"/>
              <a:t>#(S) is the number of records.</a:t>
            </a:r>
          </a:p>
          <a:p>
            <a:pPr lvl="1"/>
            <a:r>
              <a:rPr lang="en-US" sz="1600" dirty="0"/>
              <a:t>s(S) is the average record size.</a:t>
            </a:r>
          </a:p>
          <a:p>
            <a:pPr lvl="1"/>
            <a:r>
              <a:rPr lang="en-US" sz="1600" dirty="0"/>
              <a:t>S(b) is the block size </a:t>
            </a:r>
            <a:r>
              <a:rPr lang="en-US" sz="1600" dirty="0">
                <a:sym typeface="Wingdings" pitchFamily="2" charset="2"/>
              </a:rPr>
              <a:t> number of blocks is #(S)/(s(b)/s(S)), which is O(#(S))</a:t>
            </a:r>
          </a:p>
          <a:p>
            <a:pPr lvl="1"/>
            <a:r>
              <a:rPr lang="en-US" sz="1600" dirty="0">
                <a:sym typeface="Wingdings" pitchFamily="2" charset="2"/>
              </a:rPr>
              <a:t>So, the number of blocks read is O(#(L))*O(#(R)) = O(#(L)*#(R))</a:t>
            </a:r>
          </a:p>
          <a:p>
            <a:r>
              <a:rPr lang="en-US" sz="1800" dirty="0">
                <a:sym typeface="Wingdings" pitchFamily="2" charset="2"/>
              </a:rPr>
              <a:t>“</a:t>
            </a:r>
            <a:r>
              <a:rPr lang="en-US" sz="1800" dirty="0" err="1">
                <a:sym typeface="Wingdings" pitchFamily="2" charset="2"/>
              </a:rPr>
              <a:t>shmath</a:t>
            </a:r>
            <a:r>
              <a:rPr lang="en-US" sz="1800" dirty="0">
                <a:sym typeface="Wingdings" pitchFamily="2" charset="2"/>
              </a:rPr>
              <a:t>” – 	Something that is completely made up but presented as precise</a:t>
            </a:r>
            <a:br>
              <a:rPr lang="en-US" sz="1800" dirty="0">
                <a:sym typeface="Wingdings" pitchFamily="2" charset="2"/>
              </a:rPr>
            </a:br>
            <a:r>
              <a:rPr lang="en-US" sz="1800" dirty="0">
                <a:sym typeface="Wingdings" pitchFamily="2" charset="2"/>
              </a:rPr>
              <a:t>				and accurate using math symbols.</a:t>
            </a:r>
            <a:endParaRPr lang="en-US" sz="1800" dirty="0"/>
          </a:p>
        </p:txBody>
      </p:sp>
      <p:sp>
        <p:nvSpPr>
          <p:cNvPr id="3" name="Title 2">
            <a:extLst>
              <a:ext uri="{FF2B5EF4-FFF2-40B4-BE49-F238E27FC236}">
                <a16:creationId xmlns:a16="http://schemas.microsoft.com/office/drawing/2014/main" id="{5378561B-48CE-C498-D710-7B5A3820B744}"/>
              </a:ext>
            </a:extLst>
          </p:cNvPr>
          <p:cNvSpPr>
            <a:spLocks noGrp="1"/>
          </p:cNvSpPr>
          <p:nvPr>
            <p:ph type="title"/>
          </p:nvPr>
        </p:nvSpPr>
        <p:spPr/>
        <p:txBody>
          <a:bodyPr/>
          <a:lstStyle/>
          <a:p>
            <a:r>
              <a:rPr lang="en-US" dirty="0"/>
              <a:t>Well, That was a Clear as Mud</a:t>
            </a:r>
          </a:p>
        </p:txBody>
      </p:sp>
      <p:pic>
        <p:nvPicPr>
          <p:cNvPr id="4" name="Picture 3">
            <a:extLst>
              <a:ext uri="{FF2B5EF4-FFF2-40B4-BE49-F238E27FC236}">
                <a16:creationId xmlns:a16="http://schemas.microsoft.com/office/drawing/2014/main" id="{67708A48-23E9-69CC-7FBE-005E1181C76A}"/>
              </a:ext>
            </a:extLst>
          </p:cNvPr>
          <p:cNvPicPr>
            <a:picLocks noChangeAspect="1"/>
          </p:cNvPicPr>
          <p:nvPr/>
        </p:nvPicPr>
        <p:blipFill>
          <a:blip r:embed="rId2"/>
          <a:stretch>
            <a:fillRect/>
          </a:stretch>
        </p:blipFill>
        <p:spPr>
          <a:xfrm>
            <a:off x="152400" y="544526"/>
            <a:ext cx="5943600" cy="743939"/>
          </a:xfrm>
          <a:prstGeom prst="rect">
            <a:avLst/>
          </a:prstGeom>
        </p:spPr>
      </p:pic>
      <p:pic>
        <p:nvPicPr>
          <p:cNvPr id="3074" name="Picture 2" descr="Facepalm (Meme) – Bedeutung von Wort und Geste">
            <a:extLst>
              <a:ext uri="{FF2B5EF4-FFF2-40B4-BE49-F238E27FC236}">
                <a16:creationId xmlns:a16="http://schemas.microsoft.com/office/drawing/2014/main" id="{B276C8CC-B0CD-AF95-8D97-9A9E8BE160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6687" y="57150"/>
            <a:ext cx="2006600" cy="150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7011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a:extLst>
              <a:ext uri="{FF2B5EF4-FFF2-40B4-BE49-F238E27FC236}">
                <a16:creationId xmlns:a16="http://schemas.microsoft.com/office/drawing/2014/main" id="{AC6F6974-A8C7-4393-82EB-2846C81D085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Indexed Nested-Loop Join</a:t>
            </a:r>
          </a:p>
        </p:txBody>
      </p:sp>
      <p:sp>
        <p:nvSpPr>
          <p:cNvPr id="60419" name="Rectangle 3">
            <a:extLst>
              <a:ext uri="{FF2B5EF4-FFF2-40B4-BE49-F238E27FC236}">
                <a16:creationId xmlns:a16="http://schemas.microsoft.com/office/drawing/2014/main" id="{4D40F014-D3E9-4914-80EE-CCDD23D0099A}"/>
              </a:ext>
            </a:extLst>
          </p:cNvPr>
          <p:cNvSpPr>
            <a:spLocks noGrp="1" noChangeArrowheads="1"/>
          </p:cNvSpPr>
          <p:nvPr>
            <p:ph idx="1"/>
          </p:nvPr>
        </p:nvSpPr>
        <p:spPr>
          <a:xfrm>
            <a:off x="1775535" y="860166"/>
            <a:ext cx="5413334" cy="3378164"/>
          </a:xfrm>
        </p:spPr>
        <p:txBody>
          <a:bodyPr/>
          <a:lstStyle/>
          <a:p>
            <a:pPr>
              <a:lnSpc>
                <a:spcPct val="90000"/>
              </a:lnSpc>
            </a:pPr>
            <a:r>
              <a:rPr lang="en-US" altLang="en-US" dirty="0">
                <a:ea typeface="MS PGothic" panose="020B0600070205080204" pitchFamily="34" charset="-128"/>
              </a:rPr>
              <a:t>Index lookups can replace file scans if</a:t>
            </a:r>
          </a:p>
          <a:p>
            <a:pPr lvl="1">
              <a:lnSpc>
                <a:spcPct val="90000"/>
              </a:lnSpc>
            </a:pPr>
            <a:r>
              <a:rPr lang="en-US" altLang="en-US" dirty="0">
                <a:ea typeface="MS PGothic" panose="020B0600070205080204" pitchFamily="34" charset="-128"/>
              </a:rPr>
              <a:t>join is an </a:t>
            </a:r>
            <a:r>
              <a:rPr lang="en-US" altLang="en-US" dirty="0" err="1">
                <a:ea typeface="MS PGothic" panose="020B0600070205080204" pitchFamily="34" charset="-128"/>
              </a:rPr>
              <a:t>equi</a:t>
            </a:r>
            <a:r>
              <a:rPr lang="en-US" altLang="en-US" dirty="0">
                <a:ea typeface="MS PGothic" panose="020B0600070205080204" pitchFamily="34" charset="-128"/>
              </a:rPr>
              <a:t>-join or natural join and</a:t>
            </a:r>
          </a:p>
          <a:p>
            <a:pPr lvl="1">
              <a:lnSpc>
                <a:spcPct val="90000"/>
              </a:lnSpc>
            </a:pPr>
            <a:r>
              <a:rPr lang="en-US" altLang="en-US" dirty="0">
                <a:ea typeface="MS PGothic" panose="020B0600070205080204" pitchFamily="34" charset="-128"/>
              </a:rPr>
              <a:t>an index is available on the inner relation</a:t>
            </a:r>
            <a:r>
              <a:rPr lang="ja-JP" altLang="en-US" dirty="0">
                <a:ea typeface="MS PGothic" panose="020B0600070205080204" pitchFamily="34" charset="-128"/>
              </a:rPr>
              <a:t>’</a:t>
            </a:r>
            <a:r>
              <a:rPr lang="en-US" altLang="ja-JP" dirty="0">
                <a:ea typeface="MS PGothic" panose="020B0600070205080204" pitchFamily="34" charset="-128"/>
              </a:rPr>
              <a:t>s join attribute</a:t>
            </a:r>
          </a:p>
          <a:p>
            <a:pPr lvl="2">
              <a:lnSpc>
                <a:spcPct val="90000"/>
              </a:lnSpc>
            </a:pPr>
            <a:r>
              <a:rPr lang="en-US" altLang="en-US" dirty="0">
                <a:ea typeface="MS PGothic" panose="020B0600070205080204" pitchFamily="34" charset="-128"/>
              </a:rPr>
              <a:t>Can construct an index just to compute a join.</a:t>
            </a:r>
          </a:p>
          <a:p>
            <a:pPr>
              <a:lnSpc>
                <a:spcPct val="90000"/>
              </a:lnSpc>
            </a:pPr>
            <a:r>
              <a:rPr lang="en-US" altLang="en-US" dirty="0">
                <a:ea typeface="MS PGothic" panose="020B0600070205080204" pitchFamily="34" charset="-128"/>
              </a:rPr>
              <a:t>For each tuple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r</a:t>
            </a:r>
            <a:r>
              <a:rPr lang="en-US" altLang="en-US" i="1" dirty="0">
                <a:ea typeface="MS PGothic" panose="020B0600070205080204" pitchFamily="34" charset="-128"/>
              </a:rPr>
              <a:t> </a:t>
            </a:r>
            <a:r>
              <a:rPr lang="en-US" altLang="en-US" dirty="0">
                <a:ea typeface="MS PGothic" panose="020B0600070205080204" pitchFamily="34" charset="-128"/>
              </a:rPr>
              <a:t>in the outer relation </a:t>
            </a:r>
            <a:r>
              <a:rPr lang="en-US" altLang="en-US" i="1" dirty="0">
                <a:ea typeface="MS PGothic" panose="020B0600070205080204" pitchFamily="34" charset="-128"/>
              </a:rPr>
              <a:t>r,</a:t>
            </a:r>
            <a:r>
              <a:rPr lang="en-US" altLang="en-US" dirty="0">
                <a:ea typeface="MS PGothic" panose="020B0600070205080204" pitchFamily="34" charset="-128"/>
              </a:rPr>
              <a:t> use the index to look up tuples in </a:t>
            </a:r>
            <a:r>
              <a:rPr lang="en-US" altLang="en-US" i="1" dirty="0">
                <a:ea typeface="MS PGothic" panose="020B0600070205080204" pitchFamily="34" charset="-128"/>
              </a:rPr>
              <a:t>s</a:t>
            </a:r>
            <a:r>
              <a:rPr lang="en-US" altLang="en-US" dirty="0">
                <a:ea typeface="MS PGothic" panose="020B0600070205080204" pitchFamily="34" charset="-128"/>
              </a:rPr>
              <a:t> that satisfy the join condition with tuple </a:t>
            </a:r>
            <a:r>
              <a:rPr lang="en-US" altLang="en-US" i="1" dirty="0">
                <a:ea typeface="MS PGothic" panose="020B0600070205080204" pitchFamily="34" charset="-128"/>
              </a:rPr>
              <a:t>t</a:t>
            </a:r>
            <a:r>
              <a:rPr lang="en-US" altLang="en-US" i="1" baseline="-25000" dirty="0">
                <a:ea typeface="MS PGothic" panose="020B0600070205080204" pitchFamily="34" charset="-128"/>
              </a:rPr>
              <a:t>r</a:t>
            </a:r>
            <a:r>
              <a:rPr lang="en-US" altLang="en-US" i="1" dirty="0">
                <a:ea typeface="MS PGothic" panose="020B0600070205080204" pitchFamily="34" charset="-128"/>
              </a:rPr>
              <a:t>.</a:t>
            </a:r>
          </a:p>
          <a:p>
            <a:pPr>
              <a:lnSpc>
                <a:spcPct val="90000"/>
              </a:lnSpc>
            </a:pPr>
            <a:r>
              <a:rPr lang="en-US" altLang="en-US" dirty="0">
                <a:ea typeface="MS PGothic" panose="020B0600070205080204" pitchFamily="34" charset="-128"/>
              </a:rPr>
              <a:t>Worst case:  buffer has space for only one page of </a:t>
            </a:r>
            <a:r>
              <a:rPr lang="en-US" altLang="en-US" i="1" dirty="0">
                <a:ea typeface="MS PGothic" panose="020B0600070205080204" pitchFamily="34" charset="-128"/>
              </a:rPr>
              <a:t>r</a:t>
            </a:r>
            <a:r>
              <a:rPr lang="en-US" altLang="en-US" dirty="0">
                <a:ea typeface="MS PGothic" panose="020B0600070205080204" pitchFamily="34" charset="-128"/>
              </a:rPr>
              <a:t>, and, for each tuple in </a:t>
            </a:r>
            <a:r>
              <a:rPr lang="en-US" altLang="en-US" i="1" dirty="0">
                <a:ea typeface="MS PGothic" panose="020B0600070205080204" pitchFamily="34" charset="-128"/>
              </a:rPr>
              <a:t>r</a:t>
            </a:r>
            <a:r>
              <a:rPr lang="en-US" altLang="en-US" dirty="0">
                <a:ea typeface="MS PGothic" panose="020B0600070205080204" pitchFamily="34" charset="-128"/>
              </a:rPr>
              <a:t>, we perform an index lookup on </a:t>
            </a:r>
            <a:r>
              <a:rPr lang="en-US" altLang="en-US" i="1" dirty="0">
                <a:ea typeface="MS PGothic" panose="020B0600070205080204" pitchFamily="34" charset="-128"/>
              </a:rPr>
              <a:t>s.</a:t>
            </a:r>
            <a:endParaRPr lang="en-US" altLang="en-US" dirty="0">
              <a:ea typeface="MS PGothic" panose="020B0600070205080204" pitchFamily="34" charset="-128"/>
            </a:endParaRPr>
          </a:p>
          <a:p>
            <a:pPr>
              <a:lnSpc>
                <a:spcPct val="90000"/>
              </a:lnSpc>
            </a:pPr>
            <a:r>
              <a:rPr lang="en-US" altLang="en-US" dirty="0">
                <a:ea typeface="MS PGothic" panose="020B0600070205080204" pitchFamily="34" charset="-128"/>
              </a:rPr>
              <a:t>Cost of the join:  </a:t>
            </a:r>
            <a:r>
              <a:rPr lang="en-US" altLang="en-US" i="1" dirty="0" err="1">
                <a:ea typeface="MS PGothic" panose="020B0600070205080204" pitchFamily="34" charset="-128"/>
              </a:rPr>
              <a:t>b</a:t>
            </a:r>
            <a:r>
              <a:rPr lang="en-US" altLang="en-US" i="1" baseline="-25000" dirty="0" err="1">
                <a:ea typeface="MS PGothic" panose="020B0600070205080204" pitchFamily="34" charset="-128"/>
              </a:rPr>
              <a:t>r</a:t>
            </a:r>
            <a:r>
              <a:rPr lang="en-US" altLang="en-US" i="1" dirty="0">
                <a:ea typeface="MS PGothic" panose="020B0600070205080204" pitchFamily="34" charset="-128"/>
              </a:rPr>
              <a:t> </a:t>
            </a:r>
            <a:r>
              <a:rPr lang="en-US" altLang="en-US" dirty="0">
                <a:ea typeface="MS PGothic" panose="020B0600070205080204" pitchFamily="34" charset="-128"/>
              </a:rPr>
              <a:t>(</a:t>
            </a:r>
            <a:r>
              <a:rPr lang="en-US" altLang="en-US" i="1" dirty="0" err="1">
                <a:ea typeface="MS PGothic" panose="020B0600070205080204" pitchFamily="34" charset="-128"/>
              </a:rPr>
              <a:t>t</a:t>
            </a:r>
            <a:r>
              <a:rPr lang="en-US" altLang="en-US" i="1" baseline="-25000" dirty="0" err="1">
                <a:ea typeface="MS PGothic" panose="020B0600070205080204" pitchFamily="34" charset="-128"/>
              </a:rPr>
              <a:t>T</a:t>
            </a:r>
            <a:r>
              <a:rPr lang="en-US" altLang="en-US" i="1" baseline="-25000" dirty="0">
                <a:ea typeface="MS PGothic" panose="020B0600070205080204" pitchFamily="34" charset="-128"/>
              </a:rPr>
              <a:t> </a:t>
            </a:r>
            <a:r>
              <a:rPr lang="en-US" altLang="en-US" i="1" dirty="0">
                <a:ea typeface="MS PGothic" panose="020B0600070205080204" pitchFamily="34" charset="-128"/>
              </a:rPr>
              <a:t>+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dirty="0">
                <a:ea typeface="MS PGothic" panose="020B0600070205080204" pitchFamily="34" charset="-128"/>
              </a:rPr>
              <a:t>) + </a:t>
            </a:r>
            <a:r>
              <a:rPr lang="en-US" altLang="en-US" i="1" dirty="0" err="1">
                <a:ea typeface="MS PGothic" panose="020B0600070205080204" pitchFamily="34" charset="-128"/>
              </a:rPr>
              <a:t>n</a:t>
            </a:r>
            <a:r>
              <a:rPr lang="en-US" altLang="en-US" i="1" baseline="-25000" dirty="0" err="1">
                <a:ea typeface="MS PGothic" panose="020B0600070205080204" pitchFamily="34" charset="-128"/>
              </a:rPr>
              <a:t>r</a:t>
            </a:r>
            <a:r>
              <a:rPr lang="en-US" altLang="en-US" i="1" dirty="0">
                <a:ea typeface="MS PGothic" panose="020B0600070205080204" pitchFamily="34" charset="-128"/>
              </a:rPr>
              <a:t> </a:t>
            </a:r>
            <a:r>
              <a:rPr lang="en-US" altLang="en-US"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c</a:t>
            </a:r>
            <a:endParaRPr lang="en-US" altLang="en-US" dirty="0">
              <a:ea typeface="MS PGothic" panose="020B0600070205080204" pitchFamily="34" charset="-128"/>
              <a:sym typeface="Symbol" panose="05050102010706020507" pitchFamily="18" charset="2"/>
            </a:endParaRPr>
          </a:p>
          <a:p>
            <a:pPr lvl="1">
              <a:lnSpc>
                <a:spcPct val="90000"/>
              </a:lnSpc>
            </a:pPr>
            <a:r>
              <a:rPr lang="en-US" altLang="en-US" dirty="0">
                <a:ea typeface="MS PGothic" panose="020B0600070205080204" pitchFamily="34" charset="-128"/>
                <a:sym typeface="Symbol" panose="05050102010706020507" pitchFamily="18" charset="2"/>
              </a:rPr>
              <a:t>Where </a:t>
            </a:r>
            <a:r>
              <a:rPr lang="en-US" altLang="en-US" i="1" dirty="0">
                <a:ea typeface="MS PGothic" panose="020B0600070205080204" pitchFamily="34" charset="-128"/>
                <a:sym typeface="Symbol" panose="05050102010706020507" pitchFamily="18" charset="2"/>
              </a:rPr>
              <a:t>c</a:t>
            </a:r>
            <a:r>
              <a:rPr lang="en-US" altLang="en-US" dirty="0">
                <a:ea typeface="MS PGothic" panose="020B0600070205080204" pitchFamily="34" charset="-128"/>
                <a:sym typeface="Symbol" panose="05050102010706020507" pitchFamily="18" charset="2"/>
              </a:rPr>
              <a:t> is the cost of traversing index and fetching all matching </a:t>
            </a:r>
            <a:r>
              <a:rPr lang="en-US" altLang="en-US" i="1" dirty="0">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 tuples for one tuple or </a:t>
            </a:r>
            <a:r>
              <a:rPr lang="en-US" altLang="en-US" i="1" dirty="0">
                <a:ea typeface="MS PGothic" panose="020B0600070205080204" pitchFamily="34" charset="-128"/>
                <a:sym typeface="Symbol" panose="05050102010706020507" pitchFamily="18" charset="2"/>
              </a:rPr>
              <a:t>r</a:t>
            </a:r>
            <a:endParaRPr lang="en-US" altLang="en-US" dirty="0">
              <a:ea typeface="MS PGothic" panose="020B0600070205080204" pitchFamily="34" charset="-128"/>
              <a:sym typeface="Symbol" panose="05050102010706020507" pitchFamily="18" charset="2"/>
            </a:endParaRPr>
          </a:p>
          <a:p>
            <a:pPr lvl="1">
              <a:lnSpc>
                <a:spcPct val="90000"/>
              </a:lnSpc>
            </a:pPr>
            <a:r>
              <a:rPr lang="en-US" altLang="en-US" i="1" dirty="0">
                <a:ea typeface="MS PGothic" panose="020B0600070205080204" pitchFamily="34" charset="-128"/>
                <a:sym typeface="Symbol" panose="05050102010706020507" pitchFamily="18" charset="2"/>
              </a:rPr>
              <a:t>c</a:t>
            </a:r>
            <a:r>
              <a:rPr lang="en-US" altLang="en-US" dirty="0">
                <a:ea typeface="MS PGothic" panose="020B0600070205080204" pitchFamily="34" charset="-128"/>
                <a:sym typeface="Symbol" panose="05050102010706020507" pitchFamily="18" charset="2"/>
              </a:rPr>
              <a:t> can be estimated as cost of a single selection on </a:t>
            </a:r>
            <a:r>
              <a:rPr lang="en-US" altLang="en-US" i="1" dirty="0">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 using the join condition.</a:t>
            </a:r>
          </a:p>
          <a:p>
            <a:pPr>
              <a:lnSpc>
                <a:spcPct val="90000"/>
              </a:lnSpc>
            </a:pPr>
            <a:r>
              <a:rPr lang="en-US" altLang="en-US" dirty="0">
                <a:ea typeface="MS PGothic" panose="020B0600070205080204" pitchFamily="34" charset="-128"/>
                <a:sym typeface="Symbol" panose="05050102010706020507" pitchFamily="18" charset="2"/>
              </a:rPr>
              <a:t>If indices are available on join attributes of both </a:t>
            </a:r>
            <a:r>
              <a:rPr lang="en-US" altLang="en-US" i="1" dirty="0">
                <a:ea typeface="MS PGothic" panose="020B0600070205080204" pitchFamily="34" charset="-128"/>
                <a:sym typeface="Symbol" panose="05050102010706020507" pitchFamily="18" charset="2"/>
              </a:rPr>
              <a:t>r </a:t>
            </a:r>
            <a:r>
              <a:rPr lang="en-US" altLang="en-US" dirty="0">
                <a:ea typeface="MS PGothic" panose="020B0600070205080204" pitchFamily="34" charset="-128"/>
                <a:sym typeface="Symbol" panose="05050102010706020507" pitchFamily="18" charset="2"/>
              </a:rPr>
              <a:t>and </a:t>
            </a:r>
            <a:r>
              <a:rPr lang="en-US" altLang="en-US" i="1" dirty="0">
                <a:ea typeface="MS PGothic" panose="020B0600070205080204" pitchFamily="34" charset="-128"/>
                <a:sym typeface="Symbol" panose="05050102010706020507" pitchFamily="18" charset="2"/>
              </a:rPr>
              <a:t>s,</a:t>
            </a:r>
            <a:br>
              <a:rPr lang="en-US" altLang="en-US" i="1" dirty="0">
                <a:ea typeface="MS PGothic" panose="020B0600070205080204" pitchFamily="34" charset="-128"/>
                <a:sym typeface="Symbol" panose="05050102010706020507" pitchFamily="18" charset="2"/>
              </a:rPr>
            </a:br>
            <a:r>
              <a:rPr lang="en-US" altLang="en-US" dirty="0">
                <a:ea typeface="MS PGothic" panose="020B0600070205080204" pitchFamily="34" charset="-128"/>
                <a:sym typeface="Symbol" panose="05050102010706020507" pitchFamily="18" charset="2"/>
              </a:rPr>
              <a:t>use the relation with fewer tuples as the outer relation.</a:t>
            </a:r>
          </a:p>
        </p:txBody>
      </p:sp>
      <p:sp>
        <p:nvSpPr>
          <p:cNvPr id="2" name="TextBox 1">
            <a:extLst>
              <a:ext uri="{FF2B5EF4-FFF2-40B4-BE49-F238E27FC236}">
                <a16:creationId xmlns:a16="http://schemas.microsoft.com/office/drawing/2014/main" id="{1077BC46-ADE6-D64B-2F81-8DC9FA536411}"/>
              </a:ext>
            </a:extLst>
          </p:cNvPr>
          <p:cNvSpPr txBox="1"/>
          <p:nvPr/>
        </p:nvSpPr>
        <p:spPr>
          <a:xfrm>
            <a:off x="4648200" y="4177213"/>
            <a:ext cx="2164823" cy="646331"/>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r.X</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s.Y</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AND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r.P</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s.Q</a:t>
            </a:r>
            <a:endPar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endParaRP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(X, Y) </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sym typeface="Wingdings" pitchFamily="2" charset="2"/>
              </a:rPr>
              <a:t> (P, Q)</a:t>
            </a:r>
            <a:endPar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a:extLst>
              <a:ext uri="{FF2B5EF4-FFF2-40B4-BE49-F238E27FC236}">
                <a16:creationId xmlns:a16="http://schemas.microsoft.com/office/drawing/2014/main" id="{30ADAA97-BAE6-4F68-846B-69138BFF1402}"/>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Sorting</a:t>
            </a:r>
          </a:p>
        </p:txBody>
      </p:sp>
      <p:sp>
        <p:nvSpPr>
          <p:cNvPr id="35843" name="Rectangle 3">
            <a:extLst>
              <a:ext uri="{FF2B5EF4-FFF2-40B4-BE49-F238E27FC236}">
                <a16:creationId xmlns:a16="http://schemas.microsoft.com/office/drawing/2014/main" id="{363E5989-E98B-420C-AFB3-5AD92AE20EC1}"/>
              </a:ext>
            </a:extLst>
          </p:cNvPr>
          <p:cNvSpPr>
            <a:spLocks noGrp="1" noChangeArrowheads="1"/>
          </p:cNvSpPr>
          <p:nvPr>
            <p:ph idx="1"/>
          </p:nvPr>
        </p:nvSpPr>
        <p:spPr>
          <a:xfrm>
            <a:off x="1788851" y="926137"/>
            <a:ext cx="5626223" cy="1564400"/>
          </a:xfrm>
        </p:spPr>
        <p:txBody>
          <a:bodyPr/>
          <a:lstStyle/>
          <a:p>
            <a:r>
              <a:rPr lang="en-US" altLang="en-US" dirty="0">
                <a:ea typeface="MS PGothic" panose="020B0600070205080204" pitchFamily="34" charset="-128"/>
              </a:rPr>
              <a:t>We may build an index on the relation, and then use the index to read the relation in sorted order.  May lead to one disk block access for each tuple.</a:t>
            </a:r>
          </a:p>
          <a:p>
            <a:r>
              <a:rPr lang="en-US" altLang="en-US" dirty="0">
                <a:ea typeface="MS PGothic" panose="020B0600070205080204" pitchFamily="34" charset="-128"/>
              </a:rPr>
              <a:t>For relations that fit in memory, techniques like quicksort can be used.  </a:t>
            </a:r>
          </a:p>
          <a:p>
            <a:pPr lvl="1"/>
            <a:r>
              <a:rPr lang="en-US" altLang="en-US" dirty="0">
                <a:ea typeface="MS PGothic" panose="020B0600070205080204" pitchFamily="34" charset="-128"/>
              </a:rPr>
              <a:t>For relations that don</a:t>
            </a:r>
            <a:r>
              <a:rPr lang="ja-JP" altLang="en-US" dirty="0">
                <a:ea typeface="MS PGothic" panose="020B0600070205080204" pitchFamily="34" charset="-128"/>
              </a:rPr>
              <a:t>’</a:t>
            </a:r>
            <a:r>
              <a:rPr lang="en-US" altLang="ja-JP" dirty="0">
                <a:ea typeface="MS PGothic" panose="020B0600070205080204" pitchFamily="34" charset="-128"/>
              </a:rPr>
              <a:t>t fit in memory, </a:t>
            </a:r>
            <a:r>
              <a:rPr lang="en-US" altLang="ja-JP" b="1" dirty="0">
                <a:ea typeface="MS PGothic" panose="020B0600070205080204" pitchFamily="34" charset="-128"/>
              </a:rPr>
              <a:t>external sort-merge </a:t>
            </a:r>
            <a:r>
              <a:rPr lang="en-US" altLang="ja-JP" dirty="0">
                <a:ea typeface="MS PGothic" panose="020B0600070205080204" pitchFamily="34" charset="-128"/>
              </a:rPr>
              <a:t>is a good choice. </a:t>
            </a:r>
            <a:endParaRPr lang="en-US" altLang="en-US" dirty="0">
              <a:ea typeface="MS PGothic" panose="020B0600070205080204" pitchFamily="34" charset="-128"/>
            </a:endParaRPr>
          </a:p>
        </p:txBody>
      </p:sp>
      <p:sp>
        <p:nvSpPr>
          <p:cNvPr id="2" name="TextBox 1">
            <a:extLst>
              <a:ext uri="{FF2B5EF4-FFF2-40B4-BE49-F238E27FC236}">
                <a16:creationId xmlns:a16="http://schemas.microsoft.com/office/drawing/2014/main" id="{B9659E60-21B1-76D0-6493-9A5AA6A755C0}"/>
              </a:ext>
            </a:extLst>
          </p:cNvPr>
          <p:cNvSpPr txBox="1"/>
          <p:nvPr/>
        </p:nvSpPr>
        <p:spPr>
          <a:xfrm>
            <a:off x="457200" y="2952750"/>
            <a:ext cx="7628820" cy="1200329"/>
          </a:xfrm>
          <a:prstGeom prst="rect">
            <a:avLst/>
          </a:prstGeom>
          <a:noFill/>
        </p:spPr>
        <p:txBody>
          <a:bodyPr wrap="none" rtlCol="0">
            <a:spAutoFit/>
          </a:bodyPr>
          <a:lstStyle/>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The engine may build either a sorted index or a hash index.</a:t>
            </a:r>
          </a:p>
          <a:p>
            <a:pPr marL="285750" marR="0" lvl="0"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The key idea is:</a:t>
            </a:r>
          </a:p>
          <a:p>
            <a:pPr marL="742950" marR="0" lvl="1"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The cost of building the index and then using the index in the algorithm</a:t>
            </a:r>
          </a:p>
          <a:p>
            <a:pPr marL="742950" marR="0" lvl="1" indent="-28575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Is cheaper than running the default algorithm with an index</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BE70F-7700-24B7-E1F3-7A6CE10779B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B7554E-4FE7-1A6E-41C5-8A8320368102}"/>
              </a:ext>
            </a:extLst>
          </p:cNvPr>
          <p:cNvSpPr>
            <a:spLocks noGrp="1"/>
          </p:cNvSpPr>
          <p:nvPr>
            <p:ph idx="1"/>
          </p:nvPr>
        </p:nvSpPr>
        <p:spPr/>
        <p:txBody>
          <a:bodyPr/>
          <a:lstStyle/>
          <a:p>
            <a:pPr>
              <a:spcBef>
                <a:spcPts val="0"/>
              </a:spcBef>
              <a:spcAft>
                <a:spcPts val="200"/>
              </a:spcAft>
            </a:pPr>
            <a:r>
              <a:rPr lang="en-US" sz="1600" dirty="0"/>
              <a:t>One way to </a:t>
            </a:r>
            <a:r>
              <a:rPr lang="en-US" sz="1600" i="1" dirty="0"/>
              <a:t>overly </a:t>
            </a:r>
            <a:r>
              <a:rPr lang="en-US" sz="1600" dirty="0"/>
              <a:t>simplify these analyses is realizing that</a:t>
            </a:r>
            <a:br>
              <a:rPr lang="en-US" sz="1600" dirty="0"/>
            </a:br>
            <a:r>
              <a:rPr lang="en-US" sz="1600" dirty="0"/>
              <a:t>the no. of blocks is “linear” with the number of records/</a:t>
            </a:r>
            <a:br>
              <a:rPr lang="en-US" sz="1600" dirty="0"/>
            </a:br>
            <a:r>
              <a:rPr lang="en-US" sz="1600" dirty="0"/>
              <a:t>tuples in a relation. </a:t>
            </a:r>
            <a:r>
              <a:rPr lang="en-US" sz="1600" dirty="0">
                <a:sym typeface="Wingdings" pitchFamily="2" charset="2"/>
              </a:rPr>
              <a:t></a:t>
            </a:r>
          </a:p>
          <a:p>
            <a:pPr lvl="1">
              <a:spcBef>
                <a:spcPts val="0"/>
              </a:spcBef>
              <a:spcAft>
                <a:spcPts val="200"/>
              </a:spcAft>
            </a:pPr>
            <a:r>
              <a:rPr lang="en-US" sz="1400" dirty="0">
                <a:sym typeface="Wingdings" pitchFamily="2" charset="2"/>
              </a:rPr>
              <a:t>Overly simplify and assume that the block size is one record.</a:t>
            </a:r>
          </a:p>
          <a:p>
            <a:pPr lvl="1">
              <a:spcBef>
                <a:spcPts val="0"/>
              </a:spcBef>
              <a:spcAft>
                <a:spcPts val="200"/>
              </a:spcAft>
            </a:pPr>
            <a:r>
              <a:rPr lang="en-US" sz="1400" dirty="0">
                <a:sym typeface="Wingdings" pitchFamily="2" charset="2"/>
              </a:rPr>
              <a:t>Analyze using the number of reads as a function of no. of rows.</a:t>
            </a:r>
          </a:p>
          <a:p>
            <a:pPr>
              <a:spcBef>
                <a:spcPts val="0"/>
              </a:spcBef>
              <a:spcAft>
                <a:spcPts val="200"/>
              </a:spcAft>
            </a:pPr>
            <a:r>
              <a:rPr lang="en-US" sz="1600" dirty="0">
                <a:sym typeface="Wingdings" pitchFamily="2" charset="2"/>
              </a:rPr>
              <a:t>Assume that relation R has #(R) rows:</a:t>
            </a:r>
          </a:p>
          <a:p>
            <a:pPr lvl="1">
              <a:spcBef>
                <a:spcPts val="0"/>
              </a:spcBef>
              <a:spcAft>
                <a:spcPts val="200"/>
              </a:spcAft>
            </a:pPr>
            <a:r>
              <a:rPr lang="en-US" sz="1400" dirty="0">
                <a:sym typeface="Wingdings" pitchFamily="2" charset="2"/>
              </a:rPr>
              <a:t>A tree-based lookup when you can use a key is O(log(#R)).</a:t>
            </a:r>
            <a:br>
              <a:rPr lang="en-US" sz="1400" dirty="0">
                <a:sym typeface="Wingdings" pitchFamily="2" charset="2"/>
              </a:rPr>
            </a:br>
            <a:r>
              <a:rPr lang="en-US" sz="1400" dirty="0">
                <a:sym typeface="Wingdings" pitchFamily="2" charset="2"/>
              </a:rPr>
              <a:t>The base of the logarithm does not materially change the analysis.</a:t>
            </a:r>
          </a:p>
          <a:p>
            <a:pPr lvl="1">
              <a:spcBef>
                <a:spcPts val="0"/>
              </a:spcBef>
              <a:spcAft>
                <a:spcPts val="200"/>
              </a:spcAft>
            </a:pPr>
            <a:r>
              <a:rPr lang="en-US" sz="1400" dirty="0">
                <a:sym typeface="Wingdings" pitchFamily="2" charset="2"/>
              </a:rPr>
              <a:t>A hash-based lookup is O(1).</a:t>
            </a:r>
          </a:p>
          <a:p>
            <a:pPr lvl="1">
              <a:spcBef>
                <a:spcPts val="0"/>
              </a:spcBef>
              <a:spcAft>
                <a:spcPts val="200"/>
              </a:spcAft>
            </a:pPr>
            <a:r>
              <a:rPr lang="en-US" sz="1400" dirty="0">
                <a:sym typeface="Wingdings" pitchFamily="2" charset="2"/>
              </a:rPr>
              <a:t>A scan or scan-based look up is O(#R).</a:t>
            </a:r>
          </a:p>
          <a:p>
            <a:pPr>
              <a:spcBef>
                <a:spcPts val="0"/>
              </a:spcBef>
              <a:spcAft>
                <a:spcPts val="200"/>
              </a:spcAft>
            </a:pPr>
            <a:r>
              <a:rPr lang="en-US" sz="1600" dirty="0">
                <a:sym typeface="Wingdings" pitchFamily="2" charset="2"/>
              </a:rPr>
              <a:t>Index creation cost:</a:t>
            </a:r>
          </a:p>
          <a:p>
            <a:pPr lvl="1">
              <a:spcBef>
                <a:spcPts val="0"/>
              </a:spcBef>
              <a:spcAft>
                <a:spcPts val="200"/>
              </a:spcAft>
            </a:pPr>
            <a:r>
              <a:rPr lang="en-US" sz="1400" dirty="0">
                <a:sym typeface="Wingdings" pitchFamily="2" charset="2"/>
              </a:rPr>
              <a:t>Hash is O(#(R))</a:t>
            </a:r>
          </a:p>
          <a:p>
            <a:pPr lvl="1">
              <a:spcBef>
                <a:spcPts val="0"/>
              </a:spcBef>
              <a:spcAft>
                <a:spcPts val="200"/>
              </a:spcAft>
            </a:pPr>
            <a:r>
              <a:rPr lang="en-US" sz="1400" dirty="0">
                <a:sym typeface="Wingdings" pitchFamily="2" charset="2"/>
              </a:rPr>
              <a:t>Tree is O(#(R)*Log(#R))</a:t>
            </a:r>
          </a:p>
          <a:p>
            <a:pPr>
              <a:spcBef>
                <a:spcPts val="0"/>
              </a:spcBef>
              <a:spcAft>
                <a:spcPts val="200"/>
              </a:spcAft>
            </a:pPr>
            <a:r>
              <a:rPr lang="en-US" sz="1600" dirty="0">
                <a:sym typeface="Wingdings" pitchFamily="2" charset="2"/>
              </a:rPr>
              <a:t>So, very roughly an index join is either</a:t>
            </a:r>
          </a:p>
          <a:p>
            <a:pPr lvl="1">
              <a:spcBef>
                <a:spcPts val="0"/>
              </a:spcBef>
              <a:spcAft>
                <a:spcPts val="200"/>
              </a:spcAft>
            </a:pPr>
            <a:r>
              <a:rPr lang="en-US" sz="1400" dirty="0">
                <a:sym typeface="Wingdings" pitchFamily="2" charset="2"/>
              </a:rPr>
              <a:t>O(#(L)*Log(#(R)) + O(#(R)*Log(#(R))) = Log(#(R))*(#(L) + #(R)) or … …</a:t>
            </a:r>
          </a:p>
          <a:p>
            <a:pPr lvl="1">
              <a:spcBef>
                <a:spcPts val="0"/>
              </a:spcBef>
              <a:spcAft>
                <a:spcPts val="200"/>
              </a:spcAft>
            </a:pPr>
            <a:r>
              <a:rPr lang="en-US" sz="1400" dirty="0">
                <a:sym typeface="Wingdings" pitchFamily="2" charset="2"/>
              </a:rPr>
              <a:t>O(#(L) + #(R)), but this only works for equality.</a:t>
            </a:r>
          </a:p>
          <a:p>
            <a:pPr>
              <a:spcBef>
                <a:spcPts val="0"/>
              </a:spcBef>
              <a:spcAft>
                <a:spcPts val="200"/>
              </a:spcAft>
            </a:pPr>
            <a:endParaRPr lang="en-US" sz="1600" dirty="0"/>
          </a:p>
        </p:txBody>
      </p:sp>
      <p:sp>
        <p:nvSpPr>
          <p:cNvPr id="3" name="Title 2">
            <a:extLst>
              <a:ext uri="{FF2B5EF4-FFF2-40B4-BE49-F238E27FC236}">
                <a16:creationId xmlns:a16="http://schemas.microsoft.com/office/drawing/2014/main" id="{06D64DC3-E2B9-6689-0C93-5E26DC3DC04C}"/>
              </a:ext>
            </a:extLst>
          </p:cNvPr>
          <p:cNvSpPr>
            <a:spLocks noGrp="1"/>
          </p:cNvSpPr>
          <p:nvPr>
            <p:ph type="title"/>
          </p:nvPr>
        </p:nvSpPr>
        <p:spPr/>
        <p:txBody>
          <a:bodyPr/>
          <a:lstStyle/>
          <a:p>
            <a:r>
              <a:rPr lang="en-US" dirty="0"/>
              <a:t>We Really Hate this Class</a:t>
            </a:r>
          </a:p>
        </p:txBody>
      </p:sp>
      <p:pic>
        <p:nvPicPr>
          <p:cNvPr id="5122" name="Picture 2" descr="star trek - Which episode is the &quot;double facepalm&quot; image macro from? -  Science Fiction &amp; Fantasy Stack Exchange">
            <a:extLst>
              <a:ext uri="{FF2B5EF4-FFF2-40B4-BE49-F238E27FC236}">
                <a16:creationId xmlns:a16="http://schemas.microsoft.com/office/drawing/2014/main" id="{2E4D6CDA-53E9-4B96-ECF2-26C7844D55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0"/>
            <a:ext cx="2312080" cy="18496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0DCC1A3-7C89-2627-B3BE-EB28542D1A31}"/>
              </a:ext>
            </a:extLst>
          </p:cNvPr>
          <p:cNvSpPr txBox="1"/>
          <p:nvPr/>
        </p:nvSpPr>
        <p:spPr>
          <a:xfrm>
            <a:off x="5334000" y="2876550"/>
            <a:ext cx="2250681" cy="1200329"/>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#(R)= 100</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#(S)  1000000</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Build index = 6 million</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700 + 6 million</a:t>
            </a:r>
          </a:p>
        </p:txBody>
      </p:sp>
    </p:spTree>
    <p:extLst>
      <p:ext uri="{BB962C8B-B14F-4D97-AF65-F5344CB8AC3E}">
        <p14:creationId xmlns:p14="http://schemas.microsoft.com/office/powerpoint/2010/main" val="12086398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a:extLst>
              <a:ext uri="{FF2B5EF4-FFF2-40B4-BE49-F238E27FC236}">
                <a16:creationId xmlns:a16="http://schemas.microsoft.com/office/drawing/2014/main" id="{0543EE86-49A1-4B2E-A768-5258983E98FF}"/>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Merge-Join</a:t>
            </a:r>
          </a:p>
        </p:txBody>
      </p:sp>
      <p:sp>
        <p:nvSpPr>
          <p:cNvPr id="64515" name="Rectangle 3">
            <a:extLst>
              <a:ext uri="{FF2B5EF4-FFF2-40B4-BE49-F238E27FC236}">
                <a16:creationId xmlns:a16="http://schemas.microsoft.com/office/drawing/2014/main" id="{A970AC8B-5F83-483D-AF83-922F8CEC986F}"/>
              </a:ext>
            </a:extLst>
          </p:cNvPr>
          <p:cNvSpPr>
            <a:spLocks noGrp="1" noChangeArrowheads="1"/>
          </p:cNvSpPr>
          <p:nvPr>
            <p:ph idx="1"/>
          </p:nvPr>
        </p:nvSpPr>
        <p:spPr>
          <a:xfrm>
            <a:off x="1822142" y="945298"/>
            <a:ext cx="5955021" cy="1902979"/>
          </a:xfrm>
        </p:spPr>
        <p:txBody>
          <a:bodyPr/>
          <a:lstStyle/>
          <a:p>
            <a:pPr marL="0" indent="0">
              <a:lnSpc>
                <a:spcPct val="60000"/>
              </a:lnSpc>
              <a:buNone/>
            </a:pPr>
            <a:r>
              <a:rPr lang="en-US" altLang="en-US" dirty="0">
                <a:solidFill>
                  <a:srgbClr val="002060"/>
                </a:solidFill>
                <a:ea typeface="MS PGothic" panose="020B0600070205080204" pitchFamily="34" charset="-128"/>
              </a:rPr>
              <a:t>1.   </a:t>
            </a:r>
            <a:r>
              <a:rPr lang="en-US" altLang="en-US" dirty="0">
                <a:ea typeface="MS PGothic" panose="020B0600070205080204" pitchFamily="34" charset="-128"/>
              </a:rPr>
              <a:t>Sort both relations on their join attribute (if not already sorted on the join </a:t>
            </a:r>
          </a:p>
          <a:p>
            <a:pPr marL="0" indent="0">
              <a:lnSpc>
                <a:spcPct val="60000"/>
              </a:lnSpc>
              <a:buNone/>
            </a:pPr>
            <a:r>
              <a:rPr lang="en-US" altLang="en-US" dirty="0">
                <a:ea typeface="MS PGothic" panose="020B0600070205080204" pitchFamily="34" charset="-128"/>
              </a:rPr>
              <a:t>      attributes).</a:t>
            </a:r>
          </a:p>
          <a:p>
            <a:pPr marL="0" indent="0">
              <a:lnSpc>
                <a:spcPct val="90000"/>
              </a:lnSpc>
              <a:buNone/>
            </a:pPr>
            <a:r>
              <a:rPr lang="en-US" altLang="en-US" dirty="0">
                <a:solidFill>
                  <a:srgbClr val="002060"/>
                </a:solidFill>
                <a:ea typeface="MS PGothic" panose="020B0600070205080204" pitchFamily="34" charset="-128"/>
              </a:rPr>
              <a:t>2.   </a:t>
            </a:r>
            <a:r>
              <a:rPr lang="en-US" altLang="en-US" dirty="0">
                <a:ea typeface="MS PGothic" panose="020B0600070205080204" pitchFamily="34" charset="-128"/>
              </a:rPr>
              <a:t>Merge the sorted relations to join them</a:t>
            </a:r>
          </a:p>
          <a:p>
            <a:pPr marL="342900" lvl="1" indent="0">
              <a:lnSpc>
                <a:spcPct val="90000"/>
              </a:lnSpc>
              <a:buNone/>
            </a:pPr>
            <a:r>
              <a:rPr lang="en-US" altLang="en-US" dirty="0">
                <a:solidFill>
                  <a:srgbClr val="FF9900"/>
                </a:solidFill>
                <a:ea typeface="MS PGothic" panose="020B0600070205080204" pitchFamily="34" charset="-128"/>
              </a:rPr>
              <a:t>1.   </a:t>
            </a:r>
            <a:r>
              <a:rPr lang="en-US" altLang="en-US" dirty="0">
                <a:ea typeface="MS PGothic" panose="020B0600070205080204" pitchFamily="34" charset="-128"/>
              </a:rPr>
              <a:t>Join step is similar to the merge stage of the sort-merge algorithm.  </a:t>
            </a:r>
          </a:p>
          <a:p>
            <a:pPr marL="342900" lvl="1" indent="0">
              <a:lnSpc>
                <a:spcPct val="60000"/>
              </a:lnSpc>
              <a:buNone/>
            </a:pPr>
            <a:r>
              <a:rPr lang="en-US" altLang="en-US" dirty="0">
                <a:solidFill>
                  <a:srgbClr val="FF9900"/>
                </a:solidFill>
                <a:ea typeface="MS PGothic" panose="020B0600070205080204" pitchFamily="34" charset="-128"/>
              </a:rPr>
              <a:t>2.   </a:t>
            </a:r>
            <a:r>
              <a:rPr lang="en-US" altLang="en-US" dirty="0">
                <a:ea typeface="MS PGothic" panose="020B0600070205080204" pitchFamily="34" charset="-128"/>
              </a:rPr>
              <a:t>Main difference is handling of duplicate values in join attribute — </a:t>
            </a:r>
          </a:p>
          <a:p>
            <a:pPr marL="342900" lvl="1" indent="0">
              <a:lnSpc>
                <a:spcPct val="60000"/>
              </a:lnSpc>
              <a:buNone/>
            </a:pPr>
            <a:r>
              <a:rPr lang="en-US" altLang="en-US" dirty="0">
                <a:ea typeface="MS PGothic" panose="020B0600070205080204" pitchFamily="34" charset="-128"/>
              </a:rPr>
              <a:t>      every pair with same value on join attribute must be matched</a:t>
            </a:r>
          </a:p>
          <a:p>
            <a:pPr marL="342900" lvl="1" indent="0">
              <a:lnSpc>
                <a:spcPct val="90000"/>
              </a:lnSpc>
              <a:buNone/>
            </a:pPr>
            <a:r>
              <a:rPr lang="en-US" altLang="en-US" dirty="0">
                <a:solidFill>
                  <a:srgbClr val="FF9900"/>
                </a:solidFill>
                <a:ea typeface="MS PGothic" panose="020B0600070205080204" pitchFamily="34" charset="-128"/>
              </a:rPr>
              <a:t>3.   </a:t>
            </a:r>
            <a:r>
              <a:rPr lang="en-US" altLang="en-US" dirty="0">
                <a:ea typeface="MS PGothic" panose="020B0600070205080204" pitchFamily="34" charset="-128"/>
              </a:rPr>
              <a:t>Detailed algorithm in book</a:t>
            </a:r>
          </a:p>
        </p:txBody>
      </p:sp>
      <p:pic>
        <p:nvPicPr>
          <p:cNvPr id="64516" name="Picture 10">
            <a:extLst>
              <a:ext uri="{FF2B5EF4-FFF2-40B4-BE49-F238E27FC236}">
                <a16:creationId xmlns:a16="http://schemas.microsoft.com/office/drawing/2014/main" id="{EB9A4822-0DB7-4C8A-88DB-460E67E7B7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9630" y="2487323"/>
            <a:ext cx="1637617" cy="1648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2D92336F-B6AC-98DF-7213-8668FA2C92B5}"/>
              </a:ext>
            </a:extLst>
          </p:cNvPr>
          <p:cNvSpPr txBox="1"/>
          <p:nvPr/>
        </p:nvSpPr>
        <p:spPr>
          <a:xfrm>
            <a:off x="457200" y="3867150"/>
            <a:ext cx="2847254" cy="923330"/>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 = n, #(B) = m</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n*m</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n*log(n) + m*log(m) + n + m</a:t>
            </a:r>
          </a:p>
        </p:txBody>
      </p:sp>
    </p:spTree>
    <p:extLst>
      <p:ext uri="{BB962C8B-B14F-4D97-AF65-F5344CB8AC3E}">
        <p14:creationId xmlns:p14="http://schemas.microsoft.com/office/powerpoint/2010/main" val="1949572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a:extLst>
              <a:ext uri="{FF2B5EF4-FFF2-40B4-BE49-F238E27FC236}">
                <a16:creationId xmlns:a16="http://schemas.microsoft.com/office/drawing/2014/main" id="{13E438D7-C598-4EDA-9E3F-8B9987EC8F39}"/>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Merge-Join (Cont.)</a:t>
            </a:r>
          </a:p>
        </p:txBody>
      </p:sp>
      <p:sp>
        <p:nvSpPr>
          <p:cNvPr id="66563" name="Rectangle 3">
            <a:extLst>
              <a:ext uri="{FF2B5EF4-FFF2-40B4-BE49-F238E27FC236}">
                <a16:creationId xmlns:a16="http://schemas.microsoft.com/office/drawing/2014/main" id="{B2137334-2ACC-454C-B8E0-4D4836714187}"/>
              </a:ext>
            </a:extLst>
          </p:cNvPr>
          <p:cNvSpPr>
            <a:spLocks noGrp="1" noChangeArrowheads="1"/>
          </p:cNvSpPr>
          <p:nvPr>
            <p:ph idx="1"/>
          </p:nvPr>
        </p:nvSpPr>
        <p:spPr>
          <a:xfrm>
            <a:off x="1788851" y="873920"/>
            <a:ext cx="5598539" cy="3222834"/>
          </a:xfrm>
        </p:spPr>
        <p:txBody>
          <a:bodyPr/>
          <a:lstStyle/>
          <a:p>
            <a:r>
              <a:rPr lang="en-US" altLang="en-US" dirty="0">
                <a:ea typeface="MS PGothic" panose="020B0600070205080204" pitchFamily="34" charset="-128"/>
              </a:rPr>
              <a:t>Can be used only for </a:t>
            </a:r>
            <a:r>
              <a:rPr lang="en-US" altLang="en-US" dirty="0" err="1">
                <a:ea typeface="MS PGothic" panose="020B0600070205080204" pitchFamily="34" charset="-128"/>
              </a:rPr>
              <a:t>equi</a:t>
            </a:r>
            <a:r>
              <a:rPr lang="en-US" altLang="en-US" dirty="0">
                <a:ea typeface="MS PGothic" panose="020B0600070205080204" pitchFamily="34" charset="-128"/>
              </a:rPr>
              <a:t>-joins and natural joins</a:t>
            </a:r>
          </a:p>
          <a:p>
            <a:r>
              <a:rPr lang="en-US" altLang="en-US" dirty="0">
                <a:ea typeface="MS PGothic" panose="020B0600070205080204" pitchFamily="34" charset="-128"/>
              </a:rPr>
              <a:t>Each block needs to be read only once (assuming all tuples for any given value of the join attributes fit in memory</a:t>
            </a:r>
          </a:p>
          <a:p>
            <a:r>
              <a:rPr lang="en-US" altLang="en-US" dirty="0">
                <a:ea typeface="MS PGothic" panose="020B0600070205080204" pitchFamily="34" charset="-128"/>
              </a:rPr>
              <a:t>Thus the cost of merge join is: </a:t>
            </a:r>
            <a:br>
              <a:rPr lang="en-US" altLang="en-US" dirty="0">
                <a:ea typeface="MS PGothic" panose="020B0600070205080204" pitchFamily="34" charset="-128"/>
              </a:rPr>
            </a:br>
            <a:r>
              <a:rPr lang="en-US" altLang="en-US" dirty="0">
                <a:ea typeface="MS PGothic" panose="020B0600070205080204" pitchFamily="34" charset="-128"/>
              </a:rPr>
              <a:t>         </a:t>
            </a:r>
            <a:r>
              <a:rPr lang="en-US" altLang="en-US" i="1" dirty="0" err="1">
                <a:ea typeface="MS PGothic" panose="020B0600070205080204" pitchFamily="34" charset="-128"/>
              </a:rPr>
              <a:t>b</a:t>
            </a:r>
            <a:r>
              <a:rPr lang="en-US" altLang="en-US" i="1" baseline="-25000" dirty="0" err="1">
                <a:ea typeface="MS PGothic" panose="020B0600070205080204" pitchFamily="34" charset="-128"/>
              </a:rPr>
              <a:t>r</a:t>
            </a:r>
            <a:r>
              <a:rPr lang="en-US" altLang="en-US" i="1" dirty="0">
                <a:ea typeface="MS PGothic" panose="020B0600070205080204" pitchFamily="34" charset="-128"/>
              </a:rPr>
              <a:t> + </a:t>
            </a:r>
            <a:r>
              <a:rPr lang="en-US" altLang="en-US" i="1" dirty="0" err="1">
                <a:ea typeface="MS PGothic" panose="020B0600070205080204" pitchFamily="34" charset="-128"/>
              </a:rPr>
              <a:t>b</a:t>
            </a:r>
            <a:r>
              <a:rPr lang="en-US" altLang="en-US" i="1" baseline="-25000" dirty="0" err="1">
                <a:ea typeface="MS PGothic" panose="020B0600070205080204" pitchFamily="34" charset="-128"/>
              </a:rPr>
              <a:t>s</a:t>
            </a:r>
            <a:r>
              <a:rPr lang="en-US" altLang="en-US" dirty="0">
                <a:ea typeface="MS PGothic" panose="020B0600070205080204" pitchFamily="34" charset="-128"/>
              </a:rPr>
              <a:t>  block transfers  + </a:t>
            </a:r>
            <a:r>
              <a:rPr lang="en-US" altLang="en-US"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b</a:t>
            </a:r>
            <a:r>
              <a:rPr lang="en-US" altLang="en-US" i="1" baseline="-25000" dirty="0" err="1">
                <a:ea typeface="MS PGothic" panose="020B0600070205080204" pitchFamily="34" charset="-128"/>
                <a:sym typeface="Symbol" panose="05050102010706020507" pitchFamily="18" charset="2"/>
              </a:rPr>
              <a:t>r</a:t>
            </a:r>
            <a:r>
              <a:rPr lang="en-US" altLang="en-US" i="1" baseline="-25000"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 b</a:t>
            </a:r>
            <a:r>
              <a:rPr lang="en-US" altLang="en-US" i="1" baseline="-25000" dirty="0">
                <a:ea typeface="MS PGothic" panose="020B0600070205080204" pitchFamily="34" charset="-128"/>
                <a:sym typeface="Symbol" panose="05050102010706020507" pitchFamily="18" charset="2"/>
              </a:rPr>
              <a:t>b</a:t>
            </a:r>
            <a:r>
              <a:rPr lang="en-US" altLang="en-US" dirty="0">
                <a:ea typeface="MS PGothic" panose="020B0600070205080204" pitchFamily="34" charset="-128"/>
                <a:sym typeface="Symbol" panose="05050102010706020507" pitchFamily="18" charset="2"/>
              </a:rPr>
              <a:t> + </a:t>
            </a:r>
            <a:r>
              <a:rPr lang="en-US" altLang="en-US" i="1" dirty="0" err="1">
                <a:ea typeface="MS PGothic" panose="020B0600070205080204" pitchFamily="34" charset="-128"/>
                <a:sym typeface="Symbol" panose="05050102010706020507" pitchFamily="18" charset="2"/>
              </a:rPr>
              <a:t>b</a:t>
            </a:r>
            <a:r>
              <a:rPr lang="en-US" altLang="en-US" i="1" baseline="-25000" dirty="0" err="1">
                <a:ea typeface="MS PGothic" panose="020B0600070205080204" pitchFamily="34" charset="-128"/>
                <a:sym typeface="Symbol" panose="05050102010706020507" pitchFamily="18" charset="2"/>
              </a:rPr>
              <a:t>s</a:t>
            </a:r>
            <a:r>
              <a:rPr lang="en-US" altLang="en-US" i="1" baseline="-25000"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 b</a:t>
            </a:r>
            <a:r>
              <a:rPr lang="en-US" altLang="en-US" i="1" baseline="-25000" dirty="0">
                <a:ea typeface="MS PGothic" panose="020B0600070205080204" pitchFamily="34" charset="-128"/>
                <a:sym typeface="Symbol" panose="05050102010706020507" pitchFamily="18" charset="2"/>
              </a:rPr>
              <a:t>b</a:t>
            </a:r>
            <a:r>
              <a:rPr lang="en-US" altLang="en-US" dirty="0">
                <a:ea typeface="MS PGothic" panose="020B0600070205080204" pitchFamily="34" charset="-128"/>
                <a:sym typeface="Symbol" panose="05050102010706020507" pitchFamily="18" charset="2"/>
              </a:rPr>
              <a:t>  seeks</a:t>
            </a:r>
            <a:endParaRPr lang="en-US" altLang="en-US" dirty="0">
              <a:ea typeface="MS PGothic" panose="020B0600070205080204" pitchFamily="34" charset="-128"/>
            </a:endParaRPr>
          </a:p>
          <a:p>
            <a:pPr marL="342900" lvl="1" indent="0">
              <a:buNone/>
            </a:pPr>
            <a:r>
              <a:rPr lang="en-US" altLang="en-US" dirty="0">
                <a:ea typeface="MS PGothic" panose="020B0600070205080204" pitchFamily="34" charset="-128"/>
              </a:rPr>
              <a:t>       + the cost of sorting if relations are unsorted.</a:t>
            </a:r>
          </a:p>
          <a:p>
            <a:r>
              <a:rPr lang="en-US" altLang="en-US" b="1" dirty="0">
                <a:solidFill>
                  <a:srgbClr val="002060"/>
                </a:solidFill>
                <a:ea typeface="MS PGothic" panose="020B0600070205080204" pitchFamily="34" charset="-128"/>
              </a:rPr>
              <a:t>hybrid merge-join</a:t>
            </a:r>
            <a:r>
              <a:rPr lang="en-US" altLang="en-US" b="1" dirty="0">
                <a:ea typeface="MS PGothic" panose="020B0600070205080204" pitchFamily="34" charset="-128"/>
              </a:rPr>
              <a:t>: </a:t>
            </a:r>
            <a:r>
              <a:rPr lang="en-US" altLang="en-US" dirty="0">
                <a:ea typeface="MS PGothic" panose="020B0600070205080204" pitchFamily="34" charset="-128"/>
              </a:rPr>
              <a:t>If one relation is sorted, and the other has a secondary B</a:t>
            </a:r>
            <a:r>
              <a:rPr lang="en-US" altLang="en-US" baseline="30000" dirty="0">
                <a:ea typeface="MS PGothic" panose="020B0600070205080204" pitchFamily="34" charset="-128"/>
              </a:rPr>
              <a:t>+</a:t>
            </a:r>
            <a:r>
              <a:rPr lang="en-US" altLang="en-US" dirty="0">
                <a:ea typeface="MS PGothic" panose="020B0600070205080204" pitchFamily="34" charset="-128"/>
              </a:rPr>
              <a:t>-tree index on the join attribute</a:t>
            </a:r>
          </a:p>
          <a:p>
            <a:pPr lvl="1"/>
            <a:r>
              <a:rPr lang="en-US" altLang="en-US" dirty="0">
                <a:ea typeface="MS PGothic" panose="020B0600070205080204" pitchFamily="34" charset="-128"/>
              </a:rPr>
              <a:t>Merge the sorted relation with the leaf entries of the B</a:t>
            </a:r>
            <a:r>
              <a:rPr lang="en-US" altLang="en-US" baseline="30000" dirty="0">
                <a:ea typeface="MS PGothic" panose="020B0600070205080204" pitchFamily="34" charset="-128"/>
              </a:rPr>
              <a:t>+</a:t>
            </a:r>
            <a:r>
              <a:rPr lang="en-US" altLang="en-US" dirty="0">
                <a:ea typeface="MS PGothic" panose="020B0600070205080204" pitchFamily="34" charset="-128"/>
              </a:rPr>
              <a:t>-tree . </a:t>
            </a:r>
          </a:p>
          <a:p>
            <a:pPr lvl="1"/>
            <a:r>
              <a:rPr lang="en-US" altLang="en-US" dirty="0">
                <a:ea typeface="MS PGothic" panose="020B0600070205080204" pitchFamily="34" charset="-128"/>
              </a:rPr>
              <a:t>Sort the result on the addresses of the unsorted relation</a:t>
            </a:r>
            <a:r>
              <a:rPr lang="ja-JP" altLang="en-US" dirty="0">
                <a:ea typeface="MS PGothic" panose="020B0600070205080204" pitchFamily="34" charset="-128"/>
              </a:rPr>
              <a:t>’</a:t>
            </a:r>
            <a:r>
              <a:rPr lang="en-US" altLang="ja-JP" dirty="0">
                <a:ea typeface="MS PGothic" panose="020B0600070205080204" pitchFamily="34" charset="-128"/>
              </a:rPr>
              <a:t>s tuples</a:t>
            </a:r>
          </a:p>
          <a:p>
            <a:pPr lvl="1"/>
            <a:r>
              <a:rPr lang="en-US" altLang="en-US" dirty="0">
                <a:ea typeface="MS PGothic" panose="020B0600070205080204" pitchFamily="34" charset="-128"/>
              </a:rPr>
              <a:t>Scan the unsorted relation in physical address order and merge with previous result, to replace addresses by the actual tuples</a:t>
            </a:r>
          </a:p>
          <a:p>
            <a:pPr lvl="2"/>
            <a:r>
              <a:rPr lang="en-US" altLang="en-US" dirty="0">
                <a:ea typeface="MS PGothic" panose="020B0600070205080204" pitchFamily="34" charset="-128"/>
              </a:rPr>
              <a:t>Sequential scan more efficient than random lookup</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a:extLst>
              <a:ext uri="{FF2B5EF4-FFF2-40B4-BE49-F238E27FC236}">
                <a16:creationId xmlns:a16="http://schemas.microsoft.com/office/drawing/2014/main" id="{E449C0D3-B1B5-442F-8C15-9D1470DE1EA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Hash-Join</a:t>
            </a:r>
          </a:p>
        </p:txBody>
      </p:sp>
      <p:sp>
        <p:nvSpPr>
          <p:cNvPr id="68611" name="Rectangle 3">
            <a:extLst>
              <a:ext uri="{FF2B5EF4-FFF2-40B4-BE49-F238E27FC236}">
                <a16:creationId xmlns:a16="http://schemas.microsoft.com/office/drawing/2014/main" id="{74D9820F-1360-4789-A03A-243DEC744202}"/>
              </a:ext>
            </a:extLst>
          </p:cNvPr>
          <p:cNvSpPr>
            <a:spLocks noGrp="1" noChangeArrowheads="1"/>
          </p:cNvSpPr>
          <p:nvPr>
            <p:ph idx="1"/>
          </p:nvPr>
        </p:nvSpPr>
        <p:spPr>
          <a:xfrm>
            <a:off x="1782194" y="883509"/>
            <a:ext cx="5666172" cy="2590612"/>
          </a:xfrm>
        </p:spPr>
        <p:txBody>
          <a:bodyPr/>
          <a:lstStyle/>
          <a:p>
            <a:r>
              <a:rPr lang="en-US" altLang="en-US" dirty="0">
                <a:ea typeface="MS PGothic" panose="020B0600070205080204" pitchFamily="34" charset="-128"/>
              </a:rPr>
              <a:t>Applicable for </a:t>
            </a:r>
            <a:r>
              <a:rPr lang="en-US" altLang="en-US" dirty="0" err="1">
                <a:ea typeface="MS PGothic" panose="020B0600070205080204" pitchFamily="34" charset="-128"/>
              </a:rPr>
              <a:t>equi</a:t>
            </a:r>
            <a:r>
              <a:rPr lang="en-US" altLang="en-US" dirty="0">
                <a:ea typeface="MS PGothic" panose="020B0600070205080204" pitchFamily="34" charset="-128"/>
              </a:rPr>
              <a:t>-joins and natural joins.</a:t>
            </a:r>
          </a:p>
          <a:p>
            <a:r>
              <a:rPr lang="en-US" altLang="en-US" dirty="0">
                <a:ea typeface="MS PGothic" panose="020B0600070205080204" pitchFamily="34" charset="-128"/>
              </a:rPr>
              <a:t>A hash function</a:t>
            </a:r>
            <a:r>
              <a:rPr lang="en-US" altLang="en-US" i="1" dirty="0">
                <a:ea typeface="MS PGothic" panose="020B0600070205080204" pitchFamily="34" charset="-128"/>
              </a:rPr>
              <a:t> h</a:t>
            </a:r>
            <a:r>
              <a:rPr lang="en-US" altLang="en-US" dirty="0">
                <a:ea typeface="MS PGothic" panose="020B0600070205080204" pitchFamily="34" charset="-128"/>
              </a:rPr>
              <a:t> is used to partition tuples of both relations </a:t>
            </a:r>
          </a:p>
          <a:p>
            <a:r>
              <a:rPr lang="en-US" altLang="en-US" i="1" dirty="0">
                <a:ea typeface="MS PGothic" panose="020B0600070205080204" pitchFamily="34" charset="-128"/>
              </a:rPr>
              <a:t>h</a:t>
            </a:r>
            <a:r>
              <a:rPr lang="en-US" altLang="en-US" dirty="0">
                <a:ea typeface="MS PGothic" panose="020B0600070205080204" pitchFamily="34" charset="-128"/>
              </a:rPr>
              <a:t> maps </a:t>
            </a:r>
            <a:r>
              <a:rPr lang="en-US" altLang="en-US" i="1" dirty="0" err="1">
                <a:ea typeface="MS PGothic" panose="020B0600070205080204" pitchFamily="34" charset="-128"/>
              </a:rPr>
              <a:t>JoinAttrs</a:t>
            </a:r>
            <a:r>
              <a:rPr lang="en-US" altLang="en-US" dirty="0">
                <a:ea typeface="MS PGothic" panose="020B0600070205080204" pitchFamily="34" charset="-128"/>
              </a:rPr>
              <a:t> values to {0, 1, ..., </a:t>
            </a:r>
            <a:r>
              <a:rPr lang="en-US" altLang="en-US" i="1" dirty="0">
                <a:ea typeface="MS PGothic" panose="020B0600070205080204" pitchFamily="34" charset="-128"/>
              </a:rPr>
              <a:t>n</a:t>
            </a:r>
            <a:r>
              <a:rPr lang="en-US" altLang="en-US" dirty="0">
                <a:ea typeface="MS PGothic" panose="020B0600070205080204" pitchFamily="34" charset="-128"/>
              </a:rPr>
              <a:t>}, where </a:t>
            </a:r>
            <a:r>
              <a:rPr lang="en-US" altLang="en-US" i="1" dirty="0" err="1">
                <a:ea typeface="MS PGothic" panose="020B0600070205080204" pitchFamily="34" charset="-128"/>
              </a:rPr>
              <a:t>JoinAttrs</a:t>
            </a:r>
            <a:r>
              <a:rPr lang="en-US" altLang="en-US" i="1" dirty="0">
                <a:ea typeface="MS PGothic" panose="020B0600070205080204" pitchFamily="34" charset="-128"/>
              </a:rPr>
              <a:t> </a:t>
            </a:r>
            <a:r>
              <a:rPr lang="en-US" altLang="en-US" dirty="0">
                <a:ea typeface="MS PGothic" panose="020B0600070205080204" pitchFamily="34" charset="-128"/>
              </a:rPr>
              <a:t>denotes the common attributes of </a:t>
            </a:r>
            <a:r>
              <a:rPr lang="en-US" altLang="en-US" i="1" dirty="0">
                <a:ea typeface="MS PGothic" panose="020B0600070205080204" pitchFamily="34" charset="-128"/>
              </a:rPr>
              <a:t>r</a:t>
            </a:r>
            <a:r>
              <a:rPr lang="en-US" altLang="en-US" dirty="0">
                <a:ea typeface="MS PGothic" panose="020B0600070205080204" pitchFamily="34" charset="-128"/>
              </a:rPr>
              <a:t> and </a:t>
            </a:r>
            <a:r>
              <a:rPr lang="en-US" altLang="en-US" i="1" dirty="0">
                <a:ea typeface="MS PGothic" panose="020B0600070205080204" pitchFamily="34" charset="-128"/>
              </a:rPr>
              <a:t>s </a:t>
            </a:r>
            <a:r>
              <a:rPr lang="en-US" altLang="en-US" dirty="0">
                <a:ea typeface="MS PGothic" panose="020B0600070205080204" pitchFamily="34" charset="-128"/>
              </a:rPr>
              <a:t>used in the natural join. </a:t>
            </a:r>
          </a:p>
          <a:p>
            <a:pPr lvl="1"/>
            <a:r>
              <a:rPr lang="en-US" altLang="en-US" i="1" dirty="0">
                <a:ea typeface="MS PGothic" panose="020B0600070205080204" pitchFamily="34" charset="-128"/>
              </a:rPr>
              <a:t>r</a:t>
            </a:r>
            <a:r>
              <a:rPr lang="en-US" altLang="en-US" i="1" baseline="-25000" dirty="0">
                <a:ea typeface="MS PGothic" panose="020B0600070205080204" pitchFamily="34" charset="-128"/>
              </a:rPr>
              <a:t>0</a:t>
            </a:r>
            <a:r>
              <a:rPr lang="en-US" altLang="en-US" i="1" dirty="0">
                <a:ea typeface="MS PGothic" panose="020B0600070205080204" pitchFamily="34" charset="-128"/>
              </a:rPr>
              <a:t>, r</a:t>
            </a:r>
            <a:r>
              <a:rPr lang="en-US" altLang="en-US" i="1" baseline="-25000" dirty="0">
                <a:ea typeface="MS PGothic" panose="020B0600070205080204" pitchFamily="34" charset="-128"/>
              </a:rPr>
              <a:t>1</a:t>
            </a:r>
            <a:r>
              <a:rPr lang="en-US" altLang="en-US" i="1" dirty="0">
                <a:ea typeface="MS PGothic" panose="020B0600070205080204" pitchFamily="34" charset="-128"/>
              </a:rPr>
              <a:t>, . . .,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n</a:t>
            </a:r>
            <a:r>
              <a:rPr lang="en-US" altLang="en-US" dirty="0">
                <a:ea typeface="MS PGothic" panose="020B0600070205080204" pitchFamily="34" charset="-128"/>
              </a:rPr>
              <a:t> denote partitions of </a:t>
            </a:r>
            <a:r>
              <a:rPr lang="en-US" altLang="en-US" i="1" dirty="0">
                <a:ea typeface="MS PGothic" panose="020B0600070205080204" pitchFamily="34" charset="-128"/>
              </a:rPr>
              <a:t>r </a:t>
            </a:r>
            <a:r>
              <a:rPr lang="en-US" altLang="en-US" dirty="0">
                <a:ea typeface="MS PGothic" panose="020B0600070205080204" pitchFamily="34" charset="-128"/>
              </a:rPr>
              <a:t>tuples</a:t>
            </a:r>
          </a:p>
          <a:p>
            <a:pPr lvl="2"/>
            <a:r>
              <a:rPr lang="en-US" altLang="en-US" dirty="0">
                <a:ea typeface="MS PGothic" panose="020B0600070205080204" pitchFamily="34" charset="-128"/>
              </a:rPr>
              <a:t>Each tuple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r</a:t>
            </a:r>
            <a:r>
              <a:rPr lang="en-US" altLang="en-US" i="1" dirty="0">
                <a:ea typeface="MS PGothic" panose="020B0600070205080204" pitchFamily="34" charset="-128"/>
              </a:rPr>
              <a:t> </a:t>
            </a:r>
            <a:r>
              <a:rPr lang="en-US" altLang="en-US" i="1" dirty="0">
                <a:ea typeface="MS PGothic" panose="020B0600070205080204" pitchFamily="34" charset="-128"/>
                <a:sym typeface="Symbol" panose="05050102010706020507" pitchFamily="18" charset="2"/>
              </a:rPr>
              <a:t> r </a:t>
            </a:r>
            <a:r>
              <a:rPr lang="en-US" altLang="en-US" dirty="0">
                <a:ea typeface="MS PGothic" panose="020B0600070205080204" pitchFamily="34" charset="-128"/>
                <a:sym typeface="Symbol" panose="05050102010706020507" pitchFamily="18" charset="2"/>
              </a:rPr>
              <a:t>is put in partition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i</a:t>
            </a:r>
            <a:r>
              <a:rPr lang="en-US" altLang="en-US" dirty="0">
                <a:ea typeface="MS PGothic" panose="020B0600070205080204" pitchFamily="34" charset="-128"/>
                <a:sym typeface="Symbol" panose="05050102010706020507" pitchFamily="18" charset="2"/>
              </a:rPr>
              <a:t> where </a:t>
            </a:r>
            <a:r>
              <a:rPr lang="en-US" altLang="en-US" i="1" dirty="0" err="1">
                <a:ea typeface="MS PGothic" panose="020B0600070205080204" pitchFamily="34" charset="-128"/>
                <a:sym typeface="Symbol" panose="05050102010706020507" pitchFamily="18" charset="2"/>
              </a:rPr>
              <a:t>i</a:t>
            </a:r>
            <a:r>
              <a:rPr lang="en-US" altLang="en-US" i="1" dirty="0">
                <a:ea typeface="MS PGothic" panose="020B0600070205080204" pitchFamily="34" charset="-128"/>
                <a:sym typeface="Symbol" panose="05050102010706020507" pitchFamily="18" charset="2"/>
              </a:rPr>
              <a:t> = h(</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r</a:t>
            </a:r>
            <a:r>
              <a:rPr lang="en-US" altLang="en-US" i="1" baseline="-25000"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JoinAttrs</a:t>
            </a:r>
            <a:r>
              <a:rPr lang="en-US" altLang="en-US" i="1" dirty="0">
                <a:ea typeface="MS PGothic" panose="020B0600070205080204" pitchFamily="34" charset="-128"/>
                <a:sym typeface="Symbol" panose="05050102010706020507" pitchFamily="18" charset="2"/>
              </a:rPr>
              <a:t>]).</a:t>
            </a:r>
          </a:p>
          <a:p>
            <a:pPr lvl="1"/>
            <a:r>
              <a:rPr lang="en-US" altLang="en-US" i="1" dirty="0">
                <a:ea typeface="MS PGothic" panose="020B0600070205080204" pitchFamily="34" charset="-128"/>
              </a:rPr>
              <a:t>r</a:t>
            </a:r>
            <a:r>
              <a:rPr lang="en-US" altLang="en-US" i="1" baseline="-25000" dirty="0">
                <a:ea typeface="MS PGothic" panose="020B0600070205080204" pitchFamily="34" charset="-128"/>
              </a:rPr>
              <a:t>0</a:t>
            </a:r>
            <a:r>
              <a:rPr lang="en-US" altLang="en-US" i="1" dirty="0">
                <a:ea typeface="MS PGothic" panose="020B0600070205080204" pitchFamily="34" charset="-128"/>
              </a:rPr>
              <a:t>,, r</a:t>
            </a:r>
            <a:r>
              <a:rPr lang="en-US" altLang="en-US" i="1" baseline="-25000" dirty="0">
                <a:ea typeface="MS PGothic" panose="020B0600070205080204" pitchFamily="34" charset="-128"/>
              </a:rPr>
              <a:t>1</a:t>
            </a:r>
            <a:r>
              <a:rPr lang="en-US" altLang="en-US" i="1" dirty="0">
                <a:ea typeface="MS PGothic" panose="020B0600070205080204" pitchFamily="34" charset="-128"/>
              </a:rPr>
              <a:t>. . .,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n</a:t>
            </a:r>
            <a:r>
              <a:rPr lang="en-US" altLang="en-US" dirty="0">
                <a:ea typeface="MS PGothic" panose="020B0600070205080204" pitchFamily="34" charset="-128"/>
              </a:rPr>
              <a:t> denotes partitions of </a:t>
            </a:r>
            <a:r>
              <a:rPr lang="en-US" altLang="en-US" i="1" dirty="0">
                <a:ea typeface="MS PGothic" panose="020B0600070205080204" pitchFamily="34" charset="-128"/>
              </a:rPr>
              <a:t>s</a:t>
            </a:r>
            <a:r>
              <a:rPr lang="en-US" altLang="en-US" dirty="0">
                <a:ea typeface="MS PGothic" panose="020B0600070205080204" pitchFamily="34" charset="-128"/>
              </a:rPr>
              <a:t> tuples</a:t>
            </a:r>
          </a:p>
          <a:p>
            <a:pPr lvl="2"/>
            <a:r>
              <a:rPr lang="en-US" altLang="en-US" dirty="0">
                <a:ea typeface="MS PGothic" panose="020B0600070205080204" pitchFamily="34" charset="-128"/>
              </a:rPr>
              <a:t>Each tuple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i="1" dirty="0">
                <a:ea typeface="MS PGothic" panose="020B0600070205080204" pitchFamily="34" charset="-128"/>
              </a:rPr>
              <a:t> </a:t>
            </a:r>
            <a:r>
              <a:rPr lang="en-US" altLang="en-US" dirty="0">
                <a:ea typeface="MS PGothic" panose="020B0600070205080204" pitchFamily="34" charset="-128"/>
                <a:sym typeface="Symbol" panose="05050102010706020507" pitchFamily="18" charset="2"/>
              </a:rPr>
              <a:t></a:t>
            </a:r>
            <a:r>
              <a:rPr lang="en-US" altLang="en-US" i="1" dirty="0">
                <a:ea typeface="MS PGothic" panose="020B0600070205080204" pitchFamily="34" charset="-128"/>
                <a:sym typeface="Symbol" panose="05050102010706020507" pitchFamily="18" charset="2"/>
              </a:rPr>
              <a:t>s</a:t>
            </a:r>
            <a:r>
              <a:rPr lang="en-US" altLang="en-US" dirty="0">
                <a:ea typeface="MS PGothic" panose="020B0600070205080204" pitchFamily="34" charset="-128"/>
                <a:sym typeface="Symbol" panose="05050102010706020507" pitchFamily="18" charset="2"/>
              </a:rPr>
              <a:t> is put in partition </a:t>
            </a:r>
            <a:r>
              <a:rPr lang="en-US" altLang="en-US" i="1" dirty="0" err="1">
                <a:ea typeface="MS PGothic" panose="020B0600070205080204" pitchFamily="34" charset="-128"/>
                <a:sym typeface="Symbol" panose="05050102010706020507" pitchFamily="18" charset="2"/>
              </a:rPr>
              <a:t>s</a:t>
            </a:r>
            <a:r>
              <a:rPr lang="en-US" altLang="en-US" i="1" baseline="-25000" dirty="0" err="1">
                <a:ea typeface="MS PGothic" panose="020B0600070205080204" pitchFamily="34" charset="-128"/>
                <a:sym typeface="Symbol" panose="05050102010706020507" pitchFamily="18" charset="2"/>
              </a:rPr>
              <a:t>i</a:t>
            </a:r>
            <a:r>
              <a:rPr lang="en-US" altLang="en-US" dirty="0">
                <a:ea typeface="MS PGothic" panose="020B0600070205080204" pitchFamily="34" charset="-128"/>
                <a:sym typeface="Symbol" panose="05050102010706020507" pitchFamily="18" charset="2"/>
              </a:rPr>
              <a:t>, where </a:t>
            </a:r>
            <a:r>
              <a:rPr lang="en-US" altLang="en-US" i="1" dirty="0" err="1">
                <a:ea typeface="MS PGothic" panose="020B0600070205080204" pitchFamily="34" charset="-128"/>
                <a:sym typeface="Symbol" panose="05050102010706020507" pitchFamily="18" charset="2"/>
              </a:rPr>
              <a:t>i</a:t>
            </a:r>
            <a:r>
              <a:rPr lang="en-US" altLang="en-US" i="1" dirty="0">
                <a:ea typeface="MS PGothic" panose="020B0600070205080204" pitchFamily="34" charset="-128"/>
                <a:sym typeface="Symbol" panose="05050102010706020507" pitchFamily="18" charset="2"/>
              </a:rPr>
              <a:t> = h(</a:t>
            </a:r>
            <a:r>
              <a:rPr lang="en-US" altLang="en-US" i="1" dirty="0" err="1">
                <a:ea typeface="MS PGothic" panose="020B0600070205080204" pitchFamily="34" charset="-128"/>
                <a:sym typeface="Symbol" panose="05050102010706020507" pitchFamily="18" charset="2"/>
              </a:rPr>
              <a:t>t</a:t>
            </a:r>
            <a:r>
              <a:rPr lang="en-US" altLang="en-US" i="1" baseline="-25000" dirty="0" err="1">
                <a:ea typeface="MS PGothic" panose="020B0600070205080204" pitchFamily="34" charset="-128"/>
                <a:sym typeface="Symbol" panose="05050102010706020507" pitchFamily="18" charset="2"/>
              </a:rPr>
              <a:t>s</a:t>
            </a:r>
            <a:r>
              <a:rPr lang="en-US" altLang="en-US" i="1" baseline="-25000" dirty="0">
                <a:ea typeface="MS PGothic" panose="020B0600070205080204" pitchFamily="34" charset="-128"/>
                <a:sym typeface="Symbol" panose="05050102010706020507" pitchFamily="18" charset="2"/>
              </a:rPr>
              <a:t> </a:t>
            </a:r>
            <a:r>
              <a:rPr lang="en-US" altLang="en-US" i="1" dirty="0">
                <a:ea typeface="MS PGothic" panose="020B0600070205080204" pitchFamily="34" charset="-128"/>
                <a:sym typeface="Symbol" panose="05050102010706020507" pitchFamily="18" charset="2"/>
              </a:rPr>
              <a:t>[</a:t>
            </a:r>
            <a:r>
              <a:rPr lang="en-US" altLang="en-US" i="1" dirty="0" err="1">
                <a:ea typeface="MS PGothic" panose="020B0600070205080204" pitchFamily="34" charset="-128"/>
                <a:sym typeface="Symbol" panose="05050102010706020507" pitchFamily="18" charset="2"/>
              </a:rPr>
              <a:t>JoinAttrs</a:t>
            </a:r>
            <a:r>
              <a:rPr lang="en-US" altLang="en-US" i="1" dirty="0">
                <a:ea typeface="MS PGothic" panose="020B0600070205080204" pitchFamily="34" charset="-128"/>
                <a:sym typeface="Symbol" panose="05050102010706020507" pitchFamily="18" charset="2"/>
              </a:rPr>
              <a:t>]).</a:t>
            </a:r>
          </a:p>
          <a:p>
            <a:r>
              <a:rPr lang="en-US" altLang="en-US" i="1" dirty="0">
                <a:ea typeface="MS PGothic" panose="020B0600070205080204" pitchFamily="34" charset="-128"/>
              </a:rPr>
              <a:t>Note: </a:t>
            </a:r>
            <a:r>
              <a:rPr lang="en-US" altLang="en-US" dirty="0">
                <a:ea typeface="MS PGothic" panose="020B0600070205080204" pitchFamily="34" charset="-128"/>
              </a:rPr>
              <a:t>In book,  Figure 12.10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i</a:t>
            </a:r>
            <a:r>
              <a:rPr lang="en-US" altLang="en-US" i="1" baseline="-25000" dirty="0">
                <a:ea typeface="MS PGothic" panose="020B0600070205080204" pitchFamily="34" charset="-128"/>
              </a:rPr>
              <a:t>   </a:t>
            </a:r>
            <a:r>
              <a:rPr lang="en-US" altLang="en-US" dirty="0">
                <a:ea typeface="MS PGothic" panose="020B0600070205080204" pitchFamily="34" charset="-128"/>
              </a:rPr>
              <a:t>is denoted as </a:t>
            </a:r>
            <a:r>
              <a:rPr lang="en-US" altLang="en-US" i="1" dirty="0" err="1">
                <a:ea typeface="MS PGothic" panose="020B0600070205080204" pitchFamily="34" charset="-128"/>
              </a:rPr>
              <a:t>H</a:t>
            </a:r>
            <a:r>
              <a:rPr lang="en-US" altLang="en-US" i="1" baseline="-25000" dirty="0" err="1">
                <a:ea typeface="MS PGothic" panose="020B0600070205080204" pitchFamily="34" charset="-128"/>
              </a:rPr>
              <a:t>ri</a:t>
            </a:r>
            <a:r>
              <a:rPr lang="en-US" altLang="en-US" i="1" baseline="-25000" dirty="0">
                <a:ea typeface="MS PGothic" panose="020B0600070205080204" pitchFamily="34" charset="-128"/>
              </a:rPr>
              <a:t>,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i="1" baseline="-25000" dirty="0">
                <a:ea typeface="MS PGothic" panose="020B0600070205080204" pitchFamily="34" charset="-128"/>
              </a:rPr>
              <a:t> </a:t>
            </a:r>
            <a:r>
              <a:rPr lang="en-US" altLang="en-US" dirty="0">
                <a:ea typeface="MS PGothic" panose="020B0600070205080204" pitchFamily="34" charset="-128"/>
              </a:rPr>
              <a:t>is denoted as </a:t>
            </a:r>
            <a:r>
              <a:rPr lang="en-US" altLang="en-US" i="1" dirty="0" err="1">
                <a:ea typeface="MS PGothic" panose="020B0600070205080204" pitchFamily="34" charset="-128"/>
              </a:rPr>
              <a:t>H</a:t>
            </a:r>
            <a:r>
              <a:rPr lang="en-US" altLang="en-US" i="1" baseline="-25000" dirty="0" err="1">
                <a:ea typeface="MS PGothic" panose="020B0600070205080204" pitchFamily="34" charset="-128"/>
              </a:rPr>
              <a:t>s</a:t>
            </a:r>
            <a:r>
              <a:rPr lang="en-US" altLang="en-US" baseline="-25000" dirty="0" err="1">
                <a:ea typeface="MS PGothic" panose="020B0600070205080204" pitchFamily="34" charset="-128"/>
              </a:rPr>
              <a:t>i</a:t>
            </a:r>
            <a:r>
              <a:rPr lang="en-US" altLang="en-US" baseline="-25000" dirty="0">
                <a:ea typeface="MS PGothic" panose="020B0600070205080204" pitchFamily="34" charset="-128"/>
              </a:rPr>
              <a:t>  </a:t>
            </a:r>
            <a:r>
              <a:rPr lang="en-US" altLang="en-US" dirty="0">
                <a:ea typeface="MS PGothic" panose="020B0600070205080204" pitchFamily="34" charset="-128"/>
              </a:rPr>
              <a:t>and</a:t>
            </a:r>
            <a:br>
              <a:rPr lang="en-US" altLang="en-US" dirty="0">
                <a:ea typeface="MS PGothic" panose="020B0600070205080204" pitchFamily="34" charset="-128"/>
              </a:rPr>
            </a:br>
            <a:r>
              <a:rPr lang="en-US" altLang="en-US" i="1" dirty="0">
                <a:ea typeface="MS PGothic" panose="020B0600070205080204" pitchFamily="34" charset="-128"/>
              </a:rPr>
              <a:t> n</a:t>
            </a:r>
            <a:r>
              <a:rPr lang="en-US" altLang="en-US" i="1" baseline="-25000" dirty="0">
                <a:ea typeface="MS PGothic" panose="020B0600070205080204" pitchFamily="34" charset="-128"/>
              </a:rPr>
              <a:t> </a:t>
            </a:r>
            <a:r>
              <a:rPr lang="en-US" altLang="en-US" dirty="0">
                <a:ea typeface="MS PGothic" panose="020B0600070205080204" pitchFamily="34" charset="-128"/>
              </a:rPr>
              <a:t>is denoted as </a:t>
            </a:r>
            <a:r>
              <a:rPr lang="en-US" altLang="en-US" i="1" dirty="0" err="1">
                <a:ea typeface="MS PGothic" panose="020B0600070205080204" pitchFamily="34" charset="-128"/>
              </a:rPr>
              <a:t>n</a:t>
            </a:r>
            <a:r>
              <a:rPr lang="en-US" altLang="en-US" i="1" baseline="-25000" dirty="0" err="1">
                <a:ea typeface="MS PGothic" panose="020B0600070205080204" pitchFamily="34" charset="-128"/>
              </a:rPr>
              <a:t>h</a:t>
            </a:r>
            <a:r>
              <a:rPr lang="en-US" altLang="en-US" i="1" baseline="-25000" dirty="0">
                <a:ea typeface="MS PGothic" panose="020B0600070205080204" pitchFamily="34" charset="-128"/>
              </a:rPr>
              <a:t>. </a:t>
            </a:r>
            <a:endParaRPr lang="en-US" altLang="en-US" dirty="0">
              <a:ea typeface="MS PGothic" panose="020B0600070205080204" pitchFamily="34" charset="-128"/>
            </a:endParaRPr>
          </a:p>
        </p:txBody>
      </p:sp>
      <p:sp>
        <p:nvSpPr>
          <p:cNvPr id="2" name="TextBox 1">
            <a:extLst>
              <a:ext uri="{FF2B5EF4-FFF2-40B4-BE49-F238E27FC236}">
                <a16:creationId xmlns:a16="http://schemas.microsoft.com/office/drawing/2014/main" id="{E7E38CDB-289C-001D-FE4E-CB990756AD87}"/>
              </a:ext>
            </a:extLst>
          </p:cNvPr>
          <p:cNvSpPr txBox="1"/>
          <p:nvPr/>
        </p:nvSpPr>
        <p:spPr>
          <a:xfrm>
            <a:off x="1295400" y="3474121"/>
            <a:ext cx="2355132" cy="923330"/>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On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A.x</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b.y</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and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A.z</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b.q</a:t>
            </a:r>
            <a:b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z,q</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x,y</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a:extLst>
              <a:ext uri="{FF2B5EF4-FFF2-40B4-BE49-F238E27FC236}">
                <a16:creationId xmlns:a16="http://schemas.microsoft.com/office/drawing/2014/main" id="{74E34440-0C98-4ADA-BA4C-BAEBEDF0157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Hash-Join (Cont.)</a:t>
            </a:r>
          </a:p>
        </p:txBody>
      </p:sp>
      <p:pic>
        <p:nvPicPr>
          <p:cNvPr id="70659" name="Picture 8">
            <a:extLst>
              <a:ext uri="{FF2B5EF4-FFF2-40B4-BE49-F238E27FC236}">
                <a16:creationId xmlns:a16="http://schemas.microsoft.com/office/drawing/2014/main" id="{EBE0E4E7-07C2-4B72-9B27-F9B80E26AE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3238" y="1031296"/>
            <a:ext cx="3064355" cy="3080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CA874CBB-5639-0889-B72D-C9CAA365EBC7}"/>
              </a:ext>
            </a:extLst>
          </p:cNvPr>
          <p:cNvSpPr/>
          <p:nvPr/>
        </p:nvSpPr>
        <p:spPr bwMode="auto">
          <a:xfrm>
            <a:off x="304800" y="1504950"/>
            <a:ext cx="228600" cy="1828800"/>
          </a:xfrm>
          <a:prstGeom prst="rect">
            <a:avLst/>
          </a:prstGeom>
          <a:solidFill>
            <a:schemeClr val="bg1">
              <a:lumMod val="9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3" name="Rectangle 2">
            <a:extLst>
              <a:ext uri="{FF2B5EF4-FFF2-40B4-BE49-F238E27FC236}">
                <a16:creationId xmlns:a16="http://schemas.microsoft.com/office/drawing/2014/main" id="{0B62EA18-B45E-408A-A7A9-54AEC3A3332F}"/>
              </a:ext>
            </a:extLst>
          </p:cNvPr>
          <p:cNvSpPr/>
          <p:nvPr/>
        </p:nvSpPr>
        <p:spPr bwMode="auto">
          <a:xfrm>
            <a:off x="1694719" y="1504949"/>
            <a:ext cx="228600" cy="3080909"/>
          </a:xfrm>
          <a:prstGeom prst="rect">
            <a:avLst/>
          </a:prstGeom>
          <a:solidFill>
            <a:schemeClr val="bg1">
              <a:lumMod val="9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cxnSp>
        <p:nvCxnSpPr>
          <p:cNvPr id="6" name="Straight Arrow Connector 5">
            <a:extLst>
              <a:ext uri="{FF2B5EF4-FFF2-40B4-BE49-F238E27FC236}">
                <a16:creationId xmlns:a16="http://schemas.microsoft.com/office/drawing/2014/main" id="{3A3751BA-8B51-8ABB-21DD-73DBF793731B}"/>
              </a:ext>
            </a:extLst>
          </p:cNvPr>
          <p:cNvCxnSpPr>
            <a:cxnSpLocks/>
          </p:cNvCxnSpPr>
          <p:nvPr/>
        </p:nvCxnSpPr>
        <p:spPr bwMode="auto">
          <a:xfrm>
            <a:off x="1618519" y="1657350"/>
            <a:ext cx="0" cy="29285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TextBox 8">
            <a:extLst>
              <a:ext uri="{FF2B5EF4-FFF2-40B4-BE49-F238E27FC236}">
                <a16:creationId xmlns:a16="http://schemas.microsoft.com/office/drawing/2014/main" id="{4A936DE2-1B39-AFFC-C1CA-F210F867A99A}"/>
              </a:ext>
            </a:extLst>
          </p:cNvPr>
          <p:cNvSpPr txBox="1"/>
          <p:nvPr/>
        </p:nvSpPr>
        <p:spPr>
          <a:xfrm>
            <a:off x="6858000" y="545306"/>
            <a:ext cx="1202573" cy="369332"/>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On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a.X</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b.Z</a:t>
            </a:r>
            <a:endPar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0994" name="Rectangle 2">
            <a:extLst>
              <a:ext uri="{FF2B5EF4-FFF2-40B4-BE49-F238E27FC236}">
                <a16:creationId xmlns:a16="http://schemas.microsoft.com/office/drawing/2014/main" id="{48CAA5AF-67A3-4585-9C6F-0592EA7C4CFE}"/>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Hash-Join (Cont.)</a:t>
            </a:r>
          </a:p>
        </p:txBody>
      </p:sp>
      <p:sp>
        <p:nvSpPr>
          <p:cNvPr id="72707" name="Rectangle 3">
            <a:extLst>
              <a:ext uri="{FF2B5EF4-FFF2-40B4-BE49-F238E27FC236}">
                <a16:creationId xmlns:a16="http://schemas.microsoft.com/office/drawing/2014/main" id="{2BB958A5-6618-4B98-BAA4-FEA5A47509CF}"/>
              </a:ext>
            </a:extLst>
          </p:cNvPr>
          <p:cNvSpPr>
            <a:spLocks noGrp="1" noChangeArrowheads="1"/>
          </p:cNvSpPr>
          <p:nvPr>
            <p:ph idx="1"/>
          </p:nvPr>
        </p:nvSpPr>
        <p:spPr>
          <a:xfrm>
            <a:off x="1768875" y="826874"/>
            <a:ext cx="5646199" cy="1474167"/>
          </a:xfrm>
        </p:spPr>
        <p:txBody>
          <a:bodyPr/>
          <a:lstStyle/>
          <a:p>
            <a:r>
              <a:rPr lang="en-US" altLang="en-US" i="1" dirty="0">
                <a:ea typeface="MS PGothic" panose="020B0600070205080204" pitchFamily="34" charset="-128"/>
              </a:rPr>
              <a:t>r  </a:t>
            </a:r>
            <a:r>
              <a:rPr lang="en-US" altLang="en-US" dirty="0">
                <a:ea typeface="MS PGothic" panose="020B0600070205080204" pitchFamily="34" charset="-128"/>
              </a:rPr>
              <a:t>tuples in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i</a:t>
            </a:r>
            <a:r>
              <a:rPr lang="en-US" altLang="en-US" i="1" dirty="0">
                <a:ea typeface="MS PGothic" panose="020B0600070205080204" pitchFamily="34" charset="-128"/>
              </a:rPr>
              <a:t> </a:t>
            </a:r>
            <a:r>
              <a:rPr lang="en-US" altLang="en-US" dirty="0">
                <a:ea typeface="MS PGothic" panose="020B0600070205080204" pitchFamily="34" charset="-128"/>
              </a:rPr>
              <a:t>need only to be compared with </a:t>
            </a:r>
            <a:r>
              <a:rPr lang="en-US" altLang="en-US" i="1" dirty="0">
                <a:ea typeface="MS PGothic" panose="020B0600070205080204" pitchFamily="34" charset="-128"/>
              </a:rPr>
              <a:t>s </a:t>
            </a:r>
            <a:r>
              <a:rPr lang="en-US" altLang="en-US" dirty="0">
                <a:ea typeface="MS PGothic" panose="020B0600070205080204" pitchFamily="34" charset="-128"/>
              </a:rPr>
              <a:t>tuples in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dirty="0">
                <a:ea typeface="MS PGothic" panose="020B0600070205080204" pitchFamily="34" charset="-128"/>
              </a:rPr>
              <a:t> Need not be compared with </a:t>
            </a:r>
            <a:r>
              <a:rPr lang="en-US" altLang="en-US" i="1" dirty="0">
                <a:ea typeface="MS PGothic" panose="020B0600070205080204" pitchFamily="34" charset="-128"/>
              </a:rPr>
              <a:t>s</a:t>
            </a:r>
            <a:r>
              <a:rPr lang="en-US" altLang="en-US" dirty="0">
                <a:ea typeface="MS PGothic" panose="020B0600070205080204" pitchFamily="34" charset="-128"/>
              </a:rPr>
              <a:t> tuples in any other partition, since:</a:t>
            </a:r>
          </a:p>
          <a:p>
            <a:pPr lvl="1"/>
            <a:r>
              <a:rPr lang="en-US" altLang="en-US" dirty="0">
                <a:ea typeface="MS PGothic" panose="020B0600070205080204" pitchFamily="34" charset="-128"/>
              </a:rPr>
              <a:t>an </a:t>
            </a:r>
            <a:r>
              <a:rPr lang="en-US" altLang="en-US" i="1" dirty="0">
                <a:ea typeface="MS PGothic" panose="020B0600070205080204" pitchFamily="34" charset="-128"/>
              </a:rPr>
              <a:t>r</a:t>
            </a:r>
            <a:r>
              <a:rPr lang="en-US" altLang="en-US" dirty="0">
                <a:ea typeface="MS PGothic" panose="020B0600070205080204" pitchFamily="34" charset="-128"/>
              </a:rPr>
              <a:t> tuple and an </a:t>
            </a:r>
            <a:r>
              <a:rPr lang="en-US" altLang="en-US" i="1" dirty="0">
                <a:ea typeface="MS PGothic" panose="020B0600070205080204" pitchFamily="34" charset="-128"/>
              </a:rPr>
              <a:t>s </a:t>
            </a:r>
            <a:r>
              <a:rPr lang="en-US" altLang="en-US" dirty="0">
                <a:ea typeface="MS PGothic" panose="020B0600070205080204" pitchFamily="34" charset="-128"/>
              </a:rPr>
              <a:t>tuple that satisfy the join condition will have the same value for the join attributes.</a:t>
            </a:r>
          </a:p>
          <a:p>
            <a:pPr lvl="1"/>
            <a:r>
              <a:rPr lang="en-US" altLang="en-US" dirty="0">
                <a:ea typeface="MS PGothic" panose="020B0600070205080204" pitchFamily="34" charset="-128"/>
              </a:rPr>
              <a:t>If that value is hashed to some value </a:t>
            </a:r>
            <a:r>
              <a:rPr lang="en-US" altLang="en-US" i="1" dirty="0" err="1">
                <a:ea typeface="MS PGothic" panose="020B0600070205080204" pitchFamily="34" charset="-128"/>
              </a:rPr>
              <a:t>i</a:t>
            </a:r>
            <a:r>
              <a:rPr lang="en-US" altLang="en-US" dirty="0">
                <a:ea typeface="MS PGothic" panose="020B0600070205080204" pitchFamily="34" charset="-128"/>
              </a:rPr>
              <a:t>, the </a:t>
            </a:r>
            <a:r>
              <a:rPr lang="en-US" altLang="en-US" i="1" dirty="0">
                <a:ea typeface="MS PGothic" panose="020B0600070205080204" pitchFamily="34" charset="-128"/>
              </a:rPr>
              <a:t>r</a:t>
            </a:r>
            <a:r>
              <a:rPr lang="en-US" altLang="en-US" dirty="0">
                <a:ea typeface="MS PGothic" panose="020B0600070205080204" pitchFamily="34" charset="-128"/>
              </a:rPr>
              <a:t> tuple has to be in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i</a:t>
            </a:r>
            <a:r>
              <a:rPr lang="en-US" altLang="en-US" i="1" dirty="0">
                <a:ea typeface="MS PGothic" panose="020B0600070205080204" pitchFamily="34" charset="-128"/>
              </a:rPr>
              <a:t> </a:t>
            </a:r>
            <a:r>
              <a:rPr lang="en-US" altLang="en-US" dirty="0">
                <a:ea typeface="MS PGothic" panose="020B0600070205080204" pitchFamily="34" charset="-128"/>
              </a:rPr>
              <a:t>and the </a:t>
            </a:r>
            <a:r>
              <a:rPr lang="en-US" altLang="en-US" i="1" dirty="0">
                <a:ea typeface="MS PGothic" panose="020B0600070205080204" pitchFamily="34" charset="-128"/>
              </a:rPr>
              <a:t>s </a:t>
            </a:r>
            <a:r>
              <a:rPr lang="en-US" altLang="en-US" dirty="0">
                <a:ea typeface="MS PGothic" panose="020B0600070205080204" pitchFamily="34" charset="-128"/>
              </a:rPr>
              <a:t>tuple in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i="1" dirty="0">
                <a:ea typeface="MS PGothic" panose="020B0600070205080204" pitchFamily="34" charset="-128"/>
              </a:rPr>
              <a:t>.</a:t>
            </a: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a:extLst>
              <a:ext uri="{FF2B5EF4-FFF2-40B4-BE49-F238E27FC236}">
                <a16:creationId xmlns:a16="http://schemas.microsoft.com/office/drawing/2014/main" id="{4C19BC0B-9814-430F-B171-DC17AF515FB7}"/>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Hash-Join Algorithm</a:t>
            </a:r>
          </a:p>
        </p:txBody>
      </p:sp>
      <p:sp>
        <p:nvSpPr>
          <p:cNvPr id="74755" name="Rectangle 3">
            <a:extLst>
              <a:ext uri="{FF2B5EF4-FFF2-40B4-BE49-F238E27FC236}">
                <a16:creationId xmlns:a16="http://schemas.microsoft.com/office/drawing/2014/main" id="{F63281CE-1FCD-42D4-BD4A-8D618E6CF08A}"/>
              </a:ext>
            </a:extLst>
          </p:cNvPr>
          <p:cNvSpPr>
            <a:spLocks noGrp="1" noChangeArrowheads="1"/>
          </p:cNvSpPr>
          <p:nvPr>
            <p:ph idx="1"/>
          </p:nvPr>
        </p:nvSpPr>
        <p:spPr>
          <a:xfrm>
            <a:off x="2101789" y="1141810"/>
            <a:ext cx="5402909" cy="2467664"/>
          </a:xfrm>
        </p:spPr>
        <p:txBody>
          <a:bodyPr/>
          <a:lstStyle/>
          <a:p>
            <a:pPr>
              <a:buFont typeface="Monotype Sorts" pitchFamily="-65" charset="2"/>
              <a:buNone/>
            </a:pPr>
            <a:r>
              <a:rPr lang="en-US" altLang="en-US" dirty="0">
                <a:ea typeface="MS PGothic" panose="020B0600070205080204" pitchFamily="34" charset="-128"/>
              </a:rPr>
              <a:t>1.	Partition the relation </a:t>
            </a:r>
            <a:r>
              <a:rPr lang="en-US" altLang="en-US" i="1" dirty="0">
                <a:ea typeface="MS PGothic" panose="020B0600070205080204" pitchFamily="34" charset="-128"/>
              </a:rPr>
              <a:t>s</a:t>
            </a:r>
            <a:r>
              <a:rPr lang="en-US" altLang="en-US" dirty="0">
                <a:ea typeface="MS PGothic" panose="020B0600070205080204" pitchFamily="34" charset="-128"/>
              </a:rPr>
              <a:t> using hashing function </a:t>
            </a:r>
            <a:r>
              <a:rPr lang="en-US" altLang="en-US" i="1" dirty="0">
                <a:ea typeface="MS PGothic" panose="020B0600070205080204" pitchFamily="34" charset="-128"/>
              </a:rPr>
              <a:t>h</a:t>
            </a:r>
            <a:r>
              <a:rPr lang="en-US" altLang="en-US" dirty="0">
                <a:ea typeface="MS PGothic" panose="020B0600070205080204" pitchFamily="34" charset="-128"/>
              </a:rPr>
              <a:t>.  When partitioning a relation, one block of memory is reserved as the output buffer for each partition.</a:t>
            </a:r>
          </a:p>
          <a:p>
            <a:pPr>
              <a:buFont typeface="Monotype Sorts" pitchFamily="-65" charset="2"/>
              <a:buNone/>
            </a:pPr>
            <a:r>
              <a:rPr lang="en-US" altLang="en-US" dirty="0">
                <a:ea typeface="MS PGothic" panose="020B0600070205080204" pitchFamily="34" charset="-128"/>
              </a:rPr>
              <a:t>2.	Partition </a:t>
            </a:r>
            <a:r>
              <a:rPr lang="en-US" altLang="en-US" i="1" dirty="0">
                <a:ea typeface="MS PGothic" panose="020B0600070205080204" pitchFamily="34" charset="-128"/>
              </a:rPr>
              <a:t>r</a:t>
            </a:r>
            <a:r>
              <a:rPr lang="en-US" altLang="en-US" dirty="0">
                <a:ea typeface="MS PGothic" panose="020B0600070205080204" pitchFamily="34" charset="-128"/>
              </a:rPr>
              <a:t> similarly.</a:t>
            </a:r>
          </a:p>
          <a:p>
            <a:pPr>
              <a:buFont typeface="Monotype Sorts" pitchFamily="-65" charset="2"/>
              <a:buNone/>
            </a:pPr>
            <a:r>
              <a:rPr lang="en-US" altLang="en-US" dirty="0">
                <a:ea typeface="MS PGothic" panose="020B0600070205080204" pitchFamily="34" charset="-128"/>
              </a:rPr>
              <a:t>3.	For each </a:t>
            </a:r>
            <a:r>
              <a:rPr lang="en-US" altLang="en-US" i="1" dirty="0">
                <a:ea typeface="MS PGothic" panose="020B0600070205080204" pitchFamily="34" charset="-128"/>
              </a:rPr>
              <a:t>i:</a:t>
            </a:r>
            <a:endParaRPr lang="en-US" altLang="en-US" dirty="0">
              <a:ea typeface="MS PGothic" panose="020B0600070205080204" pitchFamily="34" charset="-128"/>
            </a:endParaRPr>
          </a:p>
          <a:p>
            <a:pPr marL="552450" lvl="1" indent="-209550">
              <a:buNone/>
            </a:pPr>
            <a:r>
              <a:rPr lang="en-US" altLang="en-US" dirty="0">
                <a:ea typeface="MS PGothic" panose="020B0600070205080204" pitchFamily="34" charset="-128"/>
              </a:rPr>
              <a:t>(a)	Load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dirty="0">
                <a:ea typeface="MS PGothic" panose="020B0600070205080204" pitchFamily="34" charset="-128"/>
              </a:rPr>
              <a:t> into memory and build an in-memory hash index on it using the join attribute.  This hash index uses a different hash function than the earlier one </a:t>
            </a:r>
            <a:r>
              <a:rPr lang="en-US" altLang="en-US" i="1" dirty="0">
                <a:ea typeface="MS PGothic" panose="020B0600070205080204" pitchFamily="34" charset="-128"/>
              </a:rPr>
              <a:t>h.</a:t>
            </a:r>
            <a:endParaRPr lang="en-US" altLang="en-US" dirty="0">
              <a:ea typeface="MS PGothic" panose="020B0600070205080204" pitchFamily="34" charset="-128"/>
            </a:endParaRPr>
          </a:p>
          <a:p>
            <a:pPr marL="552450" lvl="1" indent="-209550">
              <a:buNone/>
            </a:pPr>
            <a:r>
              <a:rPr lang="en-US" altLang="en-US" dirty="0">
                <a:ea typeface="MS PGothic" panose="020B0600070205080204" pitchFamily="34" charset="-128"/>
              </a:rPr>
              <a:t>(b)	Read the tuples in </a:t>
            </a:r>
            <a:r>
              <a:rPr lang="en-US" altLang="en-US" i="1" dirty="0" err="1">
                <a:ea typeface="MS PGothic" panose="020B0600070205080204" pitchFamily="34" charset="-128"/>
              </a:rPr>
              <a:t>r</a:t>
            </a:r>
            <a:r>
              <a:rPr lang="en-US" altLang="en-US" i="1" baseline="-25000" dirty="0" err="1">
                <a:ea typeface="MS PGothic" panose="020B0600070205080204" pitchFamily="34" charset="-128"/>
              </a:rPr>
              <a:t>i</a:t>
            </a:r>
            <a:r>
              <a:rPr lang="en-US" altLang="en-US" dirty="0">
                <a:ea typeface="MS PGothic" panose="020B0600070205080204" pitchFamily="34" charset="-128"/>
              </a:rPr>
              <a:t> from the disk one by one.  For each tuple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r</a:t>
            </a:r>
            <a:r>
              <a:rPr lang="en-US" altLang="en-US" dirty="0">
                <a:ea typeface="MS PGothic" panose="020B0600070205080204" pitchFamily="34" charset="-128"/>
              </a:rPr>
              <a:t> locate each matching tuple </a:t>
            </a:r>
            <a:r>
              <a:rPr lang="en-US" altLang="en-US" i="1" dirty="0" err="1">
                <a:ea typeface="MS PGothic" panose="020B0600070205080204" pitchFamily="34" charset="-128"/>
              </a:rPr>
              <a:t>t</a:t>
            </a:r>
            <a:r>
              <a:rPr lang="en-US" altLang="en-US" i="1" baseline="-25000" dirty="0" err="1">
                <a:ea typeface="MS PGothic" panose="020B0600070205080204" pitchFamily="34" charset="-128"/>
              </a:rPr>
              <a:t>s</a:t>
            </a:r>
            <a:r>
              <a:rPr lang="en-US" altLang="en-US" i="1" dirty="0">
                <a:ea typeface="MS PGothic" panose="020B0600070205080204" pitchFamily="34" charset="-128"/>
              </a:rPr>
              <a:t> </a:t>
            </a:r>
            <a:r>
              <a:rPr lang="en-US" altLang="en-US" dirty="0">
                <a:ea typeface="MS PGothic" panose="020B0600070205080204" pitchFamily="34" charset="-128"/>
              </a:rPr>
              <a:t>in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dirty="0">
                <a:ea typeface="MS PGothic" panose="020B0600070205080204" pitchFamily="34" charset="-128"/>
              </a:rPr>
              <a:t> using the in-memory hash index.  Output the concatenation of their attributes.</a:t>
            </a:r>
          </a:p>
        </p:txBody>
      </p:sp>
      <p:sp>
        <p:nvSpPr>
          <p:cNvPr id="74756" name="Text Box 4">
            <a:extLst>
              <a:ext uri="{FF2B5EF4-FFF2-40B4-BE49-F238E27FC236}">
                <a16:creationId xmlns:a16="http://schemas.microsoft.com/office/drawing/2014/main" id="{45789630-8926-4A06-8E70-2E740D63B85E}"/>
              </a:ext>
            </a:extLst>
          </p:cNvPr>
          <p:cNvSpPr txBox="1">
            <a:spLocks noChangeArrowheads="1"/>
          </p:cNvSpPr>
          <p:nvPr/>
        </p:nvSpPr>
        <p:spPr bwMode="auto">
          <a:xfrm>
            <a:off x="1782193" y="867762"/>
            <a:ext cx="3825734"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ctr" defTabSz="685800" rtl="0" eaLnBrk="0" fontAlgn="base" latinLnBrk="0" hangingPunct="0">
              <a:lnSpc>
                <a:spcPct val="100000"/>
              </a:lnSpc>
              <a:spcBef>
                <a:spcPct val="50000"/>
              </a:spcBef>
              <a:spcAft>
                <a:spcPct val="0"/>
              </a:spcAft>
              <a:buClrTx/>
              <a:buSzTx/>
              <a:buFont typeface="Monotype Sorts" pitchFamily="-65" charset="2"/>
              <a:buNone/>
              <a:tabLst/>
              <a:defRPr/>
            </a:pP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The hash-join of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r</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 and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 </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is computed as follows.</a:t>
            </a:r>
          </a:p>
        </p:txBody>
      </p:sp>
      <p:sp>
        <p:nvSpPr>
          <p:cNvPr id="74757" name="Text Box 5">
            <a:extLst>
              <a:ext uri="{FF2B5EF4-FFF2-40B4-BE49-F238E27FC236}">
                <a16:creationId xmlns:a16="http://schemas.microsoft.com/office/drawing/2014/main" id="{692CBE19-D556-4D45-83B8-A73BB61FEAFF}"/>
              </a:ext>
            </a:extLst>
          </p:cNvPr>
          <p:cNvSpPr txBox="1">
            <a:spLocks noChangeArrowheads="1"/>
          </p:cNvSpPr>
          <p:nvPr/>
        </p:nvSpPr>
        <p:spPr bwMode="auto">
          <a:xfrm>
            <a:off x="2021717" y="3710031"/>
            <a:ext cx="5690528" cy="288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chemeClr val="tx2"/>
              </a:buClr>
              <a:buSzPct val="90000"/>
              <a:buFont typeface="Monotype Sorts" pitchFamily="-65"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chemeClr val="folHlink"/>
              </a:buClr>
              <a:buSzPct val="80000"/>
              <a:buFont typeface="Monotype Sorts" pitchFamily="-65"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33CC33"/>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Font typeface="Times New Roman" panose="02020603050405020304" pitchFamily="18" charset="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chemeClr val="tx2"/>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lvl="0" indent="0" algn="l" defTabSz="685800" rtl="0" eaLnBrk="0" fontAlgn="base" latinLnBrk="0" hangingPunct="0">
              <a:lnSpc>
                <a:spcPct val="100000"/>
              </a:lnSpc>
              <a:spcBef>
                <a:spcPct val="50000"/>
              </a:spcBef>
              <a:spcAft>
                <a:spcPct val="0"/>
              </a:spcAft>
              <a:buClrTx/>
              <a:buSzTx/>
              <a:buFont typeface="Monotype Sorts" pitchFamily="-65" charset="2"/>
              <a:buNone/>
              <a:tabLst/>
              <a:defRPr/>
            </a:pP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Relation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s</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 is called the </a:t>
            </a:r>
            <a:r>
              <a:rPr kumimoji="0" lang="en-US" altLang="en-US" sz="1275" b="1" i="0" u="none" strike="noStrike" kern="1200" cap="none" spc="0" normalizeH="0" baseline="0" noProof="0" dirty="0">
                <a:ln>
                  <a:noFill/>
                </a:ln>
                <a:solidFill>
                  <a:srgbClr val="002060"/>
                </a:solidFill>
                <a:effectLst/>
                <a:uLnTx/>
                <a:uFillTx/>
                <a:latin typeface="Helvetica" panose="020B0604020202020204" pitchFamily="34" charset="0"/>
                <a:ea typeface="MS PGothic" panose="020B0600070205080204" pitchFamily="34" charset="-128"/>
                <a:cs typeface="+mn-cs"/>
              </a:rPr>
              <a:t>build input</a:t>
            </a:r>
            <a:r>
              <a:rPr kumimoji="0" lang="en-US" altLang="en-US" sz="1275" b="0" i="0" u="none" strike="noStrike" kern="1200" cap="none" spc="0" normalizeH="0" baseline="0" noProof="0" dirty="0">
                <a:ln>
                  <a:noFill/>
                </a:ln>
                <a:solidFill>
                  <a:srgbClr val="002060"/>
                </a:solidFill>
                <a:effectLst/>
                <a:uLnTx/>
                <a:uFillTx/>
                <a:latin typeface="Helvetica" panose="020B0604020202020204" pitchFamily="34" charset="0"/>
                <a:ea typeface="MS PGothic" panose="020B0600070205080204" pitchFamily="34" charset="-128"/>
                <a:cs typeface="+mn-cs"/>
              </a:rPr>
              <a:t> </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and  </a:t>
            </a:r>
            <a:r>
              <a:rPr kumimoji="0" lang="en-US" altLang="en-US" sz="1275" b="0" i="1"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r </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 is called the </a:t>
            </a:r>
            <a:r>
              <a:rPr kumimoji="0" lang="en-US" altLang="en-US" sz="1275" b="1" i="0" u="none" strike="noStrike" kern="1200" cap="none" spc="0" normalizeH="0" baseline="0" noProof="0" dirty="0">
                <a:ln>
                  <a:noFill/>
                </a:ln>
                <a:solidFill>
                  <a:srgbClr val="002060"/>
                </a:solidFill>
                <a:effectLst/>
                <a:uLnTx/>
                <a:uFillTx/>
                <a:latin typeface="Helvetica" panose="020B0604020202020204" pitchFamily="34" charset="0"/>
                <a:ea typeface="MS PGothic" panose="020B0600070205080204" pitchFamily="34" charset="-128"/>
                <a:cs typeface="+mn-cs"/>
              </a:rPr>
              <a:t>probe input</a:t>
            </a:r>
            <a:r>
              <a:rPr kumimoji="0" lang="en-US" altLang="en-US" sz="1275" b="0" i="0" u="none" strike="noStrike" kern="120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cs typeface="+mn-cs"/>
              </a:rPr>
              <a: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a:extLst>
              <a:ext uri="{FF2B5EF4-FFF2-40B4-BE49-F238E27FC236}">
                <a16:creationId xmlns:a16="http://schemas.microsoft.com/office/drawing/2014/main" id="{AF20C07A-BC1B-42FB-A66A-3B1318B3D906}"/>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Hash-Join algorithm (Cont.)</a:t>
            </a:r>
          </a:p>
        </p:txBody>
      </p:sp>
      <p:sp>
        <p:nvSpPr>
          <p:cNvPr id="76803" name="Rectangle 3">
            <a:extLst>
              <a:ext uri="{FF2B5EF4-FFF2-40B4-BE49-F238E27FC236}">
                <a16:creationId xmlns:a16="http://schemas.microsoft.com/office/drawing/2014/main" id="{E22CD1C5-A5E7-4586-9733-7EBAE6D11015}"/>
              </a:ext>
            </a:extLst>
          </p:cNvPr>
          <p:cNvSpPr>
            <a:spLocks noGrp="1" noChangeArrowheads="1"/>
          </p:cNvSpPr>
          <p:nvPr>
            <p:ph idx="1"/>
          </p:nvPr>
        </p:nvSpPr>
        <p:spPr>
          <a:xfrm>
            <a:off x="1768876" y="826873"/>
            <a:ext cx="5639540" cy="3107453"/>
          </a:xfrm>
        </p:spPr>
        <p:txBody>
          <a:bodyPr/>
          <a:lstStyle/>
          <a:p>
            <a:r>
              <a:rPr lang="en-US" altLang="en-US" dirty="0">
                <a:ea typeface="MS PGothic" panose="020B0600070205080204" pitchFamily="34" charset="-128"/>
              </a:rPr>
              <a:t>The value </a:t>
            </a:r>
            <a:r>
              <a:rPr lang="en-US" altLang="en-US" i="1" dirty="0">
                <a:ea typeface="MS PGothic" panose="020B0600070205080204" pitchFamily="34" charset="-128"/>
              </a:rPr>
              <a:t>n</a:t>
            </a:r>
            <a:r>
              <a:rPr lang="en-US" altLang="en-US" dirty="0">
                <a:ea typeface="MS PGothic" panose="020B0600070205080204" pitchFamily="34" charset="-128"/>
              </a:rPr>
              <a:t> and the hash function </a:t>
            </a:r>
            <a:r>
              <a:rPr lang="en-US" altLang="en-US" i="1" dirty="0">
                <a:ea typeface="MS PGothic" panose="020B0600070205080204" pitchFamily="34" charset="-128"/>
              </a:rPr>
              <a:t>h</a:t>
            </a:r>
            <a:r>
              <a:rPr lang="en-US" altLang="en-US" dirty="0">
                <a:ea typeface="MS PGothic" panose="020B0600070205080204" pitchFamily="34" charset="-128"/>
              </a:rPr>
              <a:t> is chosen such that each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dirty="0">
                <a:ea typeface="MS PGothic" panose="020B0600070205080204" pitchFamily="34" charset="-128"/>
              </a:rPr>
              <a:t> should fit in memory.</a:t>
            </a:r>
          </a:p>
          <a:p>
            <a:pPr lvl="1"/>
            <a:r>
              <a:rPr lang="en-US" altLang="en-US" dirty="0">
                <a:ea typeface="MS PGothic" panose="020B0600070205080204" pitchFamily="34" charset="-128"/>
              </a:rPr>
              <a:t>Typically n is chosen as </a:t>
            </a:r>
            <a:r>
              <a:rPr lang="en-US" altLang="en-US" dirty="0">
                <a:ea typeface="MS PGothic" panose="020B0600070205080204" pitchFamily="34" charset="-128"/>
                <a:sym typeface="Symbol" panose="05050102010706020507" pitchFamily="18" charset="2"/>
              </a:rPr>
              <a:t></a:t>
            </a:r>
            <a:r>
              <a:rPr lang="en-US" altLang="en-US" dirty="0" err="1">
                <a:ea typeface="MS PGothic" panose="020B0600070205080204" pitchFamily="34" charset="-128"/>
              </a:rPr>
              <a:t>b</a:t>
            </a:r>
            <a:r>
              <a:rPr lang="en-US" altLang="en-US" baseline="-25000" dirty="0" err="1">
                <a:ea typeface="MS PGothic" panose="020B0600070205080204" pitchFamily="34" charset="-128"/>
              </a:rPr>
              <a:t>s</a:t>
            </a:r>
            <a:r>
              <a:rPr lang="en-US" altLang="en-US" dirty="0">
                <a:ea typeface="MS PGothic" panose="020B0600070205080204" pitchFamily="34" charset="-128"/>
              </a:rPr>
              <a:t>/M</a:t>
            </a:r>
            <a:r>
              <a:rPr lang="en-US" altLang="en-US" dirty="0">
                <a:ea typeface="MS PGothic" panose="020B0600070205080204" pitchFamily="34" charset="-128"/>
                <a:sym typeface="Symbol" panose="05050102010706020507" pitchFamily="18" charset="2"/>
              </a:rPr>
              <a:t></a:t>
            </a:r>
            <a:r>
              <a:rPr lang="en-US" altLang="en-US" dirty="0">
                <a:ea typeface="MS PGothic" panose="020B0600070205080204" pitchFamily="34" charset="-128"/>
              </a:rPr>
              <a:t> * f  where f is a </a:t>
            </a:r>
            <a:r>
              <a:rPr lang="ja-JP" altLang="en-US" dirty="0">
                <a:ea typeface="MS PGothic" panose="020B0600070205080204" pitchFamily="34" charset="-128"/>
              </a:rPr>
              <a:t>“</a:t>
            </a:r>
            <a:r>
              <a:rPr lang="en-US" altLang="ja-JP" b="1" dirty="0">
                <a:solidFill>
                  <a:srgbClr val="002060"/>
                </a:solidFill>
                <a:ea typeface="MS PGothic" panose="020B0600070205080204" pitchFamily="34" charset="-128"/>
              </a:rPr>
              <a:t>fudge factor</a:t>
            </a:r>
            <a:r>
              <a:rPr lang="ja-JP" altLang="en-US" dirty="0">
                <a:ea typeface="MS PGothic" panose="020B0600070205080204" pitchFamily="34" charset="-128"/>
              </a:rPr>
              <a:t>”</a:t>
            </a:r>
            <a:r>
              <a:rPr lang="en-US" altLang="ja-JP" dirty="0">
                <a:ea typeface="MS PGothic" panose="020B0600070205080204" pitchFamily="34" charset="-128"/>
              </a:rPr>
              <a:t>, typically around 1.2</a:t>
            </a:r>
          </a:p>
          <a:p>
            <a:pPr lvl="1"/>
            <a:r>
              <a:rPr lang="en-US" altLang="en-US" dirty="0">
                <a:ea typeface="MS PGothic" panose="020B0600070205080204" pitchFamily="34" charset="-128"/>
              </a:rPr>
              <a:t>The probe relation partitions </a:t>
            </a:r>
            <a:r>
              <a:rPr lang="en-US" altLang="en-US" i="1" dirty="0" err="1">
                <a:ea typeface="MS PGothic" panose="020B0600070205080204" pitchFamily="34" charset="-128"/>
              </a:rPr>
              <a:t>s</a:t>
            </a:r>
            <a:r>
              <a:rPr lang="en-US" altLang="en-US" i="1" baseline="-25000" dirty="0" err="1">
                <a:ea typeface="MS PGothic" panose="020B0600070205080204" pitchFamily="34" charset="-128"/>
              </a:rPr>
              <a:t>i</a:t>
            </a:r>
            <a:r>
              <a:rPr lang="en-US" altLang="en-US" dirty="0">
                <a:ea typeface="MS PGothic" panose="020B0600070205080204" pitchFamily="34" charset="-128"/>
              </a:rPr>
              <a:t> need not fit in memory</a:t>
            </a:r>
          </a:p>
          <a:p>
            <a:r>
              <a:rPr lang="en-US" altLang="en-US" b="1" dirty="0">
                <a:solidFill>
                  <a:srgbClr val="002060"/>
                </a:solidFill>
                <a:ea typeface="MS PGothic" panose="020B0600070205080204" pitchFamily="34" charset="-128"/>
              </a:rPr>
              <a:t>Recursive partitioning</a:t>
            </a:r>
            <a:r>
              <a:rPr lang="en-US" altLang="en-US" b="1" i="1" dirty="0">
                <a:solidFill>
                  <a:srgbClr val="002060"/>
                </a:solidFill>
                <a:ea typeface="MS PGothic" panose="020B0600070205080204" pitchFamily="34" charset="-128"/>
              </a:rPr>
              <a:t> </a:t>
            </a:r>
            <a:r>
              <a:rPr lang="en-US" altLang="en-US" dirty="0">
                <a:ea typeface="MS PGothic" panose="020B0600070205080204" pitchFamily="34" charset="-128"/>
              </a:rPr>
              <a:t>required if number of partitions </a:t>
            </a:r>
            <a:r>
              <a:rPr lang="en-US" altLang="en-US" i="1" dirty="0">
                <a:ea typeface="MS PGothic" panose="020B0600070205080204" pitchFamily="34" charset="-128"/>
              </a:rPr>
              <a:t>n </a:t>
            </a:r>
            <a:r>
              <a:rPr lang="en-US" altLang="en-US" dirty="0">
                <a:ea typeface="MS PGothic" panose="020B0600070205080204" pitchFamily="34" charset="-128"/>
              </a:rPr>
              <a:t>is greater than number of pages </a:t>
            </a:r>
            <a:r>
              <a:rPr lang="en-US" altLang="en-US" i="1" dirty="0">
                <a:ea typeface="MS PGothic" panose="020B0600070205080204" pitchFamily="34" charset="-128"/>
              </a:rPr>
              <a:t>M</a:t>
            </a:r>
            <a:r>
              <a:rPr lang="en-US" altLang="en-US" dirty="0">
                <a:ea typeface="MS PGothic" panose="020B0600070205080204" pitchFamily="34" charset="-128"/>
              </a:rPr>
              <a:t> of memory.</a:t>
            </a:r>
          </a:p>
          <a:p>
            <a:pPr lvl="1"/>
            <a:r>
              <a:rPr lang="en-US" altLang="en-US" dirty="0">
                <a:ea typeface="MS PGothic" panose="020B0600070205080204" pitchFamily="34" charset="-128"/>
              </a:rPr>
              <a:t>instead of partitioning </a:t>
            </a:r>
            <a:r>
              <a:rPr lang="en-US" altLang="en-US" i="1" dirty="0">
                <a:ea typeface="MS PGothic" panose="020B0600070205080204" pitchFamily="34" charset="-128"/>
              </a:rPr>
              <a:t>n</a:t>
            </a:r>
            <a:r>
              <a:rPr lang="en-US" altLang="en-US" dirty="0">
                <a:ea typeface="MS PGothic" panose="020B0600070205080204" pitchFamily="34" charset="-128"/>
              </a:rPr>
              <a:t> ways, use</a:t>
            </a:r>
            <a:r>
              <a:rPr lang="en-US" altLang="en-US" i="1" dirty="0">
                <a:ea typeface="MS PGothic" panose="020B0600070205080204" pitchFamily="34" charset="-128"/>
              </a:rPr>
              <a:t>  M – </a:t>
            </a:r>
            <a:r>
              <a:rPr lang="en-US" altLang="en-US" dirty="0">
                <a:ea typeface="MS PGothic" panose="020B0600070205080204" pitchFamily="34" charset="-128"/>
              </a:rPr>
              <a:t>1 partitions for s</a:t>
            </a:r>
          </a:p>
          <a:p>
            <a:pPr lvl="1"/>
            <a:r>
              <a:rPr lang="en-US" altLang="en-US" dirty="0">
                <a:ea typeface="MS PGothic" panose="020B0600070205080204" pitchFamily="34" charset="-128"/>
              </a:rPr>
              <a:t>Further partition the </a:t>
            </a:r>
            <a:r>
              <a:rPr lang="en-US" altLang="en-US" i="1" dirty="0">
                <a:ea typeface="MS PGothic" panose="020B0600070205080204" pitchFamily="34" charset="-128"/>
              </a:rPr>
              <a:t>M – </a:t>
            </a:r>
            <a:r>
              <a:rPr lang="en-US" altLang="en-US" dirty="0">
                <a:ea typeface="MS PGothic" panose="020B0600070205080204" pitchFamily="34" charset="-128"/>
              </a:rPr>
              <a:t>1 partitions using a different hash function</a:t>
            </a:r>
          </a:p>
          <a:p>
            <a:pPr lvl="1"/>
            <a:r>
              <a:rPr lang="en-US" altLang="en-US" dirty="0">
                <a:ea typeface="MS PGothic" panose="020B0600070205080204" pitchFamily="34" charset="-128"/>
              </a:rPr>
              <a:t>Use same partitioning method on </a:t>
            </a:r>
            <a:r>
              <a:rPr lang="en-US" altLang="en-US" i="1" dirty="0">
                <a:ea typeface="MS PGothic" panose="020B0600070205080204" pitchFamily="34" charset="-128"/>
              </a:rPr>
              <a:t>r</a:t>
            </a:r>
          </a:p>
          <a:p>
            <a:pPr lvl="1"/>
            <a:r>
              <a:rPr lang="en-US" altLang="en-US" dirty="0">
                <a:ea typeface="MS PGothic" panose="020B0600070205080204" pitchFamily="34" charset="-128"/>
              </a:rPr>
              <a:t>Rarely required: e.g., with block size of 4 KB, recursive partitioning not needed for relations of &lt; 1GB with memory size of 2MB, or relations of &lt; 36 GB with memory of 12 MB</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629CB-EBD2-ABF7-8BB8-F3DA110B85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3F0484-0599-CFBE-86BF-0F83EE2ED463}"/>
              </a:ext>
            </a:extLst>
          </p:cNvPr>
          <p:cNvSpPr>
            <a:spLocks noGrp="1"/>
          </p:cNvSpPr>
          <p:nvPr>
            <p:ph idx="1"/>
          </p:nvPr>
        </p:nvSpPr>
        <p:spPr>
          <a:xfrm>
            <a:off x="152400" y="2266950"/>
            <a:ext cx="8839200" cy="954107"/>
          </a:xfrm>
        </p:spPr>
        <p:txBody>
          <a:bodyPr/>
          <a:lstStyle/>
          <a:p>
            <a:r>
              <a:rPr lang="en-US" dirty="0"/>
              <a:t>Algorithm Selection for</a:t>
            </a:r>
            <a:br>
              <a:rPr lang="en-US" dirty="0"/>
            </a:br>
            <a:r>
              <a:rPr lang="en-US" dirty="0"/>
              <a:t>Other Operations</a:t>
            </a:r>
          </a:p>
        </p:txBody>
      </p:sp>
    </p:spTree>
    <p:extLst>
      <p:ext uri="{BB962C8B-B14F-4D97-AF65-F5344CB8AC3E}">
        <p14:creationId xmlns:p14="http://schemas.microsoft.com/office/powerpoint/2010/main" val="5029048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a:extLst>
              <a:ext uri="{FF2B5EF4-FFF2-40B4-BE49-F238E27FC236}">
                <a16:creationId xmlns:a16="http://schemas.microsoft.com/office/drawing/2014/main" id="{F9DEBEE7-80B5-46A7-AA65-8A28BCE012D1}"/>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Other Operations</a:t>
            </a:r>
          </a:p>
        </p:txBody>
      </p:sp>
      <p:sp>
        <p:nvSpPr>
          <p:cNvPr id="89091" name="Rectangle 3">
            <a:extLst>
              <a:ext uri="{FF2B5EF4-FFF2-40B4-BE49-F238E27FC236}">
                <a16:creationId xmlns:a16="http://schemas.microsoft.com/office/drawing/2014/main" id="{72B0884B-0A2B-4136-9A5F-5EA2E3782C21}"/>
              </a:ext>
            </a:extLst>
          </p:cNvPr>
          <p:cNvSpPr>
            <a:spLocks noGrp="1" noChangeArrowheads="1"/>
          </p:cNvSpPr>
          <p:nvPr>
            <p:ph idx="1"/>
          </p:nvPr>
        </p:nvSpPr>
        <p:spPr>
          <a:xfrm>
            <a:off x="1782192" y="871993"/>
            <a:ext cx="5451795" cy="2385557"/>
          </a:xfrm>
        </p:spPr>
        <p:txBody>
          <a:bodyPr/>
          <a:lstStyle/>
          <a:p>
            <a:r>
              <a:rPr lang="en-US" altLang="en-US" b="1" dirty="0">
                <a:solidFill>
                  <a:srgbClr val="002060"/>
                </a:solidFill>
                <a:ea typeface="MS PGothic" panose="020B0600070205080204" pitchFamily="34" charset="-128"/>
              </a:rPr>
              <a:t>Duplicate elimination </a:t>
            </a:r>
            <a:r>
              <a:rPr lang="en-US" altLang="en-US" dirty="0">
                <a:ea typeface="MS PGothic" panose="020B0600070205080204" pitchFamily="34" charset="-128"/>
              </a:rPr>
              <a:t>can be implemented via hashing or sorting.</a:t>
            </a:r>
          </a:p>
          <a:p>
            <a:pPr lvl="1"/>
            <a:r>
              <a:rPr lang="en-US" altLang="en-US" dirty="0">
                <a:ea typeface="MS PGothic" panose="020B0600070205080204" pitchFamily="34" charset="-128"/>
              </a:rPr>
              <a:t>On sorting duplicates will come adjacent to each other, and all but one set of duplicates can be deleted.  </a:t>
            </a:r>
          </a:p>
          <a:p>
            <a:pPr lvl="1"/>
            <a:r>
              <a:rPr lang="en-US" altLang="en-US" i="1" dirty="0">
                <a:ea typeface="MS PGothic" panose="020B0600070205080204" pitchFamily="34" charset="-128"/>
              </a:rPr>
              <a:t>Optimization: </a:t>
            </a:r>
            <a:r>
              <a:rPr lang="en-US" altLang="en-US" dirty="0">
                <a:ea typeface="MS PGothic" panose="020B0600070205080204" pitchFamily="34" charset="-128"/>
              </a:rPr>
              <a:t>duplicates can be deleted during run generation as well as at intermediate merge steps in external sort-merge.</a:t>
            </a:r>
          </a:p>
          <a:p>
            <a:pPr lvl="1"/>
            <a:r>
              <a:rPr lang="en-US" altLang="en-US" dirty="0">
                <a:ea typeface="MS PGothic" panose="020B0600070205080204" pitchFamily="34" charset="-128"/>
              </a:rPr>
              <a:t>Hashing is similar – duplicates will come into the same bucket.</a:t>
            </a:r>
          </a:p>
          <a:p>
            <a:r>
              <a:rPr lang="en-US" altLang="en-US" b="1" dirty="0">
                <a:solidFill>
                  <a:srgbClr val="002060"/>
                </a:solidFill>
                <a:ea typeface="MS PGothic" panose="020B0600070205080204" pitchFamily="34" charset="-128"/>
              </a:rPr>
              <a:t>Projection</a:t>
            </a:r>
            <a:r>
              <a:rPr lang="en-US" altLang="en-US" dirty="0">
                <a:ea typeface="MS PGothic" panose="020B0600070205080204" pitchFamily="34" charset="-128"/>
              </a:rPr>
              <a:t>:</a:t>
            </a:r>
          </a:p>
          <a:p>
            <a:pPr lvl="1"/>
            <a:r>
              <a:rPr lang="en-US" altLang="en-US" dirty="0">
                <a:ea typeface="MS PGothic" panose="020B0600070205080204" pitchFamily="34" charset="-128"/>
              </a:rPr>
              <a:t>perform projection on each tuple </a:t>
            </a:r>
          </a:p>
          <a:p>
            <a:pPr lvl="1"/>
            <a:r>
              <a:rPr lang="en-US" altLang="en-US" dirty="0">
                <a:ea typeface="MS PGothic" panose="020B0600070205080204" pitchFamily="34" charset="-128"/>
              </a:rPr>
              <a:t>followed by duplicate elimination. </a:t>
            </a:r>
            <a:endParaRPr lang="en-US" altLang="en-US" b="1" dirty="0">
              <a:ea typeface="MS PGothic" panose="020B0600070205080204" pitchFamily="34" charset="-128"/>
            </a:endParaRPr>
          </a:p>
        </p:txBody>
      </p:sp>
      <p:sp>
        <p:nvSpPr>
          <p:cNvPr id="2" name="TextBox 1">
            <a:extLst>
              <a:ext uri="{FF2B5EF4-FFF2-40B4-BE49-F238E27FC236}">
                <a16:creationId xmlns:a16="http://schemas.microsoft.com/office/drawing/2014/main" id="{D7FE6428-B880-DBE9-D0B7-EF2FBCD81F15}"/>
              </a:ext>
            </a:extLst>
          </p:cNvPr>
          <p:cNvSpPr txBox="1"/>
          <p:nvPr/>
        </p:nvSpPr>
        <p:spPr>
          <a:xfrm>
            <a:off x="486567" y="3181350"/>
            <a:ext cx="1899366" cy="923330"/>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Select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b,c,f</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from A</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Union</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Select </a:t>
            </a:r>
            <a:r>
              <a:rPr kumimoji="0" lang="en-US" sz="1800" b="0" i="0" u="none" strike="noStrike" kern="1200" cap="none" spc="0" normalizeH="0" baseline="0" noProof="0" dirty="0" err="1">
                <a:ln>
                  <a:noFill/>
                </a:ln>
                <a:solidFill>
                  <a:srgbClr val="000000"/>
                </a:solidFill>
                <a:effectLst/>
                <a:uLnTx/>
                <a:uFillTx/>
                <a:latin typeface="Calibri" charset="0"/>
                <a:ea typeface="ＭＳ Ｐゴシック" charset="-128"/>
                <a:cs typeface="+mn-cs"/>
              </a:rPr>
              <a:t>a,q,r</a:t>
            </a:r>
            <a:r>
              <a:rPr kumimoji="0" lang="en-US" sz="1800" b="0" i="0" u="none" strike="noStrike" kern="1200" cap="none" spc="0" normalizeH="0" baseline="0" noProof="0" dirty="0">
                <a:ln>
                  <a:noFill/>
                </a:ln>
                <a:solidFill>
                  <a:srgbClr val="000000"/>
                </a:solidFill>
                <a:effectLst/>
                <a:uLnTx/>
                <a:uFillTx/>
                <a:latin typeface="Calibri" charset="0"/>
                <a:ea typeface="ＭＳ Ｐゴシック" charset="-128"/>
                <a:cs typeface="+mn-cs"/>
              </a:rPr>
              <a:t> from B</a:t>
            </a:r>
          </a:p>
        </p:txBody>
      </p:sp>
      <p:sp>
        <p:nvSpPr>
          <p:cNvPr id="3" name="Rectangle 2">
            <a:extLst>
              <a:ext uri="{FF2B5EF4-FFF2-40B4-BE49-F238E27FC236}">
                <a16:creationId xmlns:a16="http://schemas.microsoft.com/office/drawing/2014/main" id="{07E702ED-1CD1-BD92-857A-F32923CBEAB9}"/>
              </a:ext>
            </a:extLst>
          </p:cNvPr>
          <p:cNvSpPr/>
          <p:nvPr/>
        </p:nvSpPr>
        <p:spPr bwMode="auto">
          <a:xfrm>
            <a:off x="6400800" y="2876550"/>
            <a:ext cx="833187" cy="152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4" name="Rectangle 3">
            <a:extLst>
              <a:ext uri="{FF2B5EF4-FFF2-40B4-BE49-F238E27FC236}">
                <a16:creationId xmlns:a16="http://schemas.microsoft.com/office/drawing/2014/main" id="{366799FA-FE67-761D-6F11-7DE3DE4E03A7}"/>
              </a:ext>
            </a:extLst>
          </p:cNvPr>
          <p:cNvSpPr/>
          <p:nvPr/>
        </p:nvSpPr>
        <p:spPr bwMode="auto">
          <a:xfrm>
            <a:off x="6400800" y="3028950"/>
            <a:ext cx="833187" cy="152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5" name="Rectangle 4">
            <a:extLst>
              <a:ext uri="{FF2B5EF4-FFF2-40B4-BE49-F238E27FC236}">
                <a16:creationId xmlns:a16="http://schemas.microsoft.com/office/drawing/2014/main" id="{B9966364-D98A-4EE3-10AF-0140A0681546}"/>
              </a:ext>
            </a:extLst>
          </p:cNvPr>
          <p:cNvSpPr/>
          <p:nvPr/>
        </p:nvSpPr>
        <p:spPr bwMode="auto">
          <a:xfrm>
            <a:off x="6400800" y="3167352"/>
            <a:ext cx="833187" cy="152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
        <p:nvSpPr>
          <p:cNvPr id="6" name="Rectangle 5">
            <a:extLst>
              <a:ext uri="{FF2B5EF4-FFF2-40B4-BE49-F238E27FC236}">
                <a16:creationId xmlns:a16="http://schemas.microsoft.com/office/drawing/2014/main" id="{C4C51458-FED9-D0F9-DB4B-0717C38E09D0}"/>
              </a:ext>
            </a:extLst>
          </p:cNvPr>
          <p:cNvSpPr/>
          <p:nvPr/>
        </p:nvSpPr>
        <p:spPr bwMode="auto">
          <a:xfrm>
            <a:off x="6400800" y="3319752"/>
            <a:ext cx="833187" cy="1524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Helvetica" charset="0"/>
              <a:ea typeface="ＭＳ Ｐゴシック" charset="-128"/>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2B4C0383-7AD0-4209-99D3-21904BE0233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Other Operations : Aggregation</a:t>
            </a:r>
          </a:p>
        </p:txBody>
      </p:sp>
      <p:sp>
        <p:nvSpPr>
          <p:cNvPr id="351235" name="Rectangle 3">
            <a:extLst>
              <a:ext uri="{FF2B5EF4-FFF2-40B4-BE49-F238E27FC236}">
                <a16:creationId xmlns:a16="http://schemas.microsoft.com/office/drawing/2014/main" id="{3F09A406-91F2-42A0-9BDA-1A19D3843C66}"/>
              </a:ext>
            </a:extLst>
          </p:cNvPr>
          <p:cNvSpPr>
            <a:spLocks noGrp="1" noChangeArrowheads="1"/>
          </p:cNvSpPr>
          <p:nvPr>
            <p:ph idx="1"/>
          </p:nvPr>
        </p:nvSpPr>
        <p:spPr>
          <a:xfrm>
            <a:off x="1795509" y="926137"/>
            <a:ext cx="5440844" cy="3305972"/>
          </a:xfrm>
        </p:spPr>
        <p:txBody>
          <a:bodyPr/>
          <a:lstStyle/>
          <a:p>
            <a:r>
              <a:rPr lang="en-US" altLang="en-US" b="1" dirty="0">
                <a:solidFill>
                  <a:srgbClr val="002060"/>
                </a:solidFill>
                <a:ea typeface="MS PGothic" panose="020B0600070205080204" pitchFamily="34" charset="-128"/>
              </a:rPr>
              <a:t>Aggregation</a:t>
            </a:r>
            <a:r>
              <a:rPr lang="en-US" altLang="en-US" dirty="0">
                <a:ea typeface="MS PGothic" panose="020B0600070205080204" pitchFamily="34" charset="-128"/>
              </a:rPr>
              <a:t> can be implemented in a manner similar to duplicate elimination.</a:t>
            </a:r>
          </a:p>
          <a:p>
            <a:pPr lvl="1"/>
            <a:r>
              <a:rPr lang="en-US" altLang="en-US" b="1" dirty="0">
                <a:ea typeface="MS PGothic" panose="020B0600070205080204" pitchFamily="34" charset="-128"/>
              </a:rPr>
              <a:t>Sorting</a:t>
            </a:r>
            <a:r>
              <a:rPr lang="en-US" altLang="en-US" dirty="0">
                <a:ea typeface="MS PGothic" panose="020B0600070205080204" pitchFamily="34" charset="-128"/>
              </a:rPr>
              <a:t> or </a:t>
            </a:r>
            <a:r>
              <a:rPr lang="en-US" altLang="en-US" b="1" dirty="0">
                <a:ea typeface="MS PGothic" panose="020B0600070205080204" pitchFamily="34" charset="-128"/>
              </a:rPr>
              <a:t>hashing</a:t>
            </a:r>
            <a:r>
              <a:rPr lang="en-US" altLang="en-US" dirty="0">
                <a:ea typeface="MS PGothic" panose="020B0600070205080204" pitchFamily="34" charset="-128"/>
              </a:rPr>
              <a:t> can be used to bring tuples in the same group together, and then the aggregate functions can be applied on each group.</a:t>
            </a:r>
            <a:r>
              <a:rPr lang="en-US" altLang="en-US" b="1" dirty="0">
                <a:ea typeface="MS PGothic" panose="020B0600070205080204" pitchFamily="34" charset="-128"/>
              </a:rPr>
              <a:t> </a:t>
            </a:r>
          </a:p>
          <a:p>
            <a:pPr lvl="1"/>
            <a:r>
              <a:rPr lang="en-US" altLang="en-US" dirty="0">
                <a:ea typeface="MS PGothic" panose="020B0600070205080204" pitchFamily="34" charset="-128"/>
              </a:rPr>
              <a:t>Optimization</a:t>
            </a:r>
            <a:r>
              <a:rPr lang="en-US" altLang="en-US" i="1" dirty="0">
                <a:ea typeface="MS PGothic" panose="020B0600070205080204" pitchFamily="34" charset="-128"/>
              </a:rPr>
              <a:t>: </a:t>
            </a:r>
            <a:r>
              <a:rPr lang="en-US" altLang="en-US" b="1" dirty="0">
                <a:solidFill>
                  <a:srgbClr val="002060"/>
                </a:solidFill>
                <a:ea typeface="MS PGothic" panose="020B0600070205080204" pitchFamily="34" charset="-128"/>
              </a:rPr>
              <a:t>partial aggregation</a:t>
            </a:r>
          </a:p>
          <a:p>
            <a:pPr lvl="2"/>
            <a:r>
              <a:rPr lang="en-US" altLang="en-US" dirty="0">
                <a:ea typeface="MS PGothic" panose="020B0600070205080204" pitchFamily="34" charset="-128"/>
              </a:rPr>
              <a:t>combine tuples in the same group during run generation and intermediate merges, by computing partial aggregate values</a:t>
            </a:r>
          </a:p>
          <a:p>
            <a:pPr lvl="2"/>
            <a:r>
              <a:rPr lang="en-US" altLang="en-US" dirty="0">
                <a:ea typeface="MS PGothic" panose="020B0600070205080204" pitchFamily="34" charset="-128"/>
              </a:rPr>
              <a:t>For count, min, max, sum: keep aggregate values on tuples found so far in the group.  </a:t>
            </a:r>
          </a:p>
          <a:p>
            <a:pPr lvl="3"/>
            <a:r>
              <a:rPr lang="en-US" altLang="en-US" dirty="0">
                <a:ea typeface="MS PGothic" panose="020B0600070205080204" pitchFamily="34" charset="-128"/>
              </a:rPr>
              <a:t>When combining partial aggregate for count, add up the partial aggregates</a:t>
            </a:r>
          </a:p>
          <a:p>
            <a:pPr lvl="2"/>
            <a:r>
              <a:rPr lang="en-US" altLang="en-US" dirty="0">
                <a:ea typeface="MS PGothic" panose="020B0600070205080204" pitchFamily="34" charset="-128"/>
              </a:rPr>
              <a:t>For </a:t>
            </a:r>
            <a:r>
              <a:rPr lang="en-US" altLang="en-US" dirty="0" err="1">
                <a:ea typeface="MS PGothic" panose="020B0600070205080204" pitchFamily="34" charset="-128"/>
              </a:rPr>
              <a:t>avg</a:t>
            </a:r>
            <a:r>
              <a:rPr lang="en-US" altLang="en-US" dirty="0">
                <a:ea typeface="MS PGothic" panose="020B0600070205080204" pitchFamily="34" charset="-128"/>
              </a:rPr>
              <a:t>, keep sum and count, and divide sum by count at the end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512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123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12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123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123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123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12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5"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FFC1A-9A37-CD1F-564B-E93B48E8602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4C8FBA-C154-A4D3-68DB-0996C2A2BCC8}"/>
              </a:ext>
            </a:extLst>
          </p:cNvPr>
          <p:cNvSpPr>
            <a:spLocks noGrp="1"/>
          </p:cNvSpPr>
          <p:nvPr>
            <p:ph idx="1"/>
          </p:nvPr>
        </p:nvSpPr>
        <p:spPr>
          <a:xfrm>
            <a:off x="152400" y="2266950"/>
            <a:ext cx="8839200" cy="523220"/>
          </a:xfrm>
        </p:spPr>
        <p:txBody>
          <a:bodyPr/>
          <a:lstStyle/>
          <a:p>
            <a:r>
              <a:rPr lang="en-US" dirty="0"/>
              <a:t>Evaluation</a:t>
            </a:r>
          </a:p>
        </p:txBody>
      </p:sp>
    </p:spTree>
    <p:extLst>
      <p:ext uri="{BB962C8B-B14F-4D97-AF65-F5344CB8AC3E}">
        <p14:creationId xmlns:p14="http://schemas.microsoft.com/office/powerpoint/2010/main" val="23232302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a:extLst>
              <a:ext uri="{FF2B5EF4-FFF2-40B4-BE49-F238E27FC236}">
                <a16:creationId xmlns:a16="http://schemas.microsoft.com/office/drawing/2014/main" id="{DAD3CFC1-2C2A-42D2-A575-828A9E8A7D64}"/>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Evaluation of Expressions</a:t>
            </a:r>
          </a:p>
        </p:txBody>
      </p:sp>
      <p:sp>
        <p:nvSpPr>
          <p:cNvPr id="100355" name="Rectangle 3">
            <a:extLst>
              <a:ext uri="{FF2B5EF4-FFF2-40B4-BE49-F238E27FC236}">
                <a16:creationId xmlns:a16="http://schemas.microsoft.com/office/drawing/2014/main" id="{A77B05E4-D4F7-4717-B352-991F9A2BAFA7}"/>
              </a:ext>
            </a:extLst>
          </p:cNvPr>
          <p:cNvSpPr>
            <a:spLocks noGrp="1" noChangeArrowheads="1"/>
          </p:cNvSpPr>
          <p:nvPr>
            <p:ph idx="1"/>
          </p:nvPr>
        </p:nvSpPr>
        <p:spPr>
          <a:xfrm>
            <a:off x="1775534" y="878038"/>
            <a:ext cx="5454160" cy="1970465"/>
          </a:xfrm>
        </p:spPr>
        <p:txBody>
          <a:bodyPr/>
          <a:lstStyle/>
          <a:p>
            <a:r>
              <a:rPr lang="en-US" altLang="en-US" dirty="0">
                <a:ea typeface="MS PGothic" panose="020B0600070205080204" pitchFamily="34" charset="-128"/>
              </a:rPr>
              <a:t>So far: we have seen algorithms for individual operations</a:t>
            </a:r>
          </a:p>
          <a:p>
            <a:r>
              <a:rPr lang="en-US" altLang="en-US" dirty="0">
                <a:ea typeface="MS PGothic" panose="020B0600070205080204" pitchFamily="34" charset="-128"/>
              </a:rPr>
              <a:t>Alternatives for evaluating an entire expression tree</a:t>
            </a:r>
          </a:p>
          <a:p>
            <a:pPr lvl="1"/>
            <a:r>
              <a:rPr lang="en-US" altLang="en-US" b="1" dirty="0">
                <a:solidFill>
                  <a:srgbClr val="002060"/>
                </a:solidFill>
                <a:ea typeface="MS PGothic" panose="020B0600070205080204" pitchFamily="34" charset="-128"/>
              </a:rPr>
              <a:t>Materialization</a:t>
            </a:r>
            <a:r>
              <a:rPr lang="en-US" altLang="en-US" dirty="0">
                <a:ea typeface="MS PGothic" panose="020B0600070205080204" pitchFamily="34" charset="-128"/>
              </a:rPr>
              <a:t>:  generate results of an expression whose inputs are relations or are already computed, </a:t>
            </a:r>
            <a:r>
              <a:rPr lang="en-US" altLang="en-US" b="1" dirty="0">
                <a:solidFill>
                  <a:srgbClr val="002060"/>
                </a:solidFill>
                <a:ea typeface="MS PGothic" panose="020B0600070205080204" pitchFamily="34" charset="-128"/>
              </a:rPr>
              <a:t>materialize</a:t>
            </a:r>
            <a:r>
              <a:rPr lang="en-US" altLang="en-US" dirty="0">
                <a:solidFill>
                  <a:srgbClr val="002060"/>
                </a:solidFill>
                <a:ea typeface="MS PGothic" panose="020B0600070205080204" pitchFamily="34" charset="-128"/>
              </a:rPr>
              <a:t> </a:t>
            </a:r>
            <a:r>
              <a:rPr lang="en-US" altLang="en-US" dirty="0">
                <a:ea typeface="MS PGothic" panose="020B0600070205080204" pitchFamily="34" charset="-128"/>
              </a:rPr>
              <a:t>(store) it on disk.  Repeat.</a:t>
            </a:r>
          </a:p>
          <a:p>
            <a:pPr lvl="1"/>
            <a:r>
              <a:rPr lang="en-US" altLang="en-US" b="1" dirty="0">
                <a:solidFill>
                  <a:srgbClr val="002060"/>
                </a:solidFill>
                <a:ea typeface="MS PGothic" panose="020B0600070205080204" pitchFamily="34" charset="-128"/>
              </a:rPr>
              <a:t>Pipelining</a:t>
            </a:r>
            <a:r>
              <a:rPr lang="en-US" altLang="en-US" dirty="0">
                <a:ea typeface="MS PGothic" panose="020B0600070205080204" pitchFamily="34" charset="-128"/>
              </a:rPr>
              <a:t>:  pass on tuples to parent operations even as an operation is being executed</a:t>
            </a:r>
          </a:p>
          <a:p>
            <a:r>
              <a:rPr lang="en-US" altLang="en-US" dirty="0">
                <a:ea typeface="MS PGothic" panose="020B0600070205080204" pitchFamily="34" charset="-128"/>
              </a:rPr>
              <a:t>We study above alternatives in more detail</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2">
            <a:extLst>
              <a:ext uri="{FF2B5EF4-FFF2-40B4-BE49-F238E27FC236}">
                <a16:creationId xmlns:a16="http://schemas.microsoft.com/office/drawing/2014/main" id="{B75B16A1-B58F-4CB3-AA24-54C6642B9A6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Materialization</a:t>
            </a:r>
          </a:p>
        </p:txBody>
      </p:sp>
      <p:sp>
        <p:nvSpPr>
          <p:cNvPr id="102403" name="Rectangle 3">
            <a:extLst>
              <a:ext uri="{FF2B5EF4-FFF2-40B4-BE49-F238E27FC236}">
                <a16:creationId xmlns:a16="http://schemas.microsoft.com/office/drawing/2014/main" id="{AB83BF51-4205-4CC7-9E7F-33401B9B87AD}"/>
              </a:ext>
            </a:extLst>
          </p:cNvPr>
          <p:cNvSpPr>
            <a:spLocks noGrp="1" noChangeArrowheads="1"/>
          </p:cNvSpPr>
          <p:nvPr>
            <p:ph idx="1"/>
          </p:nvPr>
        </p:nvSpPr>
        <p:spPr>
          <a:xfrm>
            <a:off x="1775534" y="866825"/>
            <a:ext cx="5466436" cy="1573426"/>
          </a:xfrm>
        </p:spPr>
        <p:txBody>
          <a:bodyPr/>
          <a:lstStyle/>
          <a:p>
            <a:r>
              <a:rPr lang="en-US" altLang="en-US" b="1" dirty="0">
                <a:solidFill>
                  <a:srgbClr val="002060"/>
                </a:solidFill>
                <a:ea typeface="MS PGothic" panose="020B0600070205080204" pitchFamily="34" charset="-128"/>
              </a:rPr>
              <a:t>Materialized evaluation</a:t>
            </a:r>
            <a:r>
              <a:rPr lang="en-US" altLang="en-US" dirty="0">
                <a:ea typeface="MS PGothic" panose="020B0600070205080204" pitchFamily="34" charset="-128"/>
              </a:rPr>
              <a:t>:</a:t>
            </a:r>
            <a:r>
              <a:rPr lang="en-US" altLang="en-US" b="1" dirty="0">
                <a:ea typeface="MS PGothic" panose="020B0600070205080204" pitchFamily="34" charset="-128"/>
              </a:rPr>
              <a:t>  </a:t>
            </a:r>
            <a:r>
              <a:rPr lang="en-US" altLang="en-US" dirty="0">
                <a:ea typeface="MS PGothic" panose="020B0600070205080204" pitchFamily="34" charset="-128"/>
              </a:rPr>
              <a:t>evaluate one operation at a time, starting at the lowest-level.  Use intermediate results materialized into temporary relations to evaluate next-level operations.</a:t>
            </a:r>
          </a:p>
          <a:p>
            <a:r>
              <a:rPr lang="en-US" altLang="en-US" dirty="0">
                <a:ea typeface="MS PGothic" panose="020B0600070205080204" pitchFamily="34" charset="-128"/>
              </a:rPr>
              <a:t>E.g., in figure below, compute and store</a:t>
            </a:r>
            <a:br>
              <a:rPr lang="en-US" altLang="en-US" dirty="0">
                <a:ea typeface="MS PGothic" panose="020B0600070205080204" pitchFamily="34" charset="-128"/>
              </a:rPr>
            </a:br>
            <a:br>
              <a:rPr lang="en-US" altLang="en-US" dirty="0">
                <a:ea typeface="MS PGothic" panose="020B0600070205080204" pitchFamily="34" charset="-128"/>
              </a:rPr>
            </a:br>
            <a:br>
              <a:rPr lang="en-US" altLang="en-US" dirty="0">
                <a:ea typeface="MS PGothic" panose="020B0600070205080204" pitchFamily="34" charset="-128"/>
              </a:rPr>
            </a:br>
            <a:r>
              <a:rPr lang="en-US" altLang="en-US" dirty="0">
                <a:ea typeface="MS PGothic" panose="020B0600070205080204" pitchFamily="34" charset="-128"/>
              </a:rPr>
              <a:t>then compute the store its join with </a:t>
            </a:r>
            <a:r>
              <a:rPr lang="en-US" altLang="en-US" i="1" dirty="0">
                <a:ea typeface="MS PGothic" panose="020B0600070205080204" pitchFamily="34" charset="-128"/>
              </a:rPr>
              <a:t>instructor, </a:t>
            </a:r>
            <a:r>
              <a:rPr lang="en-US" altLang="en-US" dirty="0">
                <a:ea typeface="MS PGothic" panose="020B0600070205080204" pitchFamily="34" charset="-128"/>
              </a:rPr>
              <a:t>and finally compute the projection on </a:t>
            </a:r>
            <a:r>
              <a:rPr lang="en-US" altLang="en-US" i="1" dirty="0">
                <a:ea typeface="MS PGothic" panose="020B0600070205080204" pitchFamily="34" charset="-128"/>
              </a:rPr>
              <a:t>name. </a:t>
            </a:r>
            <a:endParaRPr lang="en-US" altLang="en-US" b="1" i="1" dirty="0">
              <a:ea typeface="MS PGothic" panose="020B0600070205080204" pitchFamily="34" charset="-128"/>
            </a:endParaRPr>
          </a:p>
        </p:txBody>
      </p:sp>
      <p:graphicFrame>
        <p:nvGraphicFramePr>
          <p:cNvPr id="102404" name="Object 2">
            <a:extLst>
              <a:ext uri="{FF2B5EF4-FFF2-40B4-BE49-F238E27FC236}">
                <a16:creationId xmlns:a16="http://schemas.microsoft.com/office/drawing/2014/main" id="{046F3984-63E5-43B3-97DD-A0384B4EA3DA}"/>
              </a:ext>
            </a:extLst>
          </p:cNvPr>
          <p:cNvGraphicFramePr>
            <a:graphicFrameLocks noChangeAspect="1"/>
          </p:cNvGraphicFramePr>
          <p:nvPr/>
        </p:nvGraphicFramePr>
        <p:xfrm>
          <a:off x="2831399" y="1713899"/>
          <a:ext cx="2539604" cy="363141"/>
        </p:xfrm>
        <a:graphic>
          <a:graphicData uri="http://schemas.openxmlformats.org/presentationml/2006/ole">
            <mc:AlternateContent xmlns:mc="http://schemas.openxmlformats.org/markup-compatibility/2006">
              <mc:Choice xmlns:v="urn:schemas-microsoft-com:vml" Requires="v">
                <p:oleObj name="Equation" r:id="rId3" imgW="1676400" imgH="241300" progId="">
                  <p:embed/>
                </p:oleObj>
              </mc:Choice>
              <mc:Fallback>
                <p:oleObj name="Equation" r:id="rId3" imgW="1676400" imgH="241300" progId="">
                  <p:embed/>
                  <p:pic>
                    <p:nvPicPr>
                      <p:cNvPr id="102404" name="Object 2">
                        <a:extLst>
                          <a:ext uri="{FF2B5EF4-FFF2-40B4-BE49-F238E27FC236}">
                            <a16:creationId xmlns:a16="http://schemas.microsoft.com/office/drawing/2014/main" id="{046F3984-63E5-43B3-97DD-A0384B4EA3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1399" y="1713899"/>
                        <a:ext cx="2539604" cy="36314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102405" name="Picture 14">
            <a:extLst>
              <a:ext uri="{FF2B5EF4-FFF2-40B4-BE49-F238E27FC236}">
                <a16:creationId xmlns:a16="http://schemas.microsoft.com/office/drawing/2014/main" id="{B56C90A5-F0AE-475D-8135-EDB0B49580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0367" y="2625356"/>
            <a:ext cx="2130122" cy="1577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53B60583-6953-4FCC-ABE5-6B7EE1F2A993}"/>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Materialization (Cont.)</a:t>
            </a:r>
          </a:p>
        </p:txBody>
      </p:sp>
      <p:sp>
        <p:nvSpPr>
          <p:cNvPr id="104451" name="Rectangle 3">
            <a:extLst>
              <a:ext uri="{FF2B5EF4-FFF2-40B4-BE49-F238E27FC236}">
                <a16:creationId xmlns:a16="http://schemas.microsoft.com/office/drawing/2014/main" id="{2A76FFE1-8C22-447B-8523-476FD7329743}"/>
              </a:ext>
            </a:extLst>
          </p:cNvPr>
          <p:cNvSpPr>
            <a:spLocks noGrp="1" noChangeArrowheads="1"/>
          </p:cNvSpPr>
          <p:nvPr>
            <p:ph idx="1"/>
          </p:nvPr>
        </p:nvSpPr>
        <p:spPr>
          <a:xfrm>
            <a:off x="1775534" y="866213"/>
            <a:ext cx="5599591" cy="2232154"/>
          </a:xfrm>
        </p:spPr>
        <p:txBody>
          <a:bodyPr/>
          <a:lstStyle/>
          <a:p>
            <a:r>
              <a:rPr lang="en-US" altLang="en-US" dirty="0">
                <a:ea typeface="MS PGothic" panose="020B0600070205080204" pitchFamily="34" charset="-128"/>
              </a:rPr>
              <a:t>Materialized evaluation is always applicable</a:t>
            </a:r>
          </a:p>
          <a:p>
            <a:r>
              <a:rPr lang="en-US" altLang="en-US" dirty="0">
                <a:ea typeface="MS PGothic" panose="020B0600070205080204" pitchFamily="34" charset="-128"/>
              </a:rPr>
              <a:t>Cost of writing results to disk and reading them back can be quite high</a:t>
            </a:r>
          </a:p>
          <a:p>
            <a:pPr lvl="1"/>
            <a:r>
              <a:rPr lang="en-US" altLang="en-US" dirty="0">
                <a:ea typeface="MS PGothic" panose="020B0600070205080204" pitchFamily="34" charset="-128"/>
              </a:rPr>
              <a:t>Our cost formulas for operations ignore cost of writing results to disk, so</a:t>
            </a:r>
          </a:p>
          <a:p>
            <a:pPr lvl="2"/>
            <a:r>
              <a:rPr lang="en-US" altLang="en-US" dirty="0">
                <a:ea typeface="MS PGothic" panose="020B0600070205080204" pitchFamily="34" charset="-128"/>
              </a:rPr>
              <a:t>Overall cost  =  Sum of costs of individual operations + </a:t>
            </a:r>
            <a:br>
              <a:rPr lang="en-US" altLang="en-US" dirty="0">
                <a:ea typeface="MS PGothic" panose="020B0600070205080204" pitchFamily="34" charset="-128"/>
              </a:rPr>
            </a:br>
            <a:r>
              <a:rPr lang="en-US" altLang="en-US" dirty="0">
                <a:ea typeface="MS PGothic" panose="020B0600070205080204" pitchFamily="34" charset="-128"/>
              </a:rPr>
              <a:t>                         cost of writing intermediate results to disk</a:t>
            </a:r>
          </a:p>
          <a:p>
            <a:r>
              <a:rPr lang="en-US" altLang="en-US" b="1" dirty="0">
                <a:solidFill>
                  <a:srgbClr val="002060"/>
                </a:solidFill>
                <a:ea typeface="MS PGothic" panose="020B0600070205080204" pitchFamily="34" charset="-128"/>
              </a:rPr>
              <a:t>Double buffering</a:t>
            </a:r>
            <a:r>
              <a:rPr lang="en-US" altLang="en-US" dirty="0">
                <a:ea typeface="MS PGothic" panose="020B0600070205080204" pitchFamily="34" charset="-128"/>
              </a:rPr>
              <a:t>: use two output buffers for each operation, when one is full write it to disk while the other is getting filled</a:t>
            </a:r>
          </a:p>
          <a:p>
            <a:pPr lvl="1"/>
            <a:r>
              <a:rPr lang="en-US" altLang="en-US" dirty="0">
                <a:ea typeface="MS PGothic" panose="020B0600070205080204" pitchFamily="34" charset="-128"/>
              </a:rPr>
              <a:t>Allows overlap of disk writes with computation and reduces execution time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050">
            <a:extLst>
              <a:ext uri="{FF2B5EF4-FFF2-40B4-BE49-F238E27FC236}">
                <a16:creationId xmlns:a16="http://schemas.microsoft.com/office/drawing/2014/main" id="{08BE99F7-675F-4CF6-B440-2AF8B1C3756B}"/>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Pipelining</a:t>
            </a:r>
          </a:p>
        </p:txBody>
      </p:sp>
      <p:sp>
        <p:nvSpPr>
          <p:cNvPr id="106499" name="Rectangle 2051">
            <a:extLst>
              <a:ext uri="{FF2B5EF4-FFF2-40B4-BE49-F238E27FC236}">
                <a16:creationId xmlns:a16="http://schemas.microsoft.com/office/drawing/2014/main" id="{96D60249-A125-4E6A-AC6B-5F3808DCAF49}"/>
              </a:ext>
            </a:extLst>
          </p:cNvPr>
          <p:cNvSpPr>
            <a:spLocks noGrp="1" noChangeArrowheads="1"/>
          </p:cNvSpPr>
          <p:nvPr>
            <p:ph idx="1"/>
          </p:nvPr>
        </p:nvSpPr>
        <p:spPr>
          <a:xfrm>
            <a:off x="1782192" y="889165"/>
            <a:ext cx="5700166" cy="3008193"/>
          </a:xfrm>
        </p:spPr>
        <p:txBody>
          <a:bodyPr/>
          <a:lstStyle/>
          <a:p>
            <a:pPr>
              <a:lnSpc>
                <a:spcPct val="90000"/>
              </a:lnSpc>
            </a:pPr>
            <a:r>
              <a:rPr lang="en-US" altLang="en-US" b="1" dirty="0">
                <a:solidFill>
                  <a:srgbClr val="002060"/>
                </a:solidFill>
                <a:ea typeface="MS PGothic" panose="020B0600070205080204" pitchFamily="34" charset="-128"/>
              </a:rPr>
              <a:t>Pipelined evaluation</a:t>
            </a:r>
            <a:r>
              <a:rPr lang="en-US" altLang="en-US" dirty="0">
                <a:ea typeface="MS PGothic" panose="020B0600070205080204" pitchFamily="34" charset="-128"/>
              </a:rPr>
              <a:t>:  evaluate several operations simultaneously, passing the results of one operation on to the next.</a:t>
            </a:r>
          </a:p>
          <a:p>
            <a:pPr>
              <a:lnSpc>
                <a:spcPct val="90000"/>
              </a:lnSpc>
            </a:pPr>
            <a:r>
              <a:rPr lang="en-US" altLang="en-US" dirty="0">
                <a:ea typeface="MS PGothic" panose="020B0600070205080204" pitchFamily="34" charset="-128"/>
              </a:rPr>
              <a:t>E.g., in previous expression tree, don</a:t>
            </a:r>
            <a:r>
              <a:rPr lang="ja-JP" altLang="en-US" dirty="0">
                <a:ea typeface="MS PGothic" panose="020B0600070205080204" pitchFamily="34" charset="-128"/>
              </a:rPr>
              <a:t>’</a:t>
            </a:r>
            <a:r>
              <a:rPr lang="en-US" altLang="ja-JP" dirty="0">
                <a:ea typeface="MS PGothic" panose="020B0600070205080204" pitchFamily="34" charset="-128"/>
              </a:rPr>
              <a:t>t store result of</a:t>
            </a:r>
            <a:br>
              <a:rPr lang="en-US" altLang="ja-JP" dirty="0">
                <a:ea typeface="MS PGothic" panose="020B0600070205080204" pitchFamily="34" charset="-128"/>
              </a:rPr>
            </a:br>
            <a:br>
              <a:rPr lang="en-US" altLang="ja-JP" dirty="0">
                <a:ea typeface="MS PGothic" panose="020B0600070205080204" pitchFamily="34" charset="-128"/>
              </a:rPr>
            </a:br>
            <a:r>
              <a:rPr lang="en-US" altLang="ja-JP" dirty="0">
                <a:ea typeface="MS PGothic" panose="020B0600070205080204" pitchFamily="34" charset="-128"/>
              </a:rPr>
              <a:t> </a:t>
            </a:r>
          </a:p>
          <a:p>
            <a:pPr lvl="1">
              <a:lnSpc>
                <a:spcPct val="90000"/>
              </a:lnSpc>
            </a:pPr>
            <a:r>
              <a:rPr lang="en-US" altLang="en-US" dirty="0">
                <a:ea typeface="MS PGothic" panose="020B0600070205080204" pitchFamily="34" charset="-128"/>
              </a:rPr>
              <a:t>instead, pass tuples directly to the join..  Similarly, don</a:t>
            </a:r>
            <a:r>
              <a:rPr lang="ja-JP" altLang="en-US" dirty="0">
                <a:ea typeface="MS PGothic" panose="020B0600070205080204" pitchFamily="34" charset="-128"/>
              </a:rPr>
              <a:t>’</a:t>
            </a:r>
            <a:r>
              <a:rPr lang="en-US" altLang="ja-JP" dirty="0">
                <a:ea typeface="MS PGothic" panose="020B0600070205080204" pitchFamily="34" charset="-128"/>
              </a:rPr>
              <a:t>t store result of join, pass tuples directly to projection. </a:t>
            </a:r>
          </a:p>
          <a:p>
            <a:pPr>
              <a:lnSpc>
                <a:spcPct val="90000"/>
              </a:lnSpc>
            </a:pPr>
            <a:r>
              <a:rPr lang="en-US" altLang="en-US" dirty="0">
                <a:ea typeface="MS PGothic" panose="020B0600070205080204" pitchFamily="34" charset="-128"/>
              </a:rPr>
              <a:t>Much cheaper than materialization: no need to store a temporary relation to disk.</a:t>
            </a:r>
          </a:p>
          <a:p>
            <a:pPr>
              <a:lnSpc>
                <a:spcPct val="90000"/>
              </a:lnSpc>
            </a:pPr>
            <a:r>
              <a:rPr lang="en-US" altLang="en-US" dirty="0">
                <a:ea typeface="MS PGothic" panose="020B0600070205080204" pitchFamily="34" charset="-128"/>
              </a:rPr>
              <a:t>Pipelining may not always be possible – e.g., sort, hash-join. </a:t>
            </a:r>
          </a:p>
          <a:p>
            <a:pPr>
              <a:lnSpc>
                <a:spcPct val="90000"/>
              </a:lnSpc>
            </a:pPr>
            <a:r>
              <a:rPr lang="en-US" altLang="en-US" dirty="0">
                <a:ea typeface="MS PGothic" panose="020B0600070205080204" pitchFamily="34" charset="-128"/>
              </a:rPr>
              <a:t>For pipelining to be effective, use evaluation algorithms that generate output tuples even as tuples are received for inputs to the operation. </a:t>
            </a:r>
          </a:p>
          <a:p>
            <a:pPr>
              <a:lnSpc>
                <a:spcPct val="90000"/>
              </a:lnSpc>
            </a:pPr>
            <a:r>
              <a:rPr lang="en-US" altLang="en-US" dirty="0">
                <a:ea typeface="MS PGothic" panose="020B0600070205080204" pitchFamily="34" charset="-128"/>
              </a:rPr>
              <a:t>Pipelines can be executed in two ways:  </a:t>
            </a:r>
            <a:r>
              <a:rPr lang="en-US" altLang="en-US" b="1" dirty="0">
                <a:solidFill>
                  <a:srgbClr val="002060"/>
                </a:solidFill>
                <a:ea typeface="MS PGothic" panose="020B0600070205080204" pitchFamily="34" charset="-128"/>
              </a:rPr>
              <a:t>demand driven</a:t>
            </a:r>
            <a:r>
              <a:rPr lang="en-US" altLang="en-US" dirty="0">
                <a:solidFill>
                  <a:srgbClr val="002060"/>
                </a:solidFill>
                <a:ea typeface="MS PGothic" panose="020B0600070205080204" pitchFamily="34" charset="-128"/>
              </a:rPr>
              <a:t> </a:t>
            </a:r>
            <a:r>
              <a:rPr lang="en-US" altLang="en-US" dirty="0">
                <a:ea typeface="MS PGothic" panose="020B0600070205080204" pitchFamily="34" charset="-128"/>
              </a:rPr>
              <a:t>and </a:t>
            </a:r>
            <a:r>
              <a:rPr lang="en-US" altLang="en-US" b="1" dirty="0">
                <a:solidFill>
                  <a:srgbClr val="002060"/>
                </a:solidFill>
                <a:ea typeface="MS PGothic" panose="020B0600070205080204" pitchFamily="34" charset="-128"/>
              </a:rPr>
              <a:t>producer driven</a:t>
            </a:r>
            <a:r>
              <a:rPr lang="en-US" altLang="en-US" dirty="0">
                <a:solidFill>
                  <a:srgbClr val="002060"/>
                </a:solidFill>
                <a:ea typeface="MS PGothic" panose="020B0600070205080204" pitchFamily="34" charset="-128"/>
              </a:rPr>
              <a:t> </a:t>
            </a:r>
          </a:p>
        </p:txBody>
      </p:sp>
      <p:graphicFrame>
        <p:nvGraphicFramePr>
          <p:cNvPr id="106500" name="Object 5">
            <a:extLst>
              <a:ext uri="{FF2B5EF4-FFF2-40B4-BE49-F238E27FC236}">
                <a16:creationId xmlns:a16="http://schemas.microsoft.com/office/drawing/2014/main" id="{4F0A48FF-087B-401A-A1C0-B05A20AB0488}"/>
              </a:ext>
            </a:extLst>
          </p:cNvPr>
          <p:cNvGraphicFramePr>
            <a:graphicFrameLocks noChangeAspect="1"/>
          </p:cNvGraphicFramePr>
          <p:nvPr/>
        </p:nvGraphicFramePr>
        <p:xfrm>
          <a:off x="2936803" y="1502802"/>
          <a:ext cx="2539604" cy="363141"/>
        </p:xfrm>
        <a:graphic>
          <a:graphicData uri="http://schemas.openxmlformats.org/presentationml/2006/ole">
            <mc:AlternateContent xmlns:mc="http://schemas.openxmlformats.org/markup-compatibility/2006">
              <mc:Choice xmlns:v="urn:schemas-microsoft-com:vml" Requires="v">
                <p:oleObj name="Equation" r:id="rId3" imgW="1676400" imgH="241300" progId="">
                  <p:embed/>
                </p:oleObj>
              </mc:Choice>
              <mc:Fallback>
                <p:oleObj name="Equation" r:id="rId3" imgW="1676400" imgH="241300" progId="">
                  <p:embed/>
                  <p:pic>
                    <p:nvPicPr>
                      <p:cNvPr id="106500" name="Object 5">
                        <a:extLst>
                          <a:ext uri="{FF2B5EF4-FFF2-40B4-BE49-F238E27FC236}">
                            <a16:creationId xmlns:a16="http://schemas.microsoft.com/office/drawing/2014/main" id="{4F0A48FF-087B-401A-A1C0-B05A20AB04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6803" y="1502802"/>
                        <a:ext cx="2539604" cy="36314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a:extLst>
              <a:ext uri="{FF2B5EF4-FFF2-40B4-BE49-F238E27FC236}">
                <a16:creationId xmlns:a16="http://schemas.microsoft.com/office/drawing/2014/main" id="{3D969869-47E9-4D95-B1BC-52547E73B000}"/>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Pipelining (Cont.)</a:t>
            </a:r>
          </a:p>
        </p:txBody>
      </p:sp>
      <p:sp>
        <p:nvSpPr>
          <p:cNvPr id="108547" name="Rectangle 3">
            <a:extLst>
              <a:ext uri="{FF2B5EF4-FFF2-40B4-BE49-F238E27FC236}">
                <a16:creationId xmlns:a16="http://schemas.microsoft.com/office/drawing/2014/main" id="{0F65DC46-5F18-44FC-BC85-911914755D03}"/>
              </a:ext>
            </a:extLst>
          </p:cNvPr>
          <p:cNvSpPr>
            <a:spLocks noGrp="1" noChangeArrowheads="1"/>
          </p:cNvSpPr>
          <p:nvPr>
            <p:ph idx="1"/>
          </p:nvPr>
        </p:nvSpPr>
        <p:spPr>
          <a:xfrm>
            <a:off x="1775534" y="865773"/>
            <a:ext cx="5652857" cy="3721064"/>
          </a:xfrm>
        </p:spPr>
        <p:txBody>
          <a:bodyPr/>
          <a:lstStyle/>
          <a:p>
            <a:r>
              <a:rPr lang="en-US" altLang="en-US" dirty="0">
                <a:ea typeface="MS PGothic" panose="020B0600070205080204" pitchFamily="34" charset="-128"/>
              </a:rPr>
              <a:t>In </a:t>
            </a:r>
            <a:r>
              <a:rPr lang="en-US" altLang="en-US" b="1" dirty="0">
                <a:solidFill>
                  <a:srgbClr val="002060"/>
                </a:solidFill>
                <a:ea typeface="MS PGothic" panose="020B0600070205080204" pitchFamily="34" charset="-128"/>
              </a:rPr>
              <a:t>demand driven</a:t>
            </a:r>
            <a:r>
              <a:rPr lang="en-US" altLang="en-US" dirty="0">
                <a:solidFill>
                  <a:srgbClr val="002060"/>
                </a:solidFill>
                <a:ea typeface="MS PGothic" panose="020B0600070205080204" pitchFamily="34" charset="-128"/>
              </a:rPr>
              <a:t> </a:t>
            </a:r>
            <a:r>
              <a:rPr lang="en-US" altLang="en-US" dirty="0">
                <a:ea typeface="MS PGothic" panose="020B0600070205080204" pitchFamily="34" charset="-128"/>
              </a:rPr>
              <a:t>or </a:t>
            </a:r>
            <a:r>
              <a:rPr lang="en-US" altLang="en-US" b="1" dirty="0">
                <a:solidFill>
                  <a:srgbClr val="002060"/>
                </a:solidFill>
                <a:ea typeface="MS PGothic" panose="020B0600070205080204" pitchFamily="34" charset="-128"/>
              </a:rPr>
              <a:t>lazy</a:t>
            </a:r>
            <a:r>
              <a:rPr lang="en-US" altLang="en-US" b="1" dirty="0">
                <a:ea typeface="MS PGothic" panose="020B0600070205080204" pitchFamily="34" charset="-128"/>
              </a:rPr>
              <a:t> </a:t>
            </a:r>
            <a:r>
              <a:rPr lang="en-US" altLang="en-US" dirty="0">
                <a:ea typeface="MS PGothic" panose="020B0600070205080204" pitchFamily="34" charset="-128"/>
              </a:rPr>
              <a:t>evaluation</a:t>
            </a:r>
          </a:p>
          <a:p>
            <a:pPr lvl="1"/>
            <a:r>
              <a:rPr lang="en-US" altLang="en-US" dirty="0">
                <a:ea typeface="MS PGothic" panose="020B0600070205080204" pitchFamily="34" charset="-128"/>
              </a:rPr>
              <a:t>system repeatedly requests next tuple  from top level operation</a:t>
            </a:r>
          </a:p>
          <a:p>
            <a:pPr lvl="1"/>
            <a:r>
              <a:rPr lang="en-US" altLang="en-US" dirty="0">
                <a:ea typeface="MS PGothic" panose="020B0600070205080204" pitchFamily="34" charset="-128"/>
              </a:rPr>
              <a:t>Each operation requests  next tuple from children operations as required, in order to output its next tuple</a:t>
            </a:r>
          </a:p>
          <a:p>
            <a:pPr lvl="1"/>
            <a:r>
              <a:rPr lang="en-US" altLang="en-US" dirty="0">
                <a:ea typeface="MS PGothic" panose="020B0600070205080204" pitchFamily="34" charset="-128"/>
              </a:rPr>
              <a:t>In between calls, operation has to maintain </a:t>
            </a:r>
            <a:r>
              <a:rPr lang="ja-JP" altLang="en-US" dirty="0">
                <a:ea typeface="MS PGothic" panose="020B0600070205080204" pitchFamily="34" charset="-128"/>
              </a:rPr>
              <a:t>“</a:t>
            </a:r>
            <a:r>
              <a:rPr lang="en-US" altLang="ja-JP" b="1" dirty="0">
                <a:solidFill>
                  <a:srgbClr val="002060"/>
                </a:solidFill>
                <a:ea typeface="MS PGothic" panose="020B0600070205080204" pitchFamily="34" charset="-128"/>
              </a:rPr>
              <a:t>state</a:t>
            </a:r>
            <a:r>
              <a:rPr lang="ja-JP" altLang="en-US" dirty="0">
                <a:ea typeface="MS PGothic" panose="020B0600070205080204" pitchFamily="34" charset="-128"/>
              </a:rPr>
              <a:t>”</a:t>
            </a:r>
            <a:r>
              <a:rPr lang="en-US" altLang="ja-JP" dirty="0">
                <a:ea typeface="MS PGothic" panose="020B0600070205080204" pitchFamily="34" charset="-128"/>
              </a:rPr>
              <a:t> so it knows what to return next</a:t>
            </a:r>
          </a:p>
          <a:p>
            <a:r>
              <a:rPr lang="en-US" altLang="en-US" dirty="0">
                <a:ea typeface="MS PGothic" panose="020B0600070205080204" pitchFamily="34" charset="-128"/>
              </a:rPr>
              <a:t>In </a:t>
            </a:r>
            <a:r>
              <a:rPr lang="en-US" altLang="en-US" b="1" dirty="0">
                <a:solidFill>
                  <a:srgbClr val="002060"/>
                </a:solidFill>
                <a:ea typeface="MS PGothic" panose="020B0600070205080204" pitchFamily="34" charset="-128"/>
              </a:rPr>
              <a:t>producer-driven</a:t>
            </a:r>
            <a:r>
              <a:rPr lang="en-US" altLang="en-US" dirty="0">
                <a:ea typeface="MS PGothic" panose="020B0600070205080204" pitchFamily="34" charset="-128"/>
              </a:rPr>
              <a:t> or </a:t>
            </a:r>
            <a:r>
              <a:rPr lang="en-US" altLang="en-US" b="1" dirty="0">
                <a:solidFill>
                  <a:srgbClr val="002060"/>
                </a:solidFill>
                <a:ea typeface="MS PGothic" panose="020B0600070205080204" pitchFamily="34" charset="-128"/>
              </a:rPr>
              <a:t>eager</a:t>
            </a:r>
            <a:r>
              <a:rPr lang="en-US" altLang="en-US" dirty="0">
                <a:ea typeface="MS PGothic" panose="020B0600070205080204" pitchFamily="34" charset="-128"/>
              </a:rPr>
              <a:t> pipelining</a:t>
            </a:r>
          </a:p>
          <a:p>
            <a:pPr lvl="1"/>
            <a:r>
              <a:rPr lang="en-US" altLang="en-US" dirty="0">
                <a:ea typeface="MS PGothic" panose="020B0600070205080204" pitchFamily="34" charset="-128"/>
              </a:rPr>
              <a:t>Operators produce tuples eagerly and pass them up to their parents</a:t>
            </a:r>
          </a:p>
          <a:p>
            <a:pPr lvl="2"/>
            <a:r>
              <a:rPr lang="en-US" altLang="en-US" dirty="0">
                <a:ea typeface="MS PGothic" panose="020B0600070205080204" pitchFamily="34" charset="-128"/>
              </a:rPr>
              <a:t>Buffer maintained between operators, child puts tuples in buffer, parent removes tuples from buffer</a:t>
            </a:r>
          </a:p>
          <a:p>
            <a:pPr lvl="2"/>
            <a:r>
              <a:rPr lang="en-US" altLang="en-US" dirty="0">
                <a:ea typeface="MS PGothic" panose="020B0600070205080204" pitchFamily="34" charset="-128"/>
              </a:rPr>
              <a:t>if buffer is full, child waits till there is space in the buffer, and then generates more tuples</a:t>
            </a:r>
          </a:p>
          <a:p>
            <a:pPr lvl="1"/>
            <a:r>
              <a:rPr lang="en-US" altLang="en-US" dirty="0">
                <a:ea typeface="MS PGothic" panose="020B0600070205080204" pitchFamily="34" charset="-128"/>
              </a:rPr>
              <a:t>System schedules operations that have space in output buffer and can process more input tuples</a:t>
            </a:r>
          </a:p>
          <a:p>
            <a:r>
              <a:rPr lang="en-US" altLang="en-US" dirty="0">
                <a:ea typeface="MS PGothic" panose="020B0600070205080204" pitchFamily="34" charset="-128"/>
              </a:rPr>
              <a:t>Alternative name: </a:t>
            </a:r>
            <a:r>
              <a:rPr lang="en-US" altLang="en-US" b="1" dirty="0">
                <a:solidFill>
                  <a:srgbClr val="002060"/>
                </a:solidFill>
                <a:ea typeface="MS PGothic" panose="020B0600070205080204" pitchFamily="34" charset="-128"/>
              </a:rPr>
              <a:t>pull</a:t>
            </a:r>
            <a:r>
              <a:rPr lang="en-US" altLang="en-US" dirty="0">
                <a:ea typeface="MS PGothic" panose="020B0600070205080204" pitchFamily="34" charset="-128"/>
              </a:rPr>
              <a:t> and </a:t>
            </a:r>
            <a:r>
              <a:rPr lang="en-US" altLang="en-US" b="1" dirty="0">
                <a:solidFill>
                  <a:srgbClr val="002060"/>
                </a:solidFill>
                <a:ea typeface="MS PGothic" panose="020B0600070205080204" pitchFamily="34" charset="-128"/>
              </a:rPr>
              <a:t>push</a:t>
            </a:r>
            <a:r>
              <a:rPr lang="en-US" altLang="en-US" dirty="0">
                <a:ea typeface="MS PGothic" panose="020B0600070205080204" pitchFamily="34" charset="-128"/>
              </a:rPr>
              <a:t> models of pipelining</a:t>
            </a:r>
          </a:p>
          <a:p>
            <a:pPr>
              <a:buFont typeface="Monotype Sorts" pitchFamily="-65" charset="2"/>
              <a:buNone/>
            </a:pPr>
            <a:endParaRPr lang="en-US" altLang="en-US" dirty="0">
              <a:ea typeface="MS PGothic" panose="020B0600070205080204" pitchFamily="34" charset="-128"/>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a:extLst>
              <a:ext uri="{FF2B5EF4-FFF2-40B4-BE49-F238E27FC236}">
                <a16:creationId xmlns:a16="http://schemas.microsoft.com/office/drawing/2014/main" id="{3EF99701-7A8B-4FEC-B522-3B9840E1BF35}"/>
              </a:ext>
            </a:extLst>
          </p:cNvPr>
          <p:cNvSpPr>
            <a:spLocks noGrp="1" noChangeArrowheads="1"/>
          </p:cNvSpPr>
          <p:nvPr>
            <p:ph type="title"/>
          </p:nvPr>
        </p:nvSpPr>
        <p:spPr/>
        <p:txBody>
          <a:bodyPr/>
          <a:lstStyle/>
          <a:p>
            <a:pPr>
              <a:defRPr/>
            </a:pPr>
            <a:r>
              <a:rPr lang="en-US" altLang="en-US">
                <a:effectLst>
                  <a:outerShdw blurRad="38100" dist="38100" dir="2700000" algn="tl">
                    <a:srgbClr val="C0C0C0"/>
                  </a:outerShdw>
                </a:effectLst>
                <a:ea typeface="MS PGothic" panose="020B0600070205080204" pitchFamily="34" charset="-128"/>
              </a:rPr>
              <a:t>Pipelining (Cont.)</a:t>
            </a:r>
          </a:p>
        </p:txBody>
      </p:sp>
      <p:sp>
        <p:nvSpPr>
          <p:cNvPr id="110595" name="Rectangle 3">
            <a:extLst>
              <a:ext uri="{FF2B5EF4-FFF2-40B4-BE49-F238E27FC236}">
                <a16:creationId xmlns:a16="http://schemas.microsoft.com/office/drawing/2014/main" id="{6F533134-555E-43F5-B79B-23B670FAF34D}"/>
              </a:ext>
            </a:extLst>
          </p:cNvPr>
          <p:cNvSpPr>
            <a:spLocks noGrp="1" noChangeArrowheads="1"/>
          </p:cNvSpPr>
          <p:nvPr>
            <p:ph idx="1"/>
          </p:nvPr>
        </p:nvSpPr>
        <p:spPr>
          <a:xfrm>
            <a:off x="1779190" y="886798"/>
            <a:ext cx="5609252" cy="3233786"/>
          </a:xfrm>
        </p:spPr>
        <p:txBody>
          <a:bodyPr/>
          <a:lstStyle/>
          <a:p>
            <a:pPr>
              <a:lnSpc>
                <a:spcPct val="90000"/>
              </a:lnSpc>
            </a:pPr>
            <a:r>
              <a:rPr lang="en-US" altLang="en-US" dirty="0">
                <a:ea typeface="MS PGothic" panose="020B0600070205080204" pitchFamily="34" charset="-128"/>
              </a:rPr>
              <a:t>Implementation of demand-driven pipelining</a:t>
            </a:r>
          </a:p>
          <a:p>
            <a:pPr lvl="1">
              <a:lnSpc>
                <a:spcPct val="90000"/>
              </a:lnSpc>
            </a:pPr>
            <a:r>
              <a:rPr lang="en-US" altLang="en-US" dirty="0">
                <a:ea typeface="MS PGothic" panose="020B0600070205080204" pitchFamily="34" charset="-128"/>
              </a:rPr>
              <a:t>Each operation is implemented as an </a:t>
            </a:r>
            <a:r>
              <a:rPr lang="en-US" altLang="en-US" b="1" dirty="0">
                <a:solidFill>
                  <a:srgbClr val="002060"/>
                </a:solidFill>
                <a:ea typeface="MS PGothic" panose="020B0600070205080204" pitchFamily="34" charset="-128"/>
              </a:rPr>
              <a:t>iterator</a:t>
            </a:r>
            <a:r>
              <a:rPr lang="en-US" altLang="en-US" dirty="0">
                <a:ea typeface="MS PGothic" panose="020B0600070205080204" pitchFamily="34" charset="-128"/>
              </a:rPr>
              <a:t> implementing the following operations</a:t>
            </a:r>
          </a:p>
          <a:p>
            <a:pPr lvl="2">
              <a:lnSpc>
                <a:spcPct val="90000"/>
              </a:lnSpc>
            </a:pPr>
            <a:r>
              <a:rPr lang="en-US" altLang="en-US" b="1" dirty="0">
                <a:ea typeface="MS PGothic" panose="020B0600070205080204" pitchFamily="34" charset="-128"/>
              </a:rPr>
              <a:t>open()</a:t>
            </a:r>
          </a:p>
          <a:p>
            <a:pPr lvl="3">
              <a:lnSpc>
                <a:spcPct val="90000"/>
              </a:lnSpc>
            </a:pPr>
            <a:r>
              <a:rPr lang="en-US" altLang="en-US" dirty="0">
                <a:ea typeface="MS PGothic" panose="020B0600070205080204" pitchFamily="34" charset="-128"/>
              </a:rPr>
              <a:t>E.g., file scan: initialize file scan</a:t>
            </a:r>
          </a:p>
          <a:p>
            <a:pPr lvl="4">
              <a:lnSpc>
                <a:spcPct val="90000"/>
              </a:lnSpc>
            </a:pPr>
            <a:r>
              <a:rPr lang="en-US" altLang="en-US" dirty="0">
                <a:ea typeface="MS PGothic" panose="020B0600070205080204" pitchFamily="34" charset="-128"/>
              </a:rPr>
              <a:t> state: pointer to beginning of file</a:t>
            </a:r>
          </a:p>
          <a:p>
            <a:pPr lvl="3">
              <a:lnSpc>
                <a:spcPct val="90000"/>
              </a:lnSpc>
            </a:pPr>
            <a:r>
              <a:rPr lang="en-US" altLang="en-US" dirty="0">
                <a:ea typeface="MS PGothic" panose="020B0600070205080204" pitchFamily="34" charset="-128"/>
              </a:rPr>
              <a:t>E.g., merge join: sort relations;</a:t>
            </a:r>
          </a:p>
          <a:p>
            <a:pPr lvl="4">
              <a:lnSpc>
                <a:spcPct val="90000"/>
              </a:lnSpc>
            </a:pPr>
            <a:r>
              <a:rPr lang="en-US" altLang="en-US" dirty="0">
                <a:ea typeface="MS PGothic" panose="020B0600070205080204" pitchFamily="34" charset="-128"/>
              </a:rPr>
              <a:t> state: pointers to beginning of sorted relations</a:t>
            </a:r>
          </a:p>
          <a:p>
            <a:pPr lvl="2">
              <a:lnSpc>
                <a:spcPct val="90000"/>
              </a:lnSpc>
            </a:pPr>
            <a:r>
              <a:rPr lang="en-US" altLang="en-US" dirty="0">
                <a:ea typeface="MS PGothic" panose="020B0600070205080204" pitchFamily="34" charset="-128"/>
              </a:rPr>
              <a:t> </a:t>
            </a:r>
            <a:r>
              <a:rPr lang="en-US" altLang="en-US" b="1" dirty="0">
                <a:ea typeface="MS PGothic" panose="020B0600070205080204" pitchFamily="34" charset="-128"/>
              </a:rPr>
              <a:t>next()</a:t>
            </a:r>
          </a:p>
          <a:p>
            <a:pPr lvl="3">
              <a:lnSpc>
                <a:spcPct val="90000"/>
              </a:lnSpc>
            </a:pPr>
            <a:r>
              <a:rPr lang="en-US" altLang="en-US" dirty="0">
                <a:ea typeface="MS PGothic" panose="020B0600070205080204" pitchFamily="34" charset="-128"/>
              </a:rPr>
              <a:t>E.g., for file scan: Output next tuple, and advance and store file pointer</a:t>
            </a:r>
          </a:p>
          <a:p>
            <a:pPr lvl="3">
              <a:lnSpc>
                <a:spcPct val="90000"/>
              </a:lnSpc>
            </a:pPr>
            <a:r>
              <a:rPr lang="en-US" altLang="en-US" dirty="0">
                <a:ea typeface="MS PGothic" panose="020B0600070205080204" pitchFamily="34" charset="-128"/>
              </a:rPr>
              <a:t>E.g., for merge join:  continue with merge from earlier state till next output tuple is found.  Save pointers as iterator state.</a:t>
            </a:r>
          </a:p>
          <a:p>
            <a:pPr lvl="2">
              <a:lnSpc>
                <a:spcPct val="90000"/>
              </a:lnSpc>
            </a:pPr>
            <a:r>
              <a:rPr lang="en-US" altLang="en-US" b="1" dirty="0">
                <a:ea typeface="MS PGothic" panose="020B0600070205080204" pitchFamily="34" charset="-128"/>
              </a:rPr>
              <a:t>close()</a:t>
            </a:r>
          </a:p>
          <a:p>
            <a:pPr>
              <a:lnSpc>
                <a:spcPct val="90000"/>
              </a:lnSpc>
            </a:pPr>
            <a:endParaRPr lang="en-US" altLang="en-US" dirty="0">
              <a:ea typeface="MS PGothic" panose="020B0600070205080204" pitchFamily="34" charset="-128"/>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308AE-EDEF-964F-0DE7-8EE37CC1F7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43E747-1902-7C18-1B73-7F2778F49799}"/>
              </a:ext>
            </a:extLst>
          </p:cNvPr>
          <p:cNvSpPr>
            <a:spLocks noGrp="1"/>
          </p:cNvSpPr>
          <p:nvPr>
            <p:ph idx="1"/>
          </p:nvPr>
        </p:nvSpPr>
        <p:spPr>
          <a:xfrm>
            <a:off x="152400" y="2266950"/>
            <a:ext cx="8839200" cy="523220"/>
          </a:xfrm>
        </p:spPr>
        <p:txBody>
          <a:bodyPr/>
          <a:lstStyle/>
          <a:p>
            <a:r>
              <a:rPr lang="en-US" dirty="0"/>
              <a:t>NoSQL</a:t>
            </a:r>
          </a:p>
        </p:txBody>
      </p:sp>
    </p:spTree>
    <p:extLst>
      <p:ext uri="{BB962C8B-B14F-4D97-AF65-F5344CB8AC3E}">
        <p14:creationId xmlns:p14="http://schemas.microsoft.com/office/powerpoint/2010/main" val="415091076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ABA33-5F32-0CC2-3245-11F06CC040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B635F4-A0B4-9A78-8FB5-C95C4C2446BA}"/>
              </a:ext>
            </a:extLst>
          </p:cNvPr>
          <p:cNvSpPr>
            <a:spLocks noGrp="1"/>
          </p:cNvSpPr>
          <p:nvPr>
            <p:ph idx="1"/>
          </p:nvPr>
        </p:nvSpPr>
        <p:spPr>
          <a:xfrm>
            <a:off x="152400" y="2266950"/>
            <a:ext cx="8839200" cy="523220"/>
          </a:xfrm>
        </p:spPr>
        <p:txBody>
          <a:bodyPr/>
          <a:lstStyle/>
          <a:p>
            <a:r>
              <a:rPr lang="en-US" dirty="0"/>
              <a:t>Reminder</a:t>
            </a:r>
          </a:p>
        </p:txBody>
      </p:sp>
    </p:spTree>
    <p:extLst>
      <p:ext uri="{BB962C8B-B14F-4D97-AF65-F5344CB8AC3E}">
        <p14:creationId xmlns:p14="http://schemas.microsoft.com/office/powerpoint/2010/main" val="32613267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7DA175-D02F-FA45-AAB8-C83746ABA97A}"/>
              </a:ext>
            </a:extLst>
          </p:cNvPr>
          <p:cNvSpPr>
            <a:spLocks noGrp="1"/>
          </p:cNvSpPr>
          <p:nvPr>
            <p:ph type="title"/>
          </p:nvPr>
        </p:nvSpPr>
        <p:spPr/>
        <p:txBody>
          <a:bodyPr/>
          <a:lstStyle/>
          <a:p>
            <a:r>
              <a:rPr lang="en-US" dirty="0"/>
              <a:t>Simplistic Classification </a:t>
            </a:r>
            <a:r>
              <a:rPr lang="en-US" sz="1200" dirty="0"/>
              <a:t>(https://</a:t>
            </a:r>
            <a:r>
              <a:rPr lang="en-US" sz="1200" dirty="0" err="1"/>
              <a:t>medium.com</a:t>
            </a:r>
            <a:r>
              <a:rPr lang="en-US" sz="1200" dirty="0"/>
              <a:t>/</a:t>
            </a:r>
            <a:r>
              <a:rPr lang="en-US" sz="1200" dirty="0" err="1"/>
              <a:t>swlh</a:t>
            </a:r>
            <a:r>
              <a:rPr lang="en-US" sz="1200" dirty="0"/>
              <a:t>/4-types-of-nosql-databases-d88ad21f7d3b)</a:t>
            </a:r>
            <a:endParaRPr lang="en-US" dirty="0"/>
          </a:p>
        </p:txBody>
      </p:sp>
      <p:pic>
        <p:nvPicPr>
          <p:cNvPr id="4" name="Picture 3">
            <a:extLst>
              <a:ext uri="{FF2B5EF4-FFF2-40B4-BE49-F238E27FC236}">
                <a16:creationId xmlns:a16="http://schemas.microsoft.com/office/drawing/2014/main" id="{45957948-B4D3-2944-A848-9113F25ABBB9}"/>
              </a:ext>
            </a:extLst>
          </p:cNvPr>
          <p:cNvPicPr>
            <a:picLocks noChangeAspect="1"/>
          </p:cNvPicPr>
          <p:nvPr/>
        </p:nvPicPr>
        <p:blipFill>
          <a:blip r:embed="rId2"/>
          <a:stretch>
            <a:fillRect/>
          </a:stretch>
        </p:blipFill>
        <p:spPr>
          <a:xfrm>
            <a:off x="457200" y="552450"/>
            <a:ext cx="7559994" cy="4038600"/>
          </a:xfrm>
          <a:prstGeom prst="rect">
            <a:avLst/>
          </a:prstGeom>
        </p:spPr>
      </p:pic>
      <p:sp>
        <p:nvSpPr>
          <p:cNvPr id="5" name="TextBox 4">
            <a:extLst>
              <a:ext uri="{FF2B5EF4-FFF2-40B4-BE49-F238E27FC236}">
                <a16:creationId xmlns:a16="http://schemas.microsoft.com/office/drawing/2014/main" id="{C613F02C-5954-1A4C-9D76-AC0C87943105}"/>
              </a:ext>
            </a:extLst>
          </p:cNvPr>
          <p:cNvSpPr txBox="1"/>
          <p:nvPr/>
        </p:nvSpPr>
        <p:spPr>
          <a:xfrm>
            <a:off x="6470679" y="666749"/>
            <a:ext cx="1927515" cy="646331"/>
          </a:xfrm>
          <a:prstGeom prst="rect">
            <a:avLst/>
          </a:prstGeom>
          <a:noFill/>
        </p:spPr>
        <p:txBody>
          <a:bodyPr wrap="none" rtlCol="0">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charset="0"/>
                <a:ea typeface="ＭＳ Ｐゴシック" charset="-128"/>
                <a:cs typeface="+mn-cs"/>
              </a:rPr>
              <a:t>We will see OLAP</a:t>
            </a:r>
            <a:br>
              <a:rPr kumimoji="0" lang="en-US" sz="1800" b="0" i="0" u="none" strike="noStrike" kern="1200" cap="none" spc="0" normalizeH="0" baseline="0" noProof="0" dirty="0">
                <a:ln>
                  <a:noFill/>
                </a:ln>
                <a:solidFill>
                  <a:srgbClr val="00B05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00B050"/>
                </a:solidFill>
                <a:effectLst/>
                <a:uLnTx/>
                <a:uFillTx/>
                <a:latin typeface="Calibri" charset="0"/>
                <a:ea typeface="ＭＳ Ｐゴシック" charset="-128"/>
                <a:cs typeface="+mn-cs"/>
              </a:rPr>
              <a:t>in a future lecture.</a:t>
            </a:r>
          </a:p>
        </p:txBody>
      </p:sp>
      <p:sp>
        <p:nvSpPr>
          <p:cNvPr id="6" name="TextBox 5">
            <a:extLst>
              <a:ext uri="{FF2B5EF4-FFF2-40B4-BE49-F238E27FC236}">
                <a16:creationId xmlns:a16="http://schemas.microsoft.com/office/drawing/2014/main" id="{2730B542-5A04-1F40-97AB-90352503497A}"/>
              </a:ext>
            </a:extLst>
          </p:cNvPr>
          <p:cNvSpPr txBox="1"/>
          <p:nvPr/>
        </p:nvSpPr>
        <p:spPr>
          <a:xfrm>
            <a:off x="81776" y="666750"/>
            <a:ext cx="2090060" cy="646331"/>
          </a:xfrm>
          <a:prstGeom prst="rect">
            <a:avLst/>
          </a:prstGeom>
          <a:noFill/>
        </p:spPr>
        <p:txBody>
          <a:bodyPr wrap="none" rtlCol="0">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Relational is the</a:t>
            </a:r>
            <a:b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foundational model.</a:t>
            </a:r>
          </a:p>
        </p:txBody>
      </p:sp>
      <p:sp>
        <p:nvSpPr>
          <p:cNvPr id="7" name="TextBox 6">
            <a:extLst>
              <a:ext uri="{FF2B5EF4-FFF2-40B4-BE49-F238E27FC236}">
                <a16:creationId xmlns:a16="http://schemas.microsoft.com/office/drawing/2014/main" id="{2E2722A2-B237-1943-8853-EEF7239ACCF3}"/>
              </a:ext>
            </a:extLst>
          </p:cNvPr>
          <p:cNvSpPr txBox="1"/>
          <p:nvPr/>
        </p:nvSpPr>
        <p:spPr>
          <a:xfrm>
            <a:off x="81776" y="1706267"/>
            <a:ext cx="2212914" cy="646331"/>
          </a:xfrm>
          <a:prstGeom prst="rect">
            <a:avLst/>
          </a:prstGeom>
          <a:noFill/>
        </p:spPr>
        <p:txBody>
          <a:bodyPr wrap="none" rtlCol="0">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charset="0"/>
                <a:ea typeface="ＭＳ Ｐゴシック" charset="-128"/>
                <a:cs typeface="+mn-cs"/>
              </a:rPr>
              <a:t>We covered</a:t>
            </a:r>
            <a:br>
              <a:rPr kumimoji="0" lang="en-US" sz="1800" b="0" i="0" u="none" strike="noStrike" kern="1200" cap="none" spc="0" normalizeH="0" baseline="0" noProof="0" dirty="0">
                <a:ln>
                  <a:noFill/>
                </a:ln>
                <a:solidFill>
                  <a:srgbClr val="0070C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0070C0"/>
                </a:solidFill>
                <a:effectLst/>
                <a:uLnTx/>
                <a:uFillTx/>
                <a:latin typeface="Calibri" charset="0"/>
                <a:ea typeface="ＭＳ Ｐゴシック" charset="-128"/>
                <a:cs typeface="+mn-cs"/>
              </a:rPr>
              <a:t>graphs and examples.</a:t>
            </a:r>
          </a:p>
        </p:txBody>
      </p:sp>
      <p:sp>
        <p:nvSpPr>
          <p:cNvPr id="8" name="Rectangle 7">
            <a:extLst>
              <a:ext uri="{FF2B5EF4-FFF2-40B4-BE49-F238E27FC236}">
                <a16:creationId xmlns:a16="http://schemas.microsoft.com/office/drawing/2014/main" id="{AD9AF9D8-A61E-8840-8A4C-830734D89224}"/>
              </a:ext>
            </a:extLst>
          </p:cNvPr>
          <p:cNvSpPr/>
          <p:nvPr/>
        </p:nvSpPr>
        <p:spPr>
          <a:xfrm>
            <a:off x="2133600" y="2724150"/>
            <a:ext cx="1600200" cy="1752600"/>
          </a:xfrm>
          <a:prstGeom prst="rect">
            <a:avLst/>
          </a:prstGeom>
          <a:noFill/>
          <a:ln w="28575">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 name="Straight Arrow Connector 9">
            <a:extLst>
              <a:ext uri="{FF2B5EF4-FFF2-40B4-BE49-F238E27FC236}">
                <a16:creationId xmlns:a16="http://schemas.microsoft.com/office/drawing/2014/main" id="{E6530A6E-F0D7-7D44-9DFD-E9755563F927}"/>
              </a:ext>
            </a:extLst>
          </p:cNvPr>
          <p:cNvCxnSpPr/>
          <p:nvPr/>
        </p:nvCxnSpPr>
        <p:spPr>
          <a:xfrm>
            <a:off x="1676400" y="2352598"/>
            <a:ext cx="457200" cy="371552"/>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652AC73E-1139-DF48-A840-DF1C97B37164}"/>
              </a:ext>
            </a:extLst>
          </p:cNvPr>
          <p:cNvSpPr/>
          <p:nvPr/>
        </p:nvSpPr>
        <p:spPr>
          <a:xfrm>
            <a:off x="4279547" y="895350"/>
            <a:ext cx="1810132" cy="1457248"/>
          </a:xfrm>
          <a:prstGeom prst="rect">
            <a:avLst/>
          </a:prstGeom>
          <a:noFill/>
          <a:ln w="28575">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 name="Straight Arrow Connector 11">
            <a:extLst>
              <a:ext uri="{FF2B5EF4-FFF2-40B4-BE49-F238E27FC236}">
                <a16:creationId xmlns:a16="http://schemas.microsoft.com/office/drawing/2014/main" id="{414A85D1-CF39-434C-B531-200C9BF5AC40}"/>
              </a:ext>
            </a:extLst>
          </p:cNvPr>
          <p:cNvCxnSpPr>
            <a:cxnSpLocks/>
          </p:cNvCxnSpPr>
          <p:nvPr/>
        </p:nvCxnSpPr>
        <p:spPr>
          <a:xfrm flipH="1">
            <a:off x="6172200" y="1252422"/>
            <a:ext cx="424036" cy="283088"/>
          </a:xfrm>
          <a:prstGeom prst="straightConnector1">
            <a:avLst/>
          </a:prstGeom>
          <a:ln>
            <a:solidFill>
              <a:srgbClr val="00B05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19ACE2A6-C18E-384C-A1C8-9577E5CBA821}"/>
              </a:ext>
            </a:extLst>
          </p:cNvPr>
          <p:cNvSpPr/>
          <p:nvPr/>
        </p:nvSpPr>
        <p:spPr>
          <a:xfrm>
            <a:off x="4109224" y="2695498"/>
            <a:ext cx="1810132" cy="1895552"/>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 name="Straight Arrow Connector 14">
            <a:extLst>
              <a:ext uri="{FF2B5EF4-FFF2-40B4-BE49-F238E27FC236}">
                <a16:creationId xmlns:a16="http://schemas.microsoft.com/office/drawing/2014/main" id="{290720E4-D620-384F-881B-3EC15477B9FF}"/>
              </a:ext>
            </a:extLst>
          </p:cNvPr>
          <p:cNvCxnSpPr>
            <a:cxnSpLocks/>
          </p:cNvCxnSpPr>
          <p:nvPr/>
        </p:nvCxnSpPr>
        <p:spPr>
          <a:xfrm flipH="1">
            <a:off x="5986202" y="2235482"/>
            <a:ext cx="1100398" cy="582622"/>
          </a:xfrm>
          <a:prstGeom prst="straightConnector1">
            <a:avLst/>
          </a:prstGeom>
          <a:ln>
            <a:solidFill>
              <a:srgbClr val="FF0000"/>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ECD34C0-9BCD-1847-B9FD-4E6AC811A492}"/>
              </a:ext>
            </a:extLst>
          </p:cNvPr>
          <p:cNvSpPr txBox="1"/>
          <p:nvPr/>
        </p:nvSpPr>
        <p:spPr>
          <a:xfrm>
            <a:off x="7005691" y="1589151"/>
            <a:ext cx="1936941" cy="923330"/>
          </a:xfrm>
          <a:prstGeom prst="rect">
            <a:avLst/>
          </a:prstGeom>
          <a:noFill/>
        </p:spPr>
        <p:txBody>
          <a:bodyPr wrap="none" rtlCol="0">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Subject of this</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lecture and part of</a:t>
            </a:r>
            <a:b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br>
            <a:r>
              <a:rPr kumimoji="0" lang="en-US" sz="1800" b="0" i="0" u="none" strike="noStrike" kern="1200" cap="none" spc="0" normalizeH="0" baseline="0" noProof="0" dirty="0">
                <a:ln>
                  <a:noFill/>
                </a:ln>
                <a:solidFill>
                  <a:srgbClr val="FF0000"/>
                </a:solidFill>
                <a:effectLst/>
                <a:uLnTx/>
                <a:uFillTx/>
                <a:latin typeface="Calibri" charset="0"/>
                <a:ea typeface="ＭＳ Ｐゴシック" charset="-128"/>
                <a:cs typeface="+mn-cs"/>
              </a:rPr>
              <a:t>HW3</a:t>
            </a:r>
          </a:p>
        </p:txBody>
      </p:sp>
    </p:spTree>
    <p:extLst>
      <p:ext uri="{BB962C8B-B14F-4D97-AF65-F5344CB8AC3E}">
        <p14:creationId xmlns:p14="http://schemas.microsoft.com/office/powerpoint/2010/main" val="4403868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0A36F-2D24-098F-D3CA-14029D4A3C1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E57AE0-0197-5811-F7BC-F6D4DEEAAB75}"/>
              </a:ext>
            </a:extLst>
          </p:cNvPr>
          <p:cNvSpPr>
            <a:spLocks noGrp="1"/>
          </p:cNvSpPr>
          <p:nvPr>
            <p:ph idx="1"/>
          </p:nvPr>
        </p:nvSpPr>
        <p:spPr>
          <a:xfrm>
            <a:off x="152400" y="2266950"/>
            <a:ext cx="8839200" cy="523220"/>
          </a:xfrm>
        </p:spPr>
        <p:txBody>
          <a:bodyPr/>
          <a:lstStyle/>
          <a:p>
            <a:r>
              <a:rPr lang="en-US" dirty="0"/>
              <a:t>Graphs</a:t>
            </a:r>
          </a:p>
        </p:txBody>
      </p:sp>
    </p:spTree>
    <p:extLst>
      <p:ext uri="{BB962C8B-B14F-4D97-AF65-F5344CB8AC3E}">
        <p14:creationId xmlns:p14="http://schemas.microsoft.com/office/powerpoint/2010/main" val="29535507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Exactly what it sounds like</a:t>
            </a:r>
          </a:p>
          <a:p>
            <a:r>
              <a:rPr lang="en-US" dirty="0"/>
              <a:t>Two core types</a:t>
            </a:r>
          </a:p>
          <a:p>
            <a:pPr lvl="1"/>
            <a:r>
              <a:rPr lang="en-US" dirty="0"/>
              <a:t>Node</a:t>
            </a:r>
          </a:p>
          <a:p>
            <a:pPr lvl="1"/>
            <a:r>
              <a:rPr lang="en-US" dirty="0"/>
              <a:t>Edge (link)</a:t>
            </a:r>
          </a:p>
          <a:p>
            <a:r>
              <a:rPr lang="en-US" dirty="0"/>
              <a:t>Nodes and Edges have</a:t>
            </a:r>
          </a:p>
          <a:p>
            <a:pPr lvl="1"/>
            <a:r>
              <a:rPr lang="en-US" dirty="0"/>
              <a:t>Label(s) = “Kind”</a:t>
            </a:r>
          </a:p>
          <a:p>
            <a:pPr lvl="1"/>
            <a:r>
              <a:rPr lang="en-US" dirty="0"/>
              <a:t>Properties  (free form)</a:t>
            </a:r>
          </a:p>
          <a:p>
            <a:r>
              <a:rPr lang="en-US" dirty="0"/>
              <a:t>Query is of the form</a:t>
            </a:r>
          </a:p>
          <a:p>
            <a:pPr lvl="1"/>
            <a:r>
              <a:rPr lang="en-US" dirty="0"/>
              <a:t>p1(n)-p2</a:t>
            </a:r>
            <a:r>
              <a:rPr lang="pt-BR" dirty="0"/>
              <a:t>(e)-p3(m)</a:t>
            </a:r>
          </a:p>
          <a:p>
            <a:pPr lvl="1"/>
            <a:r>
              <a:rPr lang="pt-BR" dirty="0" err="1"/>
              <a:t>n</a:t>
            </a:r>
            <a:r>
              <a:rPr lang="pt-BR" dirty="0"/>
              <a:t>, m are nodes; e </a:t>
            </a:r>
            <a:r>
              <a:rPr lang="pt-BR" dirty="0" err="1"/>
              <a:t>is</a:t>
            </a:r>
            <a:r>
              <a:rPr lang="pt-BR" dirty="0"/>
              <a:t> </a:t>
            </a:r>
            <a:r>
              <a:rPr lang="pt-BR" dirty="0" err="1"/>
              <a:t>an</a:t>
            </a:r>
            <a:r>
              <a:rPr lang="pt-BR" dirty="0"/>
              <a:t> </a:t>
            </a:r>
            <a:r>
              <a:rPr lang="pt-BR" dirty="0" err="1"/>
              <a:t>edge</a:t>
            </a:r>
            <a:endParaRPr lang="pt-BR" dirty="0"/>
          </a:p>
          <a:p>
            <a:pPr lvl="1"/>
            <a:r>
              <a:rPr lang="pt-BR" dirty="0"/>
              <a:t>p1, p2, p3 are </a:t>
            </a:r>
            <a:r>
              <a:rPr lang="pt-BR" dirty="0" err="1"/>
              <a:t>predicates</a:t>
            </a:r>
            <a:r>
              <a:rPr lang="pt-BR" dirty="0"/>
              <a:t> </a:t>
            </a:r>
            <a:r>
              <a:rPr lang="pt-BR" dirty="0" err="1"/>
              <a:t>on</a:t>
            </a:r>
            <a:r>
              <a:rPr lang="pt-BR" dirty="0"/>
              <a:t> </a:t>
            </a:r>
            <a:r>
              <a:rPr lang="pt-BR" dirty="0" err="1"/>
              <a:t>labels</a:t>
            </a:r>
            <a:r>
              <a:rPr lang="pt-BR" dirty="0"/>
              <a:t> </a:t>
            </a:r>
            <a:r>
              <a:rPr lang="pt-BR" dirty="0" err="1"/>
              <a:t>and</a:t>
            </a:r>
            <a:r>
              <a:rPr lang="pt-BR" dirty="0"/>
              <a:t> </a:t>
            </a:r>
            <a:r>
              <a:rPr lang="pt-BR" dirty="0" err="1"/>
              <a:t>properties</a:t>
            </a:r>
            <a:endParaRPr lang="en-US" dirty="0"/>
          </a:p>
        </p:txBody>
      </p:sp>
      <p:sp>
        <p:nvSpPr>
          <p:cNvPr id="2" name="Title 1"/>
          <p:cNvSpPr>
            <a:spLocks noGrp="1"/>
          </p:cNvSpPr>
          <p:nvPr>
            <p:ph type="title"/>
          </p:nvPr>
        </p:nvSpPr>
        <p:spPr/>
        <p:txBody>
          <a:bodyPr/>
          <a:lstStyle/>
          <a:p>
            <a:r>
              <a:rPr lang="en-US" dirty="0">
                <a:solidFill>
                  <a:srgbClr val="FFFF00"/>
                </a:solidFill>
              </a:rPr>
              <a:t>Graph Database</a:t>
            </a:r>
          </a:p>
        </p:txBody>
      </p:sp>
      <p:pic>
        <p:nvPicPr>
          <p:cNvPr id="4" name="Picture 3"/>
          <p:cNvPicPr>
            <a:picLocks noChangeAspect="1"/>
          </p:cNvPicPr>
          <p:nvPr/>
        </p:nvPicPr>
        <p:blipFill>
          <a:blip r:embed="rId2"/>
          <a:stretch>
            <a:fillRect/>
          </a:stretch>
        </p:blipFill>
        <p:spPr>
          <a:xfrm>
            <a:off x="3792620" y="590550"/>
            <a:ext cx="5046580" cy="3571930"/>
          </a:xfrm>
          <a:prstGeom prst="rect">
            <a:avLst/>
          </a:prstGeom>
        </p:spPr>
      </p:pic>
      <p:sp>
        <p:nvSpPr>
          <p:cNvPr id="5" name="TextBox 4">
            <a:extLst>
              <a:ext uri="{FF2B5EF4-FFF2-40B4-BE49-F238E27FC236}">
                <a16:creationId xmlns:a16="http://schemas.microsoft.com/office/drawing/2014/main" id="{95C39CE2-F9CE-B749-9CE6-3EBCC5220A2C}"/>
              </a:ext>
            </a:extLst>
          </p:cNvPr>
          <p:cNvSpPr txBox="1"/>
          <p:nvPr/>
        </p:nvSpPr>
        <p:spPr>
          <a:xfrm>
            <a:off x="4368573" y="819150"/>
            <a:ext cx="1027845" cy="369332"/>
          </a:xfrm>
          <a:prstGeom prst="rect">
            <a:avLst/>
          </a:prstGeom>
          <a:noFill/>
        </p:spPr>
        <p:txBody>
          <a:bodyPr wrap="none" rtlCol="0">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charset="0"/>
                <a:ea typeface="ＭＳ Ｐゴシック" charset="-128"/>
                <a:cs typeface="+mn-cs"/>
              </a:rPr>
              <a:t>N-&gt;R-&gt;M</a:t>
            </a:r>
          </a:p>
        </p:txBody>
      </p:sp>
    </p:spTree>
    <p:extLst>
      <p:ext uri="{BB962C8B-B14F-4D97-AF65-F5344CB8AC3E}">
        <p14:creationId xmlns:p14="http://schemas.microsoft.com/office/powerpoint/2010/main" val="47142779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bg1"/>
                </a:solidFill>
              </a:rPr>
              <a:t>Neo4J Graph Query</a:t>
            </a:r>
          </a:p>
        </p:txBody>
      </p:sp>
      <p:pic>
        <p:nvPicPr>
          <p:cNvPr id="3" name="Picture 2"/>
          <p:cNvPicPr>
            <a:picLocks noChangeAspect="1"/>
          </p:cNvPicPr>
          <p:nvPr/>
        </p:nvPicPr>
        <p:blipFill>
          <a:blip r:embed="rId2"/>
          <a:stretch>
            <a:fillRect/>
          </a:stretch>
        </p:blipFill>
        <p:spPr>
          <a:xfrm>
            <a:off x="838200" y="493121"/>
            <a:ext cx="6959150" cy="4157257"/>
          </a:xfrm>
          <a:prstGeom prst="rect">
            <a:avLst/>
          </a:prstGeom>
        </p:spPr>
      </p:pic>
    </p:spTree>
    <p:extLst>
      <p:ext uri="{BB962C8B-B14F-4D97-AF65-F5344CB8AC3E}">
        <p14:creationId xmlns:p14="http://schemas.microsoft.com/office/powerpoint/2010/main" val="26360459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Why Graph Databases?</a:t>
            </a:r>
            <a:endParaRPr lang="en-US" sz="1400" dirty="0">
              <a:solidFill>
                <a:schemeClr val="bg1"/>
              </a:solidFill>
            </a:endParaRPr>
          </a:p>
        </p:txBody>
      </p:sp>
      <p:pic>
        <p:nvPicPr>
          <p:cNvPr id="4" name="Picture 3"/>
          <p:cNvPicPr>
            <a:picLocks noChangeAspect="1"/>
          </p:cNvPicPr>
          <p:nvPr/>
        </p:nvPicPr>
        <p:blipFill>
          <a:blip r:embed="rId2"/>
          <a:stretch>
            <a:fillRect/>
          </a:stretch>
        </p:blipFill>
        <p:spPr>
          <a:xfrm>
            <a:off x="685800" y="599225"/>
            <a:ext cx="7151298" cy="3945049"/>
          </a:xfrm>
          <a:prstGeom prst="rect">
            <a:avLst/>
          </a:prstGeom>
        </p:spPr>
      </p:pic>
    </p:spTree>
    <p:extLst>
      <p:ext uri="{BB962C8B-B14F-4D97-AF65-F5344CB8AC3E}">
        <p14:creationId xmlns:p14="http://schemas.microsoft.com/office/powerpoint/2010/main" val="87986694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Graph databases are</a:t>
            </a:r>
          </a:p>
          <a:p>
            <a:pPr lvl="1"/>
            <a:r>
              <a:rPr lang="en-US" dirty="0"/>
              <a:t>Extremely fast for some queries and data models.</a:t>
            </a:r>
          </a:p>
          <a:p>
            <a:pPr lvl="1"/>
            <a:r>
              <a:rPr lang="en-US" dirty="0"/>
              <a:t>Implement a language that vastly simplifies writing queries.</a:t>
            </a:r>
          </a:p>
        </p:txBody>
      </p:sp>
      <p:sp>
        <p:nvSpPr>
          <p:cNvPr id="5" name="Title 4">
            <a:extLst>
              <a:ext uri="{FF2B5EF4-FFF2-40B4-BE49-F238E27FC236}">
                <a16:creationId xmlns:a16="http://schemas.microsoft.com/office/drawing/2014/main" id="{7A2D0DFF-9416-23F7-C4F3-12962BBCCD8A}"/>
              </a:ext>
            </a:extLst>
          </p:cNvPr>
          <p:cNvSpPr>
            <a:spLocks noGrp="1"/>
          </p:cNvSpPr>
          <p:nvPr>
            <p:ph type="title"/>
          </p:nvPr>
        </p:nvSpPr>
        <p:spPr/>
        <p:txBody>
          <a:bodyPr/>
          <a:lstStyle/>
          <a:p>
            <a:r>
              <a:rPr lang="en-US" dirty="0"/>
              <a:t>Graph Databases</a:t>
            </a:r>
          </a:p>
        </p:txBody>
      </p:sp>
      <p:pic>
        <p:nvPicPr>
          <p:cNvPr id="4" name="Picture 3"/>
          <p:cNvPicPr>
            <a:picLocks noChangeAspect="1"/>
          </p:cNvPicPr>
          <p:nvPr/>
        </p:nvPicPr>
        <p:blipFill>
          <a:blip r:embed="rId2"/>
          <a:stretch>
            <a:fillRect/>
          </a:stretch>
        </p:blipFill>
        <p:spPr>
          <a:xfrm>
            <a:off x="2819400" y="1621928"/>
            <a:ext cx="5717875" cy="2934246"/>
          </a:xfrm>
          <a:prstGeom prst="rect">
            <a:avLst/>
          </a:prstGeom>
        </p:spPr>
      </p:pic>
    </p:spTree>
    <p:extLst>
      <p:ext uri="{BB962C8B-B14F-4D97-AF65-F5344CB8AC3E}">
        <p14:creationId xmlns:p14="http://schemas.microsoft.com/office/powerpoint/2010/main" val="354582015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02256" y="101953"/>
            <a:ext cx="6806691" cy="4469188"/>
          </a:xfrm>
          <a:prstGeom prst="rect">
            <a:avLst/>
          </a:prstGeom>
        </p:spPr>
      </p:pic>
    </p:spTree>
    <p:extLst>
      <p:ext uri="{BB962C8B-B14F-4D97-AF65-F5344CB8AC3E}">
        <p14:creationId xmlns:p14="http://schemas.microsoft.com/office/powerpoint/2010/main" val="35210021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71600" y="133350"/>
            <a:ext cx="6191907" cy="4386954"/>
          </a:xfrm>
          <a:prstGeom prst="rect">
            <a:avLst/>
          </a:prstGeom>
        </p:spPr>
      </p:pic>
    </p:spTree>
    <p:extLst>
      <p:ext uri="{BB962C8B-B14F-4D97-AF65-F5344CB8AC3E}">
        <p14:creationId xmlns:p14="http://schemas.microsoft.com/office/powerpoint/2010/main" val="153639425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69675" y="135972"/>
            <a:ext cx="6006427" cy="4343293"/>
          </a:xfrm>
          <a:prstGeom prst="rect">
            <a:avLst/>
          </a:prstGeom>
        </p:spPr>
      </p:pic>
    </p:spTree>
    <p:extLst>
      <p:ext uri="{BB962C8B-B14F-4D97-AF65-F5344CB8AC3E}">
        <p14:creationId xmlns:p14="http://schemas.microsoft.com/office/powerpoint/2010/main" val="369390377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42203" y="158078"/>
            <a:ext cx="5854251" cy="4502341"/>
          </a:xfrm>
          <a:prstGeom prst="rect">
            <a:avLst/>
          </a:prstGeom>
        </p:spPr>
      </p:pic>
    </p:spTree>
    <p:extLst>
      <p:ext uri="{BB962C8B-B14F-4D97-AF65-F5344CB8AC3E}">
        <p14:creationId xmlns:p14="http://schemas.microsoft.com/office/powerpoint/2010/main" val="19220825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92369" y="156319"/>
            <a:ext cx="5514410" cy="4245310"/>
          </a:xfrm>
          <a:prstGeom prst="rect">
            <a:avLst/>
          </a:prstGeom>
        </p:spPr>
      </p:pic>
    </p:spTree>
    <p:extLst>
      <p:ext uri="{BB962C8B-B14F-4D97-AF65-F5344CB8AC3E}">
        <p14:creationId xmlns:p14="http://schemas.microsoft.com/office/powerpoint/2010/main" val="290564096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4000A-6B12-1C6B-FF99-586E069EB19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829661-2722-8842-4B78-088190BF23C0}"/>
              </a:ext>
            </a:extLst>
          </p:cNvPr>
          <p:cNvSpPr>
            <a:spLocks noGrp="1"/>
          </p:cNvSpPr>
          <p:nvPr>
            <p:ph idx="1"/>
          </p:nvPr>
        </p:nvSpPr>
        <p:spPr>
          <a:xfrm>
            <a:off x="152400" y="2266950"/>
            <a:ext cx="8839200" cy="523220"/>
          </a:xfrm>
        </p:spPr>
        <p:txBody>
          <a:bodyPr/>
          <a:lstStyle/>
          <a:p>
            <a:r>
              <a:rPr lang="en-US" dirty="0"/>
              <a:t>Neo4j</a:t>
            </a:r>
          </a:p>
        </p:txBody>
      </p:sp>
    </p:spTree>
    <p:extLst>
      <p:ext uri="{BB962C8B-B14F-4D97-AF65-F5344CB8AC3E}">
        <p14:creationId xmlns:p14="http://schemas.microsoft.com/office/powerpoint/2010/main" val="36854413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A Graph Database (Sample)</a:t>
            </a:r>
          </a:p>
        </p:txBody>
      </p:sp>
      <p:pic>
        <p:nvPicPr>
          <p:cNvPr id="3" name="Picture 2"/>
          <p:cNvPicPr>
            <a:picLocks noChangeAspect="1"/>
          </p:cNvPicPr>
          <p:nvPr/>
        </p:nvPicPr>
        <p:blipFill>
          <a:blip r:embed="rId2"/>
          <a:stretch>
            <a:fillRect/>
          </a:stretch>
        </p:blipFill>
        <p:spPr>
          <a:xfrm>
            <a:off x="1018055" y="514350"/>
            <a:ext cx="7107889" cy="4051949"/>
          </a:xfrm>
          <a:prstGeom prst="rect">
            <a:avLst/>
          </a:prstGeom>
        </p:spPr>
      </p:pic>
    </p:spTree>
    <p:extLst>
      <p:ext uri="{BB962C8B-B14F-4D97-AF65-F5344CB8AC3E}">
        <p14:creationId xmlns:p14="http://schemas.microsoft.com/office/powerpoint/2010/main" val="15954573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chemeClr val="bg1"/>
                </a:solidFill>
              </a:rPr>
              <a:t>Neo4J Graph Query</a:t>
            </a:r>
          </a:p>
        </p:txBody>
      </p:sp>
      <p:pic>
        <p:nvPicPr>
          <p:cNvPr id="3" name="Picture 2"/>
          <p:cNvPicPr>
            <a:picLocks noChangeAspect="1"/>
          </p:cNvPicPr>
          <p:nvPr/>
        </p:nvPicPr>
        <p:blipFill>
          <a:blip r:embed="rId2"/>
          <a:stretch>
            <a:fillRect/>
          </a:stretch>
        </p:blipFill>
        <p:spPr>
          <a:xfrm>
            <a:off x="685800" y="495972"/>
            <a:ext cx="6959150" cy="4157257"/>
          </a:xfrm>
          <a:prstGeom prst="rect">
            <a:avLst/>
          </a:prstGeom>
        </p:spPr>
      </p:pic>
      <p:sp>
        <p:nvSpPr>
          <p:cNvPr id="4" name="TextBox 3"/>
          <p:cNvSpPr txBox="1"/>
          <p:nvPr/>
        </p:nvSpPr>
        <p:spPr>
          <a:xfrm>
            <a:off x="4605270" y="108174"/>
            <a:ext cx="914400" cy="914400"/>
          </a:xfrm>
          <a:prstGeom prst="rect">
            <a:avLst/>
          </a:prstGeom>
          <a:noFill/>
        </p:spPr>
        <p:txBody>
          <a:bodyPr wrap="none" rtlCol="0">
            <a:noAutofit/>
          </a:bodyPr>
          <a:lstStyle/>
          <a:p>
            <a:pPr marL="0" marR="0" lvl="0" indent="0" algn="l" defTabSz="457200" rtl="0" eaLnBrk="1" fontAlgn="base" latinLnBrk="0" hangingPunct="1">
              <a:lnSpc>
                <a:spcPct val="90000"/>
              </a:lnSpc>
              <a:spcBef>
                <a:spcPts val="600"/>
              </a:spcBef>
              <a:spcAft>
                <a:spcPts val="0"/>
              </a:spcAft>
              <a:buClr>
                <a:prstClr val="white"/>
              </a:buClr>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ＭＳ Ｐゴシック" charset="-128"/>
                <a:cs typeface="+mn-cs"/>
              </a:rPr>
              <a:t>Who acted in which movies?</a:t>
            </a:r>
          </a:p>
        </p:txBody>
      </p:sp>
    </p:spTree>
    <p:extLst>
      <p:ext uri="{BB962C8B-B14F-4D97-AF65-F5344CB8AC3E}">
        <p14:creationId xmlns:p14="http://schemas.microsoft.com/office/powerpoint/2010/main" val="130020577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Yup. But that is simple.</a:t>
            </a:r>
          </a:p>
          <a:p>
            <a:r>
              <a:rPr lang="en-US" dirty="0"/>
              <a:t>Try writing the queries below in SQL.</a:t>
            </a:r>
          </a:p>
        </p:txBody>
      </p:sp>
      <p:sp>
        <p:nvSpPr>
          <p:cNvPr id="2" name="Title 1"/>
          <p:cNvSpPr>
            <a:spLocks noGrp="1"/>
          </p:cNvSpPr>
          <p:nvPr>
            <p:ph type="title"/>
          </p:nvPr>
        </p:nvSpPr>
        <p:spPr/>
        <p:txBody>
          <a:bodyPr/>
          <a:lstStyle/>
          <a:p>
            <a:r>
              <a:rPr lang="en-US" dirty="0">
                <a:solidFill>
                  <a:schemeClr val="bg1"/>
                </a:solidFill>
              </a:rPr>
              <a:t>Big Deal. That is just a JOIN.</a:t>
            </a:r>
          </a:p>
        </p:txBody>
      </p:sp>
      <p:pic>
        <p:nvPicPr>
          <p:cNvPr id="4" name="Picture 3"/>
          <p:cNvPicPr>
            <a:picLocks noChangeAspect="1"/>
          </p:cNvPicPr>
          <p:nvPr/>
        </p:nvPicPr>
        <p:blipFill>
          <a:blip r:embed="rId2"/>
          <a:stretch>
            <a:fillRect/>
          </a:stretch>
        </p:blipFill>
        <p:spPr>
          <a:xfrm>
            <a:off x="101373" y="1657350"/>
            <a:ext cx="8686800" cy="2113613"/>
          </a:xfrm>
          <a:prstGeom prst="rect">
            <a:avLst/>
          </a:prstGeom>
        </p:spPr>
      </p:pic>
    </p:spTree>
    <p:extLst>
      <p:ext uri="{BB962C8B-B14F-4D97-AF65-F5344CB8AC3E}">
        <p14:creationId xmlns:p14="http://schemas.microsoft.com/office/powerpoint/2010/main" val="118480104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5674" y="514350"/>
            <a:ext cx="8398198" cy="3864962"/>
          </a:xfrm>
          <a:prstGeom prst="rect">
            <a:avLst/>
          </a:prstGeom>
        </p:spPr>
      </p:pic>
      <p:sp>
        <p:nvSpPr>
          <p:cNvPr id="3" name="Title 2"/>
          <p:cNvSpPr>
            <a:spLocks noGrp="1"/>
          </p:cNvSpPr>
          <p:nvPr>
            <p:ph type="title"/>
          </p:nvPr>
        </p:nvSpPr>
        <p:spPr/>
        <p:txBody>
          <a:bodyPr/>
          <a:lstStyle/>
          <a:p>
            <a:r>
              <a:rPr lang="en-US" dirty="0">
                <a:solidFill>
                  <a:schemeClr val="bg1"/>
                </a:solidFill>
              </a:rPr>
              <a:t>Recommend</a:t>
            </a:r>
          </a:p>
        </p:txBody>
      </p:sp>
    </p:spTree>
    <p:extLst>
      <p:ext uri="{BB962C8B-B14F-4D97-AF65-F5344CB8AC3E}">
        <p14:creationId xmlns:p14="http://schemas.microsoft.com/office/powerpoint/2010/main" val="41834936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95223" y="57150"/>
            <a:ext cx="7953554" cy="4431733"/>
          </a:xfrm>
          <a:prstGeom prst="rect">
            <a:avLst/>
          </a:prstGeom>
        </p:spPr>
      </p:pic>
      <p:sp>
        <p:nvSpPr>
          <p:cNvPr id="3" name="TextBox 2"/>
          <p:cNvSpPr txBox="1"/>
          <p:nvPr/>
        </p:nvSpPr>
        <p:spPr>
          <a:xfrm>
            <a:off x="6625087" y="1992702"/>
            <a:ext cx="914400" cy="914400"/>
          </a:xfrm>
          <a:prstGeom prst="rect">
            <a:avLst/>
          </a:prstGeom>
          <a:noFill/>
        </p:spPr>
        <p:txBody>
          <a:bodyPr wrap="none" rtlCol="0">
            <a:noAutofit/>
          </a:bodyPr>
          <a:lstStyle/>
          <a:p>
            <a:pPr marL="0" marR="0" lvl="0" indent="0" algn="ctr" defTabSz="457200" rtl="0" eaLnBrk="1" fontAlgn="base" latinLnBrk="0" hangingPunct="1">
              <a:lnSpc>
                <a:spcPct val="90000"/>
              </a:lnSpc>
              <a:spcBef>
                <a:spcPts val="600"/>
              </a:spcBef>
              <a:spcAft>
                <a:spcPts val="0"/>
              </a:spcAft>
              <a:buClr>
                <a:prstClr val="white"/>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t>Which actors have</a:t>
            </a:r>
            <a:b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br>
            <a: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t>worked with both</a:t>
            </a:r>
            <a:b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br>
            <a: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t>Tom Hanks and</a:t>
            </a:r>
          </a:p>
          <a:p>
            <a:pPr marL="0" marR="0" lvl="0" indent="0" algn="ctr" defTabSz="457200" rtl="0" eaLnBrk="1" fontAlgn="base" latinLnBrk="0" hangingPunct="1">
              <a:lnSpc>
                <a:spcPct val="90000"/>
              </a:lnSpc>
              <a:spcBef>
                <a:spcPts val="600"/>
              </a:spcBef>
              <a:spcAft>
                <a:spcPts val="0"/>
              </a:spcAft>
              <a:buClr>
                <a:prstClr val="white"/>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ＭＳ Ｐゴシック" charset="-128"/>
                <a:cs typeface="+mn-cs"/>
              </a:rPr>
              <a:t>Tom Cruise?</a:t>
            </a:r>
          </a:p>
        </p:txBody>
      </p:sp>
    </p:spTree>
    <p:extLst>
      <p:ext uri="{BB962C8B-B14F-4D97-AF65-F5344CB8AC3E}">
        <p14:creationId xmlns:p14="http://schemas.microsoft.com/office/powerpoint/2010/main" val="84391227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4175" y="267420"/>
            <a:ext cx="5531709" cy="4306738"/>
          </a:xfrm>
          <a:prstGeom prst="rect">
            <a:avLst/>
          </a:prstGeom>
        </p:spPr>
      </p:pic>
      <p:pic>
        <p:nvPicPr>
          <p:cNvPr id="3" name="Picture 2"/>
          <p:cNvPicPr>
            <a:picLocks noChangeAspect="1"/>
          </p:cNvPicPr>
          <p:nvPr/>
        </p:nvPicPr>
        <p:blipFill>
          <a:blip r:embed="rId3"/>
          <a:stretch>
            <a:fillRect/>
          </a:stretch>
        </p:blipFill>
        <p:spPr>
          <a:xfrm>
            <a:off x="4796287" y="81748"/>
            <a:ext cx="4347713" cy="1571768"/>
          </a:xfrm>
          <a:prstGeom prst="rect">
            <a:avLst/>
          </a:prstGeom>
        </p:spPr>
      </p:pic>
      <p:cxnSp>
        <p:nvCxnSpPr>
          <p:cNvPr id="6" name="Elbow Connector 5"/>
          <p:cNvCxnSpPr/>
          <p:nvPr/>
        </p:nvCxnSpPr>
        <p:spPr>
          <a:xfrm rot="10800000" flipV="1">
            <a:off x="5477775" y="1216325"/>
            <a:ext cx="2777705" cy="1095554"/>
          </a:xfrm>
          <a:prstGeom prst="bentConnector3">
            <a:avLst>
              <a:gd name="adj1" fmla="val 0"/>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4"/>
          <a:stretch>
            <a:fillRect/>
          </a:stretch>
        </p:blipFill>
        <p:spPr>
          <a:xfrm>
            <a:off x="5279366" y="3117830"/>
            <a:ext cx="3340340" cy="1156798"/>
          </a:xfrm>
          <a:prstGeom prst="rect">
            <a:avLst/>
          </a:prstGeom>
        </p:spPr>
      </p:pic>
    </p:spTree>
    <p:extLst>
      <p:ext uri="{BB962C8B-B14F-4D97-AF65-F5344CB8AC3E}">
        <p14:creationId xmlns:p14="http://schemas.microsoft.com/office/powerpoint/2010/main" val="390583296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52980" y="1504950"/>
            <a:ext cx="7838040" cy="3045809"/>
          </a:xfrm>
          <a:prstGeom prst="rect">
            <a:avLst/>
          </a:prstGeom>
        </p:spPr>
      </p:pic>
      <p:pic>
        <p:nvPicPr>
          <p:cNvPr id="3" name="Picture 2"/>
          <p:cNvPicPr>
            <a:picLocks noChangeAspect="1"/>
          </p:cNvPicPr>
          <p:nvPr/>
        </p:nvPicPr>
        <p:blipFill>
          <a:blip r:embed="rId3"/>
          <a:stretch>
            <a:fillRect/>
          </a:stretch>
        </p:blipFill>
        <p:spPr>
          <a:xfrm>
            <a:off x="152400" y="224222"/>
            <a:ext cx="1100251" cy="1375314"/>
          </a:xfrm>
          <a:prstGeom prst="rect">
            <a:avLst/>
          </a:prstGeom>
        </p:spPr>
      </p:pic>
      <p:pic>
        <p:nvPicPr>
          <p:cNvPr id="4" name="Picture 3"/>
          <p:cNvPicPr>
            <a:picLocks noChangeAspect="1"/>
          </p:cNvPicPr>
          <p:nvPr/>
        </p:nvPicPr>
        <p:blipFill>
          <a:blip r:embed="rId4"/>
          <a:stretch>
            <a:fillRect/>
          </a:stretch>
        </p:blipFill>
        <p:spPr>
          <a:xfrm>
            <a:off x="7772400" y="57150"/>
            <a:ext cx="813871" cy="1223913"/>
          </a:xfrm>
          <a:prstGeom prst="rect">
            <a:avLst/>
          </a:prstGeom>
        </p:spPr>
      </p:pic>
      <p:sp>
        <p:nvSpPr>
          <p:cNvPr id="5" name="TextBox 4"/>
          <p:cNvSpPr txBox="1"/>
          <p:nvPr/>
        </p:nvSpPr>
        <p:spPr>
          <a:xfrm>
            <a:off x="3812875" y="444261"/>
            <a:ext cx="914400" cy="914400"/>
          </a:xfrm>
          <a:prstGeom prst="rect">
            <a:avLst/>
          </a:prstGeom>
          <a:noFill/>
        </p:spPr>
        <p:txBody>
          <a:bodyPr wrap="none" rtlCol="0">
            <a:noAutofit/>
          </a:bodyPr>
          <a:lstStyle/>
          <a:p>
            <a:pPr marL="0" marR="0" lvl="0" indent="0" algn="ctr" defTabSz="457200" rtl="0" eaLnBrk="1" fontAlgn="base" latinLnBrk="0" hangingPunct="1">
              <a:lnSpc>
                <a:spcPct val="90000"/>
              </a:lnSpc>
              <a:spcBef>
                <a:spcPts val="600"/>
              </a:spcBef>
              <a:spcAft>
                <a:spcPts val="0"/>
              </a:spcAft>
              <a:buClr>
                <a:prstClr val="white"/>
              </a:buClr>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128"/>
                <a:cs typeface="+mn-cs"/>
              </a:rPr>
              <a:t>How do you get from</a:t>
            </a:r>
            <a:br>
              <a:rPr kumimoji="0" lang="en-US" sz="2000" b="0" i="0" u="none" strike="noStrike" kern="1200" cap="none" spc="0" normalizeH="0" baseline="0" noProof="0" dirty="0">
                <a:ln>
                  <a:noFill/>
                </a:ln>
                <a:solidFill>
                  <a:prstClr val="black"/>
                </a:solidFill>
                <a:effectLst/>
                <a:uLnTx/>
                <a:uFillTx/>
                <a:latin typeface="Calibri"/>
                <a:ea typeface="ＭＳ Ｐゴシック" charset="-128"/>
                <a:cs typeface="+mn-cs"/>
              </a:rPr>
            </a:br>
            <a:r>
              <a:rPr kumimoji="0" lang="en-US" sz="2000" b="0" i="0" u="none" strike="noStrike" kern="1200" cap="none" spc="0" normalizeH="0" baseline="0" noProof="0" dirty="0">
                <a:ln>
                  <a:noFill/>
                </a:ln>
                <a:solidFill>
                  <a:prstClr val="black"/>
                </a:solidFill>
                <a:effectLst/>
                <a:uLnTx/>
                <a:uFillTx/>
                <a:latin typeface="Calibri"/>
                <a:ea typeface="ＭＳ Ｐゴシック" charset="-128"/>
                <a:cs typeface="+mn-cs"/>
              </a:rPr>
              <a:t>Kevin Bacon to</a:t>
            </a:r>
          </a:p>
          <a:p>
            <a:pPr marL="0" marR="0" lvl="0" indent="0" algn="ctr" defTabSz="457200" rtl="0" eaLnBrk="1" fontAlgn="base" latinLnBrk="0" hangingPunct="1">
              <a:lnSpc>
                <a:spcPct val="90000"/>
              </a:lnSpc>
              <a:spcBef>
                <a:spcPts val="600"/>
              </a:spcBef>
              <a:spcAft>
                <a:spcPts val="0"/>
              </a:spcAft>
              <a:buClr>
                <a:prstClr val="white"/>
              </a:buClr>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128"/>
                <a:cs typeface="+mn-cs"/>
              </a:rPr>
              <a:t>Robert Longo?</a:t>
            </a:r>
          </a:p>
        </p:txBody>
      </p:sp>
    </p:spTree>
    <p:extLst>
      <p:ext uri="{BB962C8B-B14F-4D97-AF65-F5344CB8AC3E}">
        <p14:creationId xmlns:p14="http://schemas.microsoft.com/office/powerpoint/2010/main" val="3400433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lumbia SEAS">
  <a:themeElements>
    <a:clrScheme name="Cornell ">
      <a:dk1>
        <a:srgbClr val="000000"/>
      </a:dk1>
      <a:lt1>
        <a:srgbClr val="FFFFFF"/>
      </a:lt1>
      <a:dk2>
        <a:srgbClr val="44546A"/>
      </a:dk2>
      <a:lt2>
        <a:srgbClr val="E7E6E6"/>
      </a:lt2>
      <a:accent1>
        <a:srgbClr val="002356"/>
      </a:accent1>
      <a:accent2>
        <a:srgbClr val="FEB811"/>
      </a:accent2>
      <a:accent3>
        <a:srgbClr val="AE0F26"/>
      </a:accent3>
      <a:accent4>
        <a:srgbClr val="C4D600"/>
      </a:accent4>
      <a:accent5>
        <a:srgbClr val="998B82"/>
      </a:accent5>
      <a:accent6>
        <a:srgbClr val="AAA9A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1_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Props1.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2.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B6F2769-7194-4217-93D3-3AF3A4742282}">
  <ds:schemaRefs>
    <ds:schemaRef ds:uri="http://schemas.microsoft.com/office/2006/documentManagement/types"/>
    <ds:schemaRef ds:uri="http://purl.org/dc/elements/1.1/"/>
    <ds:schemaRef ds:uri="http://purl.org/dc/terms/"/>
    <ds:schemaRef ds:uri="http://schemas.microsoft.com/office/2006/metadata/properties"/>
    <ds:schemaRef ds:uri="http://schemas.microsoft.com/office/infopath/2007/PartnerControls"/>
    <ds:schemaRef ds:uri="http://schemas.openxmlformats.org/package/2006/metadata/core-properties"/>
    <ds:schemaRef ds:uri="http://schemas.microsoft.com/sharepoint/v3/fields"/>
    <ds:schemaRef ds:uri="http://www.w3.org/XML/1998/namespace"/>
    <ds:schemaRef ds:uri="http://purl.org/dc/dcmitype/"/>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FNEMasterTemplateForThemePreview.pptx</Template>
  <TotalTime>138303</TotalTime>
  <Words>7775</Words>
  <Application>Microsoft Macintosh PowerPoint</Application>
  <PresentationFormat>On-screen Show (16:9)</PresentationFormat>
  <Paragraphs>740</Paragraphs>
  <Slides>112</Slides>
  <Notes>57</Notes>
  <HiddenSlides>1</HiddenSlides>
  <MMClips>0</MMClips>
  <ScaleCrop>false</ScaleCrop>
  <HeadingPairs>
    <vt:vector size="8" baseType="variant">
      <vt:variant>
        <vt:lpstr>Fonts Used</vt:lpstr>
      </vt:variant>
      <vt:variant>
        <vt:i4>17</vt:i4>
      </vt:variant>
      <vt:variant>
        <vt:lpstr>Theme</vt:lpstr>
      </vt:variant>
      <vt:variant>
        <vt:i4>6</vt:i4>
      </vt:variant>
      <vt:variant>
        <vt:lpstr>Embedded OLE Servers</vt:lpstr>
      </vt:variant>
      <vt:variant>
        <vt:i4>1</vt:i4>
      </vt:variant>
      <vt:variant>
        <vt:lpstr>Slide Titles</vt:lpstr>
      </vt:variant>
      <vt:variant>
        <vt:i4>112</vt:i4>
      </vt:variant>
    </vt:vector>
  </HeadingPairs>
  <TitlesOfParts>
    <vt:vector size="136" baseType="lpstr">
      <vt:lpstr>MS PGothic</vt:lpstr>
      <vt:lpstr>Amazon Ember</vt:lpstr>
      <vt:lpstr>Arial</vt:lpstr>
      <vt:lpstr>Calibri</vt:lpstr>
      <vt:lpstr>Didact Gothic</vt:lpstr>
      <vt:lpstr>Helvetica</vt:lpstr>
      <vt:lpstr>Inter</vt:lpstr>
      <vt:lpstr>Inter ExtraLight</vt:lpstr>
      <vt:lpstr>Inter Light</vt:lpstr>
      <vt:lpstr>Inter SemiBold</vt:lpstr>
      <vt:lpstr>Monotype Sorts</vt:lpstr>
      <vt:lpstr>Montserrat</vt:lpstr>
      <vt:lpstr>Museo For Dell</vt:lpstr>
      <vt:lpstr>Symbol</vt:lpstr>
      <vt:lpstr>Times New Roman</vt:lpstr>
      <vt:lpstr>Webdings</vt:lpstr>
      <vt:lpstr>Wingdings</vt:lpstr>
      <vt:lpstr>Office Theme</vt:lpstr>
      <vt:lpstr>Columbia SEAS</vt:lpstr>
      <vt:lpstr>3_db-5-grey</vt:lpstr>
      <vt:lpstr>2_Office Theme</vt:lpstr>
      <vt:lpstr>1_Office Theme</vt:lpstr>
      <vt:lpstr>1_db</vt:lpstr>
      <vt:lpstr>Equation</vt:lpstr>
      <vt:lpstr>PowerPoint Presentation</vt:lpstr>
      <vt:lpstr>PowerPoint Presentation</vt:lpstr>
      <vt:lpstr>PowerPoint Presentation</vt:lpstr>
      <vt:lpstr>Content</vt:lpstr>
      <vt:lpstr>PowerPoint Presentation</vt:lpstr>
      <vt:lpstr>Course Overview and Discussion</vt:lpstr>
      <vt:lpstr>PowerPoint Presentation</vt:lpstr>
      <vt:lpstr>PowerPoint Presentation</vt:lpstr>
      <vt:lpstr>PowerPoint Presentation</vt:lpstr>
      <vt:lpstr>PowerPoint Presentation</vt:lpstr>
      <vt:lpstr>Storage Access</vt:lpstr>
      <vt:lpstr>The Logical Concept</vt:lpstr>
      <vt:lpstr>Buffer Manager</vt:lpstr>
      <vt:lpstr>Buffer Manager</vt:lpstr>
      <vt:lpstr>Buffer-Replacement Policies</vt:lpstr>
      <vt:lpstr>Buffer-Replacement Policies (Cont.)</vt:lpstr>
      <vt:lpstr>Replacement Policy</vt:lpstr>
      <vt:lpstr>Replacement Algorithm</vt:lpstr>
      <vt:lpstr>Optimization of Disk Block Access (Cont.)</vt:lpstr>
      <vt:lpstr>PowerPoint Presentation</vt:lpstr>
      <vt:lpstr>Basic Concepts</vt:lpstr>
      <vt:lpstr>Ordered Indices</vt:lpstr>
      <vt:lpstr>Dense Index Files</vt:lpstr>
      <vt:lpstr>Dense Index Files (Cont.)</vt:lpstr>
      <vt:lpstr>Sparse Index Files</vt:lpstr>
      <vt:lpstr>Sparse Index Files (Cont.)</vt:lpstr>
      <vt:lpstr>Secondary Indices Example</vt:lpstr>
      <vt:lpstr>Clustering vs Nonclustering Indices</vt:lpstr>
      <vt:lpstr>Indices on Multiple Keys</vt:lpstr>
      <vt:lpstr>B+-Tree Index Files</vt:lpstr>
      <vt:lpstr>Example of B+-Tree</vt:lpstr>
      <vt:lpstr>B+-Tree Index Files (Cont.)</vt:lpstr>
      <vt:lpstr>B+-Tree Node Structure</vt:lpstr>
      <vt:lpstr>Leaf Nodes in B+-Trees</vt:lpstr>
      <vt:lpstr>Non-Leaf Nodes in B+-Trees</vt:lpstr>
      <vt:lpstr>Example of B+-tree</vt:lpstr>
      <vt:lpstr>Observations about B+-trees</vt:lpstr>
      <vt:lpstr>Show the Simulator</vt:lpstr>
      <vt:lpstr>PowerPoint Presentation</vt:lpstr>
      <vt:lpstr>Static Hashing</vt:lpstr>
      <vt:lpstr>Handling of Bucket Overflows (Cont.)</vt:lpstr>
      <vt:lpstr>Example of Hash File Organization </vt:lpstr>
      <vt:lpstr>Deficiencies of Static Hashing</vt:lpstr>
      <vt:lpstr>Show the Simulator</vt:lpstr>
      <vt:lpstr>PowerPoint Presentation</vt:lpstr>
      <vt:lpstr>Query Compilation</vt:lpstr>
      <vt:lpstr>Basic Steps in Query Processing</vt:lpstr>
      <vt:lpstr>Query Processing</vt:lpstr>
      <vt:lpstr>Query Plan and Algorithms</vt:lpstr>
      <vt:lpstr>Parsing and Execution</vt:lpstr>
      <vt:lpstr>EXPLAIN Example</vt:lpstr>
      <vt:lpstr>Basic Steps in Query Processing: Optimization</vt:lpstr>
      <vt:lpstr>Basic Steps: Optimization (Cont.)</vt:lpstr>
      <vt:lpstr>PowerPoint Presentation</vt:lpstr>
      <vt:lpstr>Measures of Query Cost</vt:lpstr>
      <vt:lpstr>Measures of Query Cost</vt:lpstr>
      <vt:lpstr>Measures of Query Cost (Cont.)</vt:lpstr>
      <vt:lpstr>PowerPoint Presentation</vt:lpstr>
      <vt:lpstr>Selection Operation</vt:lpstr>
      <vt:lpstr>Selections Using Indices</vt:lpstr>
      <vt:lpstr>Selections Using Indices</vt:lpstr>
      <vt:lpstr>Selections Using Indices</vt:lpstr>
      <vt:lpstr>Selections Involving Comparisons</vt:lpstr>
      <vt:lpstr>Implementation of Complex Selections</vt:lpstr>
      <vt:lpstr>Algorithms for Complex Selections</vt:lpstr>
      <vt:lpstr>Conjunctive and Disjunctive</vt:lpstr>
      <vt:lpstr>PowerPoint Presentation</vt:lpstr>
      <vt:lpstr>Join Operation</vt:lpstr>
      <vt:lpstr>Nested-Loop Join</vt:lpstr>
      <vt:lpstr>Nested-Loop Join (Cont.)</vt:lpstr>
      <vt:lpstr>Well, That was a Clear as Mud</vt:lpstr>
      <vt:lpstr>Indexed Nested-Loop Join</vt:lpstr>
      <vt:lpstr>Sorting</vt:lpstr>
      <vt:lpstr>We Really Hate this Class</vt:lpstr>
      <vt:lpstr>Merge-Join</vt:lpstr>
      <vt:lpstr>Merge-Join (Cont.)</vt:lpstr>
      <vt:lpstr>Hash-Join</vt:lpstr>
      <vt:lpstr>Hash-Join (Cont.)</vt:lpstr>
      <vt:lpstr>Hash-Join (Cont.)</vt:lpstr>
      <vt:lpstr>Hash-Join Algorithm</vt:lpstr>
      <vt:lpstr>Hash-Join algorithm (Cont.)</vt:lpstr>
      <vt:lpstr>PowerPoint Presentation</vt:lpstr>
      <vt:lpstr>Other Operations</vt:lpstr>
      <vt:lpstr>Other Operations : Aggregation</vt:lpstr>
      <vt:lpstr>PowerPoint Presentation</vt:lpstr>
      <vt:lpstr>Evaluation of Expressions</vt:lpstr>
      <vt:lpstr>Materialization</vt:lpstr>
      <vt:lpstr>Materialization (Cont.)</vt:lpstr>
      <vt:lpstr>Pipelining</vt:lpstr>
      <vt:lpstr>Pipelining (Cont.)</vt:lpstr>
      <vt:lpstr>Pipelining (Cont.)</vt:lpstr>
      <vt:lpstr>PowerPoint Presentation</vt:lpstr>
      <vt:lpstr>PowerPoint Presentation</vt:lpstr>
      <vt:lpstr>Simplistic Classification (https://medium.com/swlh/4-types-of-nosql-databases-d88ad21f7d3b)</vt:lpstr>
      <vt:lpstr>PowerPoint Presentation</vt:lpstr>
      <vt:lpstr>Graph Database</vt:lpstr>
      <vt:lpstr>Neo4J Graph Query</vt:lpstr>
      <vt:lpstr>Why Graph Databases?</vt:lpstr>
      <vt:lpstr>Graph Databases</vt:lpstr>
      <vt:lpstr>PowerPoint Presentation</vt:lpstr>
      <vt:lpstr>PowerPoint Presentation</vt:lpstr>
      <vt:lpstr>PowerPoint Presentation</vt:lpstr>
      <vt:lpstr>PowerPoint Presentation</vt:lpstr>
      <vt:lpstr>PowerPoint Presentation</vt:lpstr>
      <vt:lpstr>PowerPoint Presentation</vt:lpstr>
      <vt:lpstr>A Graph Database (Sample)</vt:lpstr>
      <vt:lpstr>Neo4J Graph Query</vt:lpstr>
      <vt:lpstr>Big Deal. That is just a JOIN.</vt:lpstr>
      <vt:lpstr>Recommend</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FileNewTemplate</dc:title>
  <dc:creator>Diana</dc:creator>
  <cp:lastModifiedBy>Donald Ferguson</cp:lastModifiedBy>
  <cp:revision>647</cp:revision>
  <cp:lastPrinted>2025-02-07T10:49:29Z</cp:lastPrinted>
  <dcterms:created xsi:type="dcterms:W3CDTF">2010-04-12T23:12:02Z</dcterms:created>
  <dcterms:modified xsi:type="dcterms:W3CDTF">2026-03-25T18:57:37Z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